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721" r:id="rId1"/>
  </p:sldMasterIdLst>
  <p:notesMasterIdLst>
    <p:notesMasterId r:id="rId70"/>
  </p:notesMasterIdLst>
  <p:sldIdLst>
    <p:sldId id="257" r:id="rId2"/>
    <p:sldId id="328" r:id="rId3"/>
    <p:sldId id="322" r:id="rId4"/>
    <p:sldId id="323" r:id="rId5"/>
    <p:sldId id="324" r:id="rId6"/>
    <p:sldId id="263" r:id="rId7"/>
    <p:sldId id="325" r:id="rId8"/>
    <p:sldId id="268" r:id="rId9"/>
    <p:sldId id="346" r:id="rId10"/>
    <p:sldId id="307" r:id="rId11"/>
    <p:sldId id="337" r:id="rId12"/>
    <p:sldId id="336" r:id="rId13"/>
    <p:sldId id="271" r:id="rId14"/>
    <p:sldId id="319" r:id="rId15"/>
    <p:sldId id="264" r:id="rId16"/>
    <p:sldId id="273" r:id="rId17"/>
    <p:sldId id="339" r:id="rId18"/>
    <p:sldId id="299" r:id="rId19"/>
    <p:sldId id="276" r:id="rId20"/>
    <p:sldId id="330" r:id="rId21"/>
    <p:sldId id="275" r:id="rId22"/>
    <p:sldId id="329" r:id="rId23"/>
    <p:sldId id="265" r:id="rId24"/>
    <p:sldId id="326" r:id="rId25"/>
    <p:sldId id="278" r:id="rId26"/>
    <p:sldId id="279" r:id="rId27"/>
    <p:sldId id="340" r:id="rId28"/>
    <p:sldId id="311" r:id="rId29"/>
    <p:sldId id="281" r:id="rId30"/>
    <p:sldId id="314" r:id="rId31"/>
    <p:sldId id="300" r:id="rId32"/>
    <p:sldId id="301" r:id="rId33"/>
    <p:sldId id="266" r:id="rId34"/>
    <p:sldId id="327" r:id="rId35"/>
    <p:sldId id="344" r:id="rId36"/>
    <p:sldId id="342" r:id="rId37"/>
    <p:sldId id="320" r:id="rId38"/>
    <p:sldId id="338" r:id="rId39"/>
    <p:sldId id="284" r:id="rId40"/>
    <p:sldId id="286" r:id="rId41"/>
    <p:sldId id="345" r:id="rId42"/>
    <p:sldId id="341" r:id="rId43"/>
    <p:sldId id="305" r:id="rId44"/>
    <p:sldId id="267" r:id="rId45"/>
    <p:sldId id="321" r:id="rId46"/>
    <p:sldId id="289" r:id="rId47"/>
    <p:sldId id="290" r:id="rId48"/>
    <p:sldId id="302" r:id="rId49"/>
    <p:sldId id="332" r:id="rId50"/>
    <p:sldId id="331" r:id="rId51"/>
    <p:sldId id="292" r:id="rId52"/>
    <p:sldId id="333" r:id="rId53"/>
    <p:sldId id="291" r:id="rId54"/>
    <p:sldId id="297" r:id="rId55"/>
    <p:sldId id="293" r:id="rId56"/>
    <p:sldId id="334" r:id="rId57"/>
    <p:sldId id="296" r:id="rId58"/>
    <p:sldId id="335" r:id="rId59"/>
    <p:sldId id="304" r:id="rId60"/>
    <p:sldId id="315" r:id="rId61"/>
    <p:sldId id="316" r:id="rId62"/>
    <p:sldId id="317" r:id="rId63"/>
    <p:sldId id="318" r:id="rId64"/>
    <p:sldId id="313" r:id="rId65"/>
    <p:sldId id="312" r:id="rId66"/>
    <p:sldId id="309" r:id="rId67"/>
    <p:sldId id="308" r:id="rId68"/>
    <p:sldId id="348" r:id="rId69"/>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9072"/>
    <a:srgbClr val="00B050"/>
    <a:srgbClr val="F5720F"/>
    <a:srgbClr val="0072BD"/>
    <a:srgbClr val="FFDCDB"/>
    <a:srgbClr val="F6791B"/>
    <a:srgbClr val="FFFFFF"/>
    <a:srgbClr val="FA990A"/>
    <a:srgbClr val="EEB11F"/>
    <a:srgbClr val="FB93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16C0B6-1760-4BCA-8131-AB4CDB426109}" v="340" dt="2025-02-19T19:43:48.4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70" autoAdjust="0"/>
    <p:restoredTop sz="91387" autoAdjust="0"/>
  </p:normalViewPr>
  <p:slideViewPr>
    <p:cSldViewPr snapToGrid="0">
      <p:cViewPr varScale="1">
        <p:scale>
          <a:sx n="113" d="100"/>
          <a:sy n="113" d="100"/>
        </p:scale>
        <p:origin x="1976" y="176"/>
      </p:cViewPr>
      <p:guideLst/>
    </p:cSldViewPr>
  </p:slideViewPr>
  <p:notesTextViewPr>
    <p:cViewPr>
      <p:scale>
        <a:sx n="1" d="1"/>
        <a:sy n="1" d="1"/>
      </p:scale>
      <p:origin x="0" y="0"/>
    </p:cViewPr>
  </p:notesTextViewPr>
  <p:notesViewPr>
    <p:cSldViewPr snapToGrid="0">
      <p:cViewPr varScale="1">
        <p:scale>
          <a:sx n="118" d="100"/>
          <a:sy n="118" d="100"/>
        </p:scale>
        <p:origin x="7728"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spar Alfaro García" userId="S::gaspar.alfaro@urjc.es::b9682869-b526-4b6d-8301-b00acddeffaf" providerId="AD" clId="Web-{EF6C39F1-0CAF-704F-89DF-35BA24DF4C67}"/>
    <pc:docChg chg="modSld">
      <pc:chgData name="Gaspar Alfaro García" userId="S::gaspar.alfaro@urjc.es::b9682869-b526-4b6d-8301-b00acddeffaf" providerId="AD" clId="Web-{EF6C39F1-0CAF-704F-89DF-35BA24DF4C67}" dt="2025-02-18T12:20:04.461" v="3"/>
      <pc:docMkLst>
        <pc:docMk/>
      </pc:docMkLst>
      <pc:sldChg chg="modSp">
        <pc:chgData name="Gaspar Alfaro García" userId="S::gaspar.alfaro@urjc.es::b9682869-b526-4b6d-8301-b00acddeffaf" providerId="AD" clId="Web-{EF6C39F1-0CAF-704F-89DF-35BA24DF4C67}" dt="2025-02-18T12:20:04.461" v="3"/>
        <pc:sldMkLst>
          <pc:docMk/>
          <pc:sldMk cId="3194772664" sldId="298"/>
        </pc:sldMkLst>
        <pc:spChg chg="mod">
          <ac:chgData name="Gaspar Alfaro García" userId="S::gaspar.alfaro@urjc.es::b9682869-b526-4b6d-8301-b00acddeffaf" providerId="AD" clId="Web-{EF6C39F1-0CAF-704F-89DF-35BA24DF4C67}" dt="2025-02-18T12:20:04.461" v="3"/>
          <ac:spMkLst>
            <pc:docMk/>
            <pc:sldMk cId="3194772664" sldId="298"/>
            <ac:spMk id="44" creationId="{17A862A6-F4DC-B287-52EC-3EBED75526D1}"/>
          </ac:spMkLst>
        </pc:spChg>
      </pc:sldChg>
    </pc:docChg>
  </pc:docChgLst>
  <pc:docChgLst>
    <pc:chgData name="Gaspar Alfaro García" userId="b9682869-b526-4b6d-8301-b00acddeffaf" providerId="ADAL" clId="{9F16C0B6-1760-4BCA-8131-AB4CDB426109}"/>
    <pc:docChg chg="undo redo custSel addSld delSld modSld sldOrd">
      <pc:chgData name="Gaspar Alfaro García" userId="b9682869-b526-4b6d-8301-b00acddeffaf" providerId="ADAL" clId="{9F16C0B6-1760-4BCA-8131-AB4CDB426109}" dt="2025-02-19T19:44:39.908" v="2924" actId="27107"/>
      <pc:docMkLst>
        <pc:docMk/>
      </pc:docMkLst>
      <pc:sldChg chg="modSp mod">
        <pc:chgData name="Gaspar Alfaro García" userId="b9682869-b526-4b6d-8301-b00acddeffaf" providerId="ADAL" clId="{9F16C0B6-1760-4BCA-8131-AB4CDB426109}" dt="2025-02-18T17:59:53.852" v="167" actId="207"/>
        <pc:sldMkLst>
          <pc:docMk/>
          <pc:sldMk cId="2131548891" sldId="257"/>
        </pc:sldMkLst>
        <pc:spChg chg="mod">
          <ac:chgData name="Gaspar Alfaro García" userId="b9682869-b526-4b6d-8301-b00acddeffaf" providerId="ADAL" clId="{9F16C0B6-1760-4BCA-8131-AB4CDB426109}" dt="2025-02-18T17:59:53.852" v="167" actId="207"/>
          <ac:spMkLst>
            <pc:docMk/>
            <pc:sldMk cId="2131548891" sldId="257"/>
            <ac:spMk id="5" creationId="{B3748729-50C7-8599-6D3C-E12C17D6E64E}"/>
          </ac:spMkLst>
        </pc:spChg>
      </pc:sldChg>
      <pc:sldChg chg="modSp mod">
        <pc:chgData name="Gaspar Alfaro García" userId="b9682869-b526-4b6d-8301-b00acddeffaf" providerId="ADAL" clId="{9F16C0B6-1760-4BCA-8131-AB4CDB426109}" dt="2025-02-19T10:51:43.479" v="599" actId="20577"/>
        <pc:sldMkLst>
          <pc:docMk/>
          <pc:sldMk cId="657484191" sldId="259"/>
        </pc:sldMkLst>
        <pc:spChg chg="mod">
          <ac:chgData name="Gaspar Alfaro García" userId="b9682869-b526-4b6d-8301-b00acddeffaf" providerId="ADAL" clId="{9F16C0B6-1760-4BCA-8131-AB4CDB426109}" dt="2025-02-19T10:51:43.479" v="599" actId="20577"/>
          <ac:spMkLst>
            <pc:docMk/>
            <pc:sldMk cId="657484191" sldId="259"/>
            <ac:spMk id="6" creationId="{091CEA0D-6DCE-E46A-020C-2CC53C2446B4}"/>
          </ac:spMkLst>
        </pc:spChg>
      </pc:sldChg>
      <pc:sldChg chg="modSp mod">
        <pc:chgData name="Gaspar Alfaro García" userId="b9682869-b526-4b6d-8301-b00acddeffaf" providerId="ADAL" clId="{9F16C0B6-1760-4BCA-8131-AB4CDB426109}" dt="2025-02-19T16:37:35.510" v="1942" actId="20577"/>
        <pc:sldMkLst>
          <pc:docMk/>
          <pc:sldMk cId="3851960945" sldId="260"/>
        </pc:sldMkLst>
        <pc:spChg chg="mod">
          <ac:chgData name="Gaspar Alfaro García" userId="b9682869-b526-4b6d-8301-b00acddeffaf" providerId="ADAL" clId="{9F16C0B6-1760-4BCA-8131-AB4CDB426109}" dt="2025-02-19T16:37:35.510" v="1942" actId="20577"/>
          <ac:spMkLst>
            <pc:docMk/>
            <pc:sldMk cId="3851960945" sldId="260"/>
            <ac:spMk id="6" creationId="{26611D0D-85B1-F0D6-BE41-F9EA0F9D08DF}"/>
          </ac:spMkLst>
        </pc:spChg>
      </pc:sldChg>
      <pc:sldChg chg="modSp mod">
        <pc:chgData name="Gaspar Alfaro García" userId="b9682869-b526-4b6d-8301-b00acddeffaf" providerId="ADAL" clId="{9F16C0B6-1760-4BCA-8131-AB4CDB426109}" dt="2025-02-19T19:10:11.052" v="2290"/>
        <pc:sldMkLst>
          <pc:docMk/>
          <pc:sldMk cId="117828384" sldId="261"/>
        </pc:sldMkLst>
        <pc:spChg chg="mod">
          <ac:chgData name="Gaspar Alfaro García" userId="b9682869-b526-4b6d-8301-b00acddeffaf" providerId="ADAL" clId="{9F16C0B6-1760-4BCA-8131-AB4CDB426109}" dt="2025-02-19T19:10:11.052" v="2290"/>
          <ac:spMkLst>
            <pc:docMk/>
            <pc:sldMk cId="117828384" sldId="261"/>
            <ac:spMk id="6" creationId="{0F9522B5-9B85-AAB3-B744-B64B4D04B8C5}"/>
          </ac:spMkLst>
        </pc:spChg>
      </pc:sldChg>
      <pc:sldChg chg="modSp mod">
        <pc:chgData name="Gaspar Alfaro García" userId="b9682869-b526-4b6d-8301-b00acddeffaf" providerId="ADAL" clId="{9F16C0B6-1760-4BCA-8131-AB4CDB426109}" dt="2025-02-18T17:59:23.365" v="165" actId="207"/>
        <pc:sldMkLst>
          <pc:docMk/>
          <pc:sldMk cId="977630001" sldId="262"/>
        </pc:sldMkLst>
        <pc:spChg chg="mod">
          <ac:chgData name="Gaspar Alfaro García" userId="b9682869-b526-4b6d-8301-b00acddeffaf" providerId="ADAL" clId="{9F16C0B6-1760-4BCA-8131-AB4CDB426109}" dt="2025-02-18T17:59:23.365" v="165" actId="207"/>
          <ac:spMkLst>
            <pc:docMk/>
            <pc:sldMk cId="977630001" sldId="262"/>
            <ac:spMk id="2" creationId="{B88D1E6B-C5F8-258C-101F-DC0CBBAFA602}"/>
          </ac:spMkLst>
        </pc:spChg>
      </pc:sldChg>
      <pc:sldChg chg="addSp delSp modSp mod">
        <pc:chgData name="Gaspar Alfaro García" userId="b9682869-b526-4b6d-8301-b00acddeffaf" providerId="ADAL" clId="{9F16C0B6-1760-4BCA-8131-AB4CDB426109}" dt="2025-02-19T09:42:08.503" v="480" actId="404"/>
        <pc:sldMkLst>
          <pc:docMk/>
          <pc:sldMk cId="3389424709" sldId="263"/>
        </pc:sldMkLst>
        <pc:spChg chg="mod">
          <ac:chgData name="Gaspar Alfaro García" userId="b9682869-b526-4b6d-8301-b00acddeffaf" providerId="ADAL" clId="{9F16C0B6-1760-4BCA-8131-AB4CDB426109}" dt="2025-02-19T09:42:08.503" v="480" actId="404"/>
          <ac:spMkLst>
            <pc:docMk/>
            <pc:sldMk cId="3389424709" sldId="263"/>
            <ac:spMk id="2" creationId="{9F92BCE5-4796-BA4C-1555-BA6A58204DD4}"/>
          </ac:spMkLst>
        </pc:spChg>
        <pc:spChg chg="add mod">
          <ac:chgData name="Gaspar Alfaro García" userId="b9682869-b526-4b6d-8301-b00acddeffaf" providerId="ADAL" clId="{9F16C0B6-1760-4BCA-8131-AB4CDB426109}" dt="2025-02-19T09:32:06.061" v="412"/>
          <ac:spMkLst>
            <pc:docMk/>
            <pc:sldMk cId="3389424709" sldId="263"/>
            <ac:spMk id="3" creationId="{57008222-1087-24D2-A419-E4BB6F741719}"/>
          </ac:spMkLst>
        </pc:spChg>
        <pc:spChg chg="add mod">
          <ac:chgData name="Gaspar Alfaro García" userId="b9682869-b526-4b6d-8301-b00acddeffaf" providerId="ADAL" clId="{9F16C0B6-1760-4BCA-8131-AB4CDB426109}" dt="2025-02-19T09:32:06.061" v="412"/>
          <ac:spMkLst>
            <pc:docMk/>
            <pc:sldMk cId="3389424709" sldId="263"/>
            <ac:spMk id="5" creationId="{C2881D0E-C9D7-4E69-8E14-53E5BFDCF07F}"/>
          </ac:spMkLst>
        </pc:spChg>
        <pc:spChg chg="add mod">
          <ac:chgData name="Gaspar Alfaro García" userId="b9682869-b526-4b6d-8301-b00acddeffaf" providerId="ADAL" clId="{9F16C0B6-1760-4BCA-8131-AB4CDB426109}" dt="2025-02-19T09:33:23.164" v="421" actId="1076"/>
          <ac:spMkLst>
            <pc:docMk/>
            <pc:sldMk cId="3389424709" sldId="263"/>
            <ac:spMk id="6" creationId="{FFAEAD24-C4E3-D910-38EE-AD171D6DEC3E}"/>
          </ac:spMkLst>
        </pc:spChg>
        <pc:spChg chg="add mod">
          <ac:chgData name="Gaspar Alfaro García" userId="b9682869-b526-4b6d-8301-b00acddeffaf" providerId="ADAL" clId="{9F16C0B6-1760-4BCA-8131-AB4CDB426109}" dt="2025-02-19T09:33:23.164" v="421" actId="1076"/>
          <ac:spMkLst>
            <pc:docMk/>
            <pc:sldMk cId="3389424709" sldId="263"/>
            <ac:spMk id="7" creationId="{F83CAE53-FC02-0DB8-14BF-D52001FA0968}"/>
          </ac:spMkLst>
        </pc:spChg>
        <pc:spChg chg="add mod">
          <ac:chgData name="Gaspar Alfaro García" userId="b9682869-b526-4b6d-8301-b00acddeffaf" providerId="ADAL" clId="{9F16C0B6-1760-4BCA-8131-AB4CDB426109}" dt="2025-02-19T09:33:23.164" v="421" actId="1076"/>
          <ac:spMkLst>
            <pc:docMk/>
            <pc:sldMk cId="3389424709" sldId="263"/>
            <ac:spMk id="8" creationId="{93E57297-EA11-0685-E9E8-67CDB503653C}"/>
          </ac:spMkLst>
        </pc:spChg>
        <pc:spChg chg="add del mod">
          <ac:chgData name="Gaspar Alfaro García" userId="b9682869-b526-4b6d-8301-b00acddeffaf" providerId="ADAL" clId="{9F16C0B6-1760-4BCA-8131-AB4CDB426109}" dt="2025-02-19T09:32:48.541" v="417" actId="478"/>
          <ac:spMkLst>
            <pc:docMk/>
            <pc:sldMk cId="3389424709" sldId="263"/>
            <ac:spMk id="9" creationId="{81016191-7D90-0D92-A45A-460E44C3DFCA}"/>
          </ac:spMkLst>
        </pc:spChg>
        <pc:spChg chg="add del mod">
          <ac:chgData name="Gaspar Alfaro García" userId="b9682869-b526-4b6d-8301-b00acddeffaf" providerId="ADAL" clId="{9F16C0B6-1760-4BCA-8131-AB4CDB426109}" dt="2025-02-19T09:32:48.541" v="417" actId="478"/>
          <ac:spMkLst>
            <pc:docMk/>
            <pc:sldMk cId="3389424709" sldId="263"/>
            <ac:spMk id="10" creationId="{976770B0-4DA4-E2C0-1FC2-C2A2E6D4DEB2}"/>
          </ac:spMkLst>
        </pc:spChg>
        <pc:spChg chg="add del mod">
          <ac:chgData name="Gaspar Alfaro García" userId="b9682869-b526-4b6d-8301-b00acddeffaf" providerId="ADAL" clId="{9F16C0B6-1760-4BCA-8131-AB4CDB426109}" dt="2025-02-19T09:32:48.541" v="417" actId="478"/>
          <ac:spMkLst>
            <pc:docMk/>
            <pc:sldMk cId="3389424709" sldId="263"/>
            <ac:spMk id="11" creationId="{58D33EF7-E3C3-20CF-AB38-6FE2946A6D0E}"/>
          </ac:spMkLst>
        </pc:spChg>
        <pc:spChg chg="add mod">
          <ac:chgData name="Gaspar Alfaro García" userId="b9682869-b526-4b6d-8301-b00acddeffaf" providerId="ADAL" clId="{9F16C0B6-1760-4BCA-8131-AB4CDB426109}" dt="2025-02-19T09:35:22.842" v="450" actId="1076"/>
          <ac:spMkLst>
            <pc:docMk/>
            <pc:sldMk cId="3389424709" sldId="263"/>
            <ac:spMk id="12" creationId="{299AD373-E30C-2B81-B853-FFA3E9D40944}"/>
          </ac:spMkLst>
        </pc:spChg>
        <pc:spChg chg="add mod">
          <ac:chgData name="Gaspar Alfaro García" userId="b9682869-b526-4b6d-8301-b00acddeffaf" providerId="ADAL" clId="{9F16C0B6-1760-4BCA-8131-AB4CDB426109}" dt="2025-02-19T09:35:22.842" v="450" actId="1076"/>
          <ac:spMkLst>
            <pc:docMk/>
            <pc:sldMk cId="3389424709" sldId="263"/>
            <ac:spMk id="13" creationId="{1EE9AF69-A54F-5821-D641-880AE87A4906}"/>
          </ac:spMkLst>
        </pc:spChg>
        <pc:spChg chg="add mod">
          <ac:chgData name="Gaspar Alfaro García" userId="b9682869-b526-4b6d-8301-b00acddeffaf" providerId="ADAL" clId="{9F16C0B6-1760-4BCA-8131-AB4CDB426109}" dt="2025-02-19T09:35:22.842" v="450" actId="1076"/>
          <ac:spMkLst>
            <pc:docMk/>
            <pc:sldMk cId="3389424709" sldId="263"/>
            <ac:spMk id="14" creationId="{DBCCABD7-3EDF-5494-1F8F-F4AFEB18BB11}"/>
          </ac:spMkLst>
        </pc:spChg>
        <pc:spChg chg="add mod">
          <ac:chgData name="Gaspar Alfaro García" userId="b9682869-b526-4b6d-8301-b00acddeffaf" providerId="ADAL" clId="{9F16C0B6-1760-4BCA-8131-AB4CDB426109}" dt="2025-02-19T09:35:28.602" v="451" actId="1076"/>
          <ac:spMkLst>
            <pc:docMk/>
            <pc:sldMk cId="3389424709" sldId="263"/>
            <ac:spMk id="15" creationId="{E97283B4-715F-C4B3-C7A4-12455111DBE0}"/>
          </ac:spMkLst>
        </pc:spChg>
        <pc:spChg chg="add mod">
          <ac:chgData name="Gaspar Alfaro García" userId="b9682869-b526-4b6d-8301-b00acddeffaf" providerId="ADAL" clId="{9F16C0B6-1760-4BCA-8131-AB4CDB426109}" dt="2025-02-19T09:35:28.602" v="451" actId="1076"/>
          <ac:spMkLst>
            <pc:docMk/>
            <pc:sldMk cId="3389424709" sldId="263"/>
            <ac:spMk id="16" creationId="{9F94777F-0546-8D30-664C-484DFDE68F0A}"/>
          </ac:spMkLst>
        </pc:spChg>
        <pc:spChg chg="add mod">
          <ac:chgData name="Gaspar Alfaro García" userId="b9682869-b526-4b6d-8301-b00acddeffaf" providerId="ADAL" clId="{9F16C0B6-1760-4BCA-8131-AB4CDB426109}" dt="2025-02-19T09:35:28.602" v="451" actId="1076"/>
          <ac:spMkLst>
            <pc:docMk/>
            <pc:sldMk cId="3389424709" sldId="263"/>
            <ac:spMk id="17" creationId="{CF83D416-5244-0EB8-D5F0-E7A42B15816E}"/>
          </ac:spMkLst>
        </pc:spChg>
        <pc:spChg chg="add mod">
          <ac:chgData name="Gaspar Alfaro García" userId="b9682869-b526-4b6d-8301-b00acddeffaf" providerId="ADAL" clId="{9F16C0B6-1760-4BCA-8131-AB4CDB426109}" dt="2025-02-19T09:34:14.015" v="438" actId="1076"/>
          <ac:spMkLst>
            <pc:docMk/>
            <pc:sldMk cId="3389424709" sldId="263"/>
            <ac:spMk id="18" creationId="{A1BB5016-CAED-F645-4B84-B7A3AC04ED8A}"/>
          </ac:spMkLst>
        </pc:spChg>
        <pc:spChg chg="add mod">
          <ac:chgData name="Gaspar Alfaro García" userId="b9682869-b526-4b6d-8301-b00acddeffaf" providerId="ADAL" clId="{9F16C0B6-1760-4BCA-8131-AB4CDB426109}" dt="2025-02-19T09:34:14.015" v="438" actId="1076"/>
          <ac:spMkLst>
            <pc:docMk/>
            <pc:sldMk cId="3389424709" sldId="263"/>
            <ac:spMk id="19" creationId="{00B5A258-9F9F-E02B-49AF-64E4545B3F4A}"/>
          </ac:spMkLst>
        </pc:spChg>
        <pc:spChg chg="add mod">
          <ac:chgData name="Gaspar Alfaro García" userId="b9682869-b526-4b6d-8301-b00acddeffaf" providerId="ADAL" clId="{9F16C0B6-1760-4BCA-8131-AB4CDB426109}" dt="2025-02-19T09:34:14.015" v="438" actId="1076"/>
          <ac:spMkLst>
            <pc:docMk/>
            <pc:sldMk cId="3389424709" sldId="263"/>
            <ac:spMk id="20" creationId="{9CDAB24B-E2EF-F011-2EBC-8F4B7E767433}"/>
          </ac:spMkLst>
        </pc:spChg>
        <pc:spChg chg="add mod">
          <ac:chgData name="Gaspar Alfaro García" userId="b9682869-b526-4b6d-8301-b00acddeffaf" providerId="ADAL" clId="{9F16C0B6-1760-4BCA-8131-AB4CDB426109}" dt="2025-02-19T09:34:26.158" v="439" actId="1076"/>
          <ac:spMkLst>
            <pc:docMk/>
            <pc:sldMk cId="3389424709" sldId="263"/>
            <ac:spMk id="21" creationId="{A13A7B3A-53FD-BFBB-F215-E2B30818BA62}"/>
          </ac:spMkLst>
        </pc:spChg>
        <pc:spChg chg="add mod">
          <ac:chgData name="Gaspar Alfaro García" userId="b9682869-b526-4b6d-8301-b00acddeffaf" providerId="ADAL" clId="{9F16C0B6-1760-4BCA-8131-AB4CDB426109}" dt="2025-02-19T09:34:26.158" v="439" actId="1076"/>
          <ac:spMkLst>
            <pc:docMk/>
            <pc:sldMk cId="3389424709" sldId="263"/>
            <ac:spMk id="22" creationId="{8A588AA6-65E8-F7D7-56BB-0F72CEA440D6}"/>
          </ac:spMkLst>
        </pc:spChg>
        <pc:spChg chg="add mod">
          <ac:chgData name="Gaspar Alfaro García" userId="b9682869-b526-4b6d-8301-b00acddeffaf" providerId="ADAL" clId="{9F16C0B6-1760-4BCA-8131-AB4CDB426109}" dt="2025-02-19T09:34:26.158" v="439" actId="1076"/>
          <ac:spMkLst>
            <pc:docMk/>
            <pc:sldMk cId="3389424709" sldId="263"/>
            <ac:spMk id="23" creationId="{87EA5A64-9E5D-C03B-9212-B84AC218EF1E}"/>
          </ac:spMkLst>
        </pc:spChg>
        <pc:spChg chg="add mod">
          <ac:chgData name="Gaspar Alfaro García" userId="b9682869-b526-4b6d-8301-b00acddeffaf" providerId="ADAL" clId="{9F16C0B6-1760-4BCA-8131-AB4CDB426109}" dt="2025-02-19T09:33:55.263" v="435" actId="571"/>
          <ac:spMkLst>
            <pc:docMk/>
            <pc:sldMk cId="3389424709" sldId="263"/>
            <ac:spMk id="24" creationId="{39D0397B-6A55-6F76-B633-CEA3476500D0}"/>
          </ac:spMkLst>
        </pc:spChg>
        <pc:spChg chg="add mod">
          <ac:chgData name="Gaspar Alfaro García" userId="b9682869-b526-4b6d-8301-b00acddeffaf" providerId="ADAL" clId="{9F16C0B6-1760-4BCA-8131-AB4CDB426109}" dt="2025-02-19T09:33:55.263" v="435" actId="571"/>
          <ac:spMkLst>
            <pc:docMk/>
            <pc:sldMk cId="3389424709" sldId="263"/>
            <ac:spMk id="25" creationId="{7ECBEC96-EA30-9220-1F3B-921DCA31E619}"/>
          </ac:spMkLst>
        </pc:spChg>
        <pc:spChg chg="add mod">
          <ac:chgData name="Gaspar Alfaro García" userId="b9682869-b526-4b6d-8301-b00acddeffaf" providerId="ADAL" clId="{9F16C0B6-1760-4BCA-8131-AB4CDB426109}" dt="2025-02-19T09:33:55.263" v="435" actId="571"/>
          <ac:spMkLst>
            <pc:docMk/>
            <pc:sldMk cId="3389424709" sldId="263"/>
            <ac:spMk id="26" creationId="{89DF4EC8-4310-B22C-E391-4B6E39056875}"/>
          </ac:spMkLst>
        </pc:spChg>
        <pc:spChg chg="add mod">
          <ac:chgData name="Gaspar Alfaro García" userId="b9682869-b526-4b6d-8301-b00acddeffaf" providerId="ADAL" clId="{9F16C0B6-1760-4BCA-8131-AB4CDB426109}" dt="2025-02-19T09:33:53.736" v="434" actId="1076"/>
          <ac:spMkLst>
            <pc:docMk/>
            <pc:sldMk cId="3389424709" sldId="263"/>
            <ac:spMk id="27" creationId="{91B09ACD-B897-5150-F9EE-5F45AAD27A8F}"/>
          </ac:spMkLst>
        </pc:spChg>
        <pc:spChg chg="add mod">
          <ac:chgData name="Gaspar Alfaro García" userId="b9682869-b526-4b6d-8301-b00acddeffaf" providerId="ADAL" clId="{9F16C0B6-1760-4BCA-8131-AB4CDB426109}" dt="2025-02-19T09:33:53.736" v="434" actId="1076"/>
          <ac:spMkLst>
            <pc:docMk/>
            <pc:sldMk cId="3389424709" sldId="263"/>
            <ac:spMk id="28" creationId="{2F108851-0199-8616-CA6F-F061FFF48D33}"/>
          </ac:spMkLst>
        </pc:spChg>
        <pc:spChg chg="add mod">
          <ac:chgData name="Gaspar Alfaro García" userId="b9682869-b526-4b6d-8301-b00acddeffaf" providerId="ADAL" clId="{9F16C0B6-1760-4BCA-8131-AB4CDB426109}" dt="2025-02-19T09:33:53.736" v="434" actId="1076"/>
          <ac:spMkLst>
            <pc:docMk/>
            <pc:sldMk cId="3389424709" sldId="263"/>
            <ac:spMk id="29" creationId="{1BC25329-90A0-5296-B0B8-32770D0DF308}"/>
          </ac:spMkLst>
        </pc:spChg>
        <pc:spChg chg="add mod">
          <ac:chgData name="Gaspar Alfaro García" userId="b9682869-b526-4b6d-8301-b00acddeffaf" providerId="ADAL" clId="{9F16C0B6-1760-4BCA-8131-AB4CDB426109}" dt="2025-02-19T09:34:31.730" v="441" actId="571"/>
          <ac:spMkLst>
            <pc:docMk/>
            <pc:sldMk cId="3389424709" sldId="263"/>
            <ac:spMk id="30" creationId="{D4510D7B-1344-C970-0C75-4C71D7EF5B5E}"/>
          </ac:spMkLst>
        </pc:spChg>
        <pc:spChg chg="add mod">
          <ac:chgData name="Gaspar Alfaro García" userId="b9682869-b526-4b6d-8301-b00acddeffaf" providerId="ADAL" clId="{9F16C0B6-1760-4BCA-8131-AB4CDB426109}" dt="2025-02-19T09:34:31.730" v="441" actId="571"/>
          <ac:spMkLst>
            <pc:docMk/>
            <pc:sldMk cId="3389424709" sldId="263"/>
            <ac:spMk id="31" creationId="{2B7D012C-147F-D0A7-CFDC-0589EC52123E}"/>
          </ac:spMkLst>
        </pc:spChg>
        <pc:spChg chg="add mod">
          <ac:chgData name="Gaspar Alfaro García" userId="b9682869-b526-4b6d-8301-b00acddeffaf" providerId="ADAL" clId="{9F16C0B6-1760-4BCA-8131-AB4CDB426109}" dt="2025-02-19T09:34:31.730" v="441" actId="571"/>
          <ac:spMkLst>
            <pc:docMk/>
            <pc:sldMk cId="3389424709" sldId="263"/>
            <ac:spMk id="32" creationId="{03DD8A50-D50F-68E4-F069-40FA2F73BFFE}"/>
          </ac:spMkLst>
        </pc:spChg>
        <pc:spChg chg="add mod">
          <ac:chgData name="Gaspar Alfaro García" userId="b9682869-b526-4b6d-8301-b00acddeffaf" providerId="ADAL" clId="{9F16C0B6-1760-4BCA-8131-AB4CDB426109}" dt="2025-02-19T09:35:33.128" v="452" actId="1076"/>
          <ac:spMkLst>
            <pc:docMk/>
            <pc:sldMk cId="3389424709" sldId="263"/>
            <ac:spMk id="33" creationId="{57C81F60-49A2-B163-9311-381219324612}"/>
          </ac:spMkLst>
        </pc:spChg>
        <pc:spChg chg="add mod">
          <ac:chgData name="Gaspar Alfaro García" userId="b9682869-b526-4b6d-8301-b00acddeffaf" providerId="ADAL" clId="{9F16C0B6-1760-4BCA-8131-AB4CDB426109}" dt="2025-02-19T09:35:33.128" v="452" actId="1076"/>
          <ac:spMkLst>
            <pc:docMk/>
            <pc:sldMk cId="3389424709" sldId="263"/>
            <ac:spMk id="34" creationId="{216AAE06-C333-DA6C-F3EB-5AFB62EF7E11}"/>
          </ac:spMkLst>
        </pc:spChg>
        <pc:spChg chg="add mod">
          <ac:chgData name="Gaspar Alfaro García" userId="b9682869-b526-4b6d-8301-b00acddeffaf" providerId="ADAL" clId="{9F16C0B6-1760-4BCA-8131-AB4CDB426109}" dt="2025-02-19T09:35:33.128" v="452" actId="1076"/>
          <ac:spMkLst>
            <pc:docMk/>
            <pc:sldMk cId="3389424709" sldId="263"/>
            <ac:spMk id="35" creationId="{4121A86C-2274-3EC3-EF40-7C4DCEFCFD92}"/>
          </ac:spMkLst>
        </pc:spChg>
        <pc:spChg chg="add mod">
          <ac:chgData name="Gaspar Alfaro García" userId="b9682869-b526-4b6d-8301-b00acddeffaf" providerId="ADAL" clId="{9F16C0B6-1760-4BCA-8131-AB4CDB426109}" dt="2025-02-19T09:34:45.442" v="445" actId="571"/>
          <ac:spMkLst>
            <pc:docMk/>
            <pc:sldMk cId="3389424709" sldId="263"/>
            <ac:spMk id="36" creationId="{1DC4B018-058A-0995-87BD-D8F9EA24AD79}"/>
          </ac:spMkLst>
        </pc:spChg>
        <pc:spChg chg="add mod">
          <ac:chgData name="Gaspar Alfaro García" userId="b9682869-b526-4b6d-8301-b00acddeffaf" providerId="ADAL" clId="{9F16C0B6-1760-4BCA-8131-AB4CDB426109}" dt="2025-02-19T09:34:45.442" v="445" actId="571"/>
          <ac:spMkLst>
            <pc:docMk/>
            <pc:sldMk cId="3389424709" sldId="263"/>
            <ac:spMk id="37" creationId="{F776512B-AFDA-7F33-E6AC-B010E1CFD93D}"/>
          </ac:spMkLst>
        </pc:spChg>
        <pc:spChg chg="add mod">
          <ac:chgData name="Gaspar Alfaro García" userId="b9682869-b526-4b6d-8301-b00acddeffaf" providerId="ADAL" clId="{9F16C0B6-1760-4BCA-8131-AB4CDB426109}" dt="2025-02-19T09:34:45.442" v="445" actId="571"/>
          <ac:spMkLst>
            <pc:docMk/>
            <pc:sldMk cId="3389424709" sldId="263"/>
            <ac:spMk id="38" creationId="{38F03188-7AEE-827A-3372-4D83D8542648}"/>
          </ac:spMkLst>
        </pc:spChg>
        <pc:spChg chg="add mod">
          <ac:chgData name="Gaspar Alfaro García" userId="b9682869-b526-4b6d-8301-b00acddeffaf" providerId="ADAL" clId="{9F16C0B6-1760-4BCA-8131-AB4CDB426109}" dt="2025-02-19T09:34:43.443" v="444"/>
          <ac:spMkLst>
            <pc:docMk/>
            <pc:sldMk cId="3389424709" sldId="263"/>
            <ac:spMk id="39" creationId="{035C2EE9-602E-83FD-02FD-3069BC8B4860}"/>
          </ac:spMkLst>
        </pc:spChg>
        <pc:spChg chg="add mod">
          <ac:chgData name="Gaspar Alfaro García" userId="b9682869-b526-4b6d-8301-b00acddeffaf" providerId="ADAL" clId="{9F16C0B6-1760-4BCA-8131-AB4CDB426109}" dt="2025-02-19T09:34:43.443" v="444"/>
          <ac:spMkLst>
            <pc:docMk/>
            <pc:sldMk cId="3389424709" sldId="263"/>
            <ac:spMk id="40" creationId="{6D840D58-EE9D-39D2-703F-6101B0AE0BE2}"/>
          </ac:spMkLst>
        </pc:spChg>
        <pc:spChg chg="add mod">
          <ac:chgData name="Gaspar Alfaro García" userId="b9682869-b526-4b6d-8301-b00acddeffaf" providerId="ADAL" clId="{9F16C0B6-1760-4BCA-8131-AB4CDB426109}" dt="2025-02-19T09:34:43.443" v="444"/>
          <ac:spMkLst>
            <pc:docMk/>
            <pc:sldMk cId="3389424709" sldId="263"/>
            <ac:spMk id="41" creationId="{C967401A-A674-656E-F875-6EB21EE342DE}"/>
          </ac:spMkLst>
        </pc:spChg>
        <pc:spChg chg="add mod">
          <ac:chgData name="Gaspar Alfaro García" userId="b9682869-b526-4b6d-8301-b00acddeffaf" providerId="ADAL" clId="{9F16C0B6-1760-4BCA-8131-AB4CDB426109}" dt="2025-02-19T09:34:46.807" v="446"/>
          <ac:spMkLst>
            <pc:docMk/>
            <pc:sldMk cId="3389424709" sldId="263"/>
            <ac:spMk id="42" creationId="{67C3043D-2E68-BF63-6FDD-9D237B014E12}"/>
          </ac:spMkLst>
        </pc:spChg>
        <pc:spChg chg="add mod">
          <ac:chgData name="Gaspar Alfaro García" userId="b9682869-b526-4b6d-8301-b00acddeffaf" providerId="ADAL" clId="{9F16C0B6-1760-4BCA-8131-AB4CDB426109}" dt="2025-02-19T09:34:46.807" v="446"/>
          <ac:spMkLst>
            <pc:docMk/>
            <pc:sldMk cId="3389424709" sldId="263"/>
            <ac:spMk id="43" creationId="{8B8F35CB-5D46-A473-3302-E42BFD4A4634}"/>
          </ac:spMkLst>
        </pc:spChg>
        <pc:spChg chg="add mod">
          <ac:chgData name="Gaspar Alfaro García" userId="b9682869-b526-4b6d-8301-b00acddeffaf" providerId="ADAL" clId="{9F16C0B6-1760-4BCA-8131-AB4CDB426109}" dt="2025-02-19T09:34:46.807" v="446"/>
          <ac:spMkLst>
            <pc:docMk/>
            <pc:sldMk cId="3389424709" sldId="263"/>
            <ac:spMk id="44" creationId="{A37E8182-396C-327B-466B-13D1CCD65F88}"/>
          </ac:spMkLst>
        </pc:spChg>
        <pc:spChg chg="add mod">
          <ac:chgData name="Gaspar Alfaro García" userId="b9682869-b526-4b6d-8301-b00acddeffaf" providerId="ADAL" clId="{9F16C0B6-1760-4BCA-8131-AB4CDB426109}" dt="2025-02-19T09:35:17.565" v="449" actId="1076"/>
          <ac:spMkLst>
            <pc:docMk/>
            <pc:sldMk cId="3389424709" sldId="263"/>
            <ac:spMk id="45" creationId="{76E30C0B-1C1B-44D2-D49E-37F82C0A594E}"/>
          </ac:spMkLst>
        </pc:spChg>
        <pc:spChg chg="add mod">
          <ac:chgData name="Gaspar Alfaro García" userId="b9682869-b526-4b6d-8301-b00acddeffaf" providerId="ADAL" clId="{9F16C0B6-1760-4BCA-8131-AB4CDB426109}" dt="2025-02-19T09:35:17.565" v="449" actId="1076"/>
          <ac:spMkLst>
            <pc:docMk/>
            <pc:sldMk cId="3389424709" sldId="263"/>
            <ac:spMk id="46" creationId="{97605659-071C-7B90-4A2F-883071F87F2D}"/>
          </ac:spMkLst>
        </pc:spChg>
        <pc:spChg chg="add mod">
          <ac:chgData name="Gaspar Alfaro García" userId="b9682869-b526-4b6d-8301-b00acddeffaf" providerId="ADAL" clId="{9F16C0B6-1760-4BCA-8131-AB4CDB426109}" dt="2025-02-19T09:35:17.565" v="449" actId="1076"/>
          <ac:spMkLst>
            <pc:docMk/>
            <pc:sldMk cId="3389424709" sldId="263"/>
            <ac:spMk id="47" creationId="{2DBD51CB-092E-23C1-4FFB-9FBA0BDC39D7}"/>
          </ac:spMkLst>
        </pc:spChg>
        <pc:spChg chg="add mod">
          <ac:chgData name="Gaspar Alfaro García" userId="b9682869-b526-4b6d-8301-b00acddeffaf" providerId="ADAL" clId="{9F16C0B6-1760-4BCA-8131-AB4CDB426109}" dt="2025-02-19T09:35:51.507" v="455" actId="1076"/>
          <ac:spMkLst>
            <pc:docMk/>
            <pc:sldMk cId="3389424709" sldId="263"/>
            <ac:spMk id="48" creationId="{E1258129-ABB5-0B8B-9D6E-86D2AAEC99B2}"/>
          </ac:spMkLst>
        </pc:spChg>
        <pc:spChg chg="add mod">
          <ac:chgData name="Gaspar Alfaro García" userId="b9682869-b526-4b6d-8301-b00acddeffaf" providerId="ADAL" clId="{9F16C0B6-1760-4BCA-8131-AB4CDB426109}" dt="2025-02-19T09:35:51.507" v="455" actId="1076"/>
          <ac:spMkLst>
            <pc:docMk/>
            <pc:sldMk cId="3389424709" sldId="263"/>
            <ac:spMk id="49" creationId="{B22DDD85-64CE-274B-C06D-97EEC791D953}"/>
          </ac:spMkLst>
        </pc:spChg>
        <pc:spChg chg="add mod">
          <ac:chgData name="Gaspar Alfaro García" userId="b9682869-b526-4b6d-8301-b00acddeffaf" providerId="ADAL" clId="{9F16C0B6-1760-4BCA-8131-AB4CDB426109}" dt="2025-02-19T09:35:51.507" v="455" actId="1076"/>
          <ac:spMkLst>
            <pc:docMk/>
            <pc:sldMk cId="3389424709" sldId="263"/>
            <ac:spMk id="50" creationId="{D08A8F85-665B-6E01-645F-29723708917D}"/>
          </ac:spMkLst>
        </pc:spChg>
        <pc:spChg chg="add mod">
          <ac:chgData name="Gaspar Alfaro García" userId="b9682869-b526-4b6d-8301-b00acddeffaf" providerId="ADAL" clId="{9F16C0B6-1760-4BCA-8131-AB4CDB426109}" dt="2025-02-19T09:35:56.902" v="457" actId="1076"/>
          <ac:spMkLst>
            <pc:docMk/>
            <pc:sldMk cId="3389424709" sldId="263"/>
            <ac:spMk id="51" creationId="{95A6329E-9AC3-E3D1-6DE4-D37D638066FE}"/>
          </ac:spMkLst>
        </pc:spChg>
        <pc:spChg chg="add mod">
          <ac:chgData name="Gaspar Alfaro García" userId="b9682869-b526-4b6d-8301-b00acddeffaf" providerId="ADAL" clId="{9F16C0B6-1760-4BCA-8131-AB4CDB426109}" dt="2025-02-19T09:35:56.902" v="457" actId="1076"/>
          <ac:spMkLst>
            <pc:docMk/>
            <pc:sldMk cId="3389424709" sldId="263"/>
            <ac:spMk id="52" creationId="{A89EE01B-5900-DD02-80DC-91507CF18B55}"/>
          </ac:spMkLst>
        </pc:spChg>
        <pc:spChg chg="add mod">
          <ac:chgData name="Gaspar Alfaro García" userId="b9682869-b526-4b6d-8301-b00acddeffaf" providerId="ADAL" clId="{9F16C0B6-1760-4BCA-8131-AB4CDB426109}" dt="2025-02-19T09:35:56.902" v="457" actId="1076"/>
          <ac:spMkLst>
            <pc:docMk/>
            <pc:sldMk cId="3389424709" sldId="263"/>
            <ac:spMk id="53" creationId="{106D7672-58C9-9379-1F85-70F1B554BDAE}"/>
          </ac:spMkLst>
        </pc:spChg>
        <pc:spChg chg="add mod">
          <ac:chgData name="Gaspar Alfaro García" userId="b9682869-b526-4b6d-8301-b00acddeffaf" providerId="ADAL" clId="{9F16C0B6-1760-4BCA-8131-AB4CDB426109}" dt="2025-02-19T09:36:08.183" v="459" actId="1076"/>
          <ac:spMkLst>
            <pc:docMk/>
            <pc:sldMk cId="3389424709" sldId="263"/>
            <ac:spMk id="54" creationId="{D563FB82-ECC4-B416-E938-86565848DC12}"/>
          </ac:spMkLst>
        </pc:spChg>
        <pc:spChg chg="add mod">
          <ac:chgData name="Gaspar Alfaro García" userId="b9682869-b526-4b6d-8301-b00acddeffaf" providerId="ADAL" clId="{9F16C0B6-1760-4BCA-8131-AB4CDB426109}" dt="2025-02-19T09:36:08.183" v="459" actId="1076"/>
          <ac:spMkLst>
            <pc:docMk/>
            <pc:sldMk cId="3389424709" sldId="263"/>
            <ac:spMk id="55" creationId="{502833A4-2D6E-78B7-BF3F-354568B76E85}"/>
          </ac:spMkLst>
        </pc:spChg>
        <pc:spChg chg="add mod">
          <ac:chgData name="Gaspar Alfaro García" userId="b9682869-b526-4b6d-8301-b00acddeffaf" providerId="ADAL" clId="{9F16C0B6-1760-4BCA-8131-AB4CDB426109}" dt="2025-02-19T09:36:11.300" v="464" actId="1076"/>
          <ac:spMkLst>
            <pc:docMk/>
            <pc:sldMk cId="3389424709" sldId="263"/>
            <ac:spMk id="56" creationId="{0D72AEC1-FA72-F9EF-A308-680A22894507}"/>
          </ac:spMkLst>
        </pc:spChg>
        <pc:spChg chg="add mod">
          <ac:chgData name="Gaspar Alfaro García" userId="b9682869-b526-4b6d-8301-b00acddeffaf" providerId="ADAL" clId="{9F16C0B6-1760-4BCA-8131-AB4CDB426109}" dt="2025-02-19T09:36:08.571" v="460"/>
          <ac:spMkLst>
            <pc:docMk/>
            <pc:sldMk cId="3389424709" sldId="263"/>
            <ac:spMk id="57" creationId="{12E7455E-49B4-867E-BECF-B446D3330896}"/>
          </ac:spMkLst>
        </pc:spChg>
        <pc:spChg chg="add mod">
          <ac:chgData name="Gaspar Alfaro García" userId="b9682869-b526-4b6d-8301-b00acddeffaf" providerId="ADAL" clId="{9F16C0B6-1760-4BCA-8131-AB4CDB426109}" dt="2025-02-19T09:36:08.571" v="460"/>
          <ac:spMkLst>
            <pc:docMk/>
            <pc:sldMk cId="3389424709" sldId="263"/>
            <ac:spMk id="58" creationId="{1E17392A-29C5-6115-8E41-56245422B2D5}"/>
          </ac:spMkLst>
        </pc:spChg>
        <pc:spChg chg="add mod">
          <ac:chgData name="Gaspar Alfaro García" userId="b9682869-b526-4b6d-8301-b00acddeffaf" providerId="ADAL" clId="{9F16C0B6-1760-4BCA-8131-AB4CDB426109}" dt="2025-02-19T09:36:08.571" v="460"/>
          <ac:spMkLst>
            <pc:docMk/>
            <pc:sldMk cId="3389424709" sldId="263"/>
            <ac:spMk id="59" creationId="{F4D2E50C-61AF-7406-66A9-7B8FE6CD3448}"/>
          </ac:spMkLst>
        </pc:spChg>
        <pc:spChg chg="add mod">
          <ac:chgData name="Gaspar Alfaro García" userId="b9682869-b526-4b6d-8301-b00acddeffaf" providerId="ADAL" clId="{9F16C0B6-1760-4BCA-8131-AB4CDB426109}" dt="2025-02-19T09:36:10.904" v="463" actId="571"/>
          <ac:spMkLst>
            <pc:docMk/>
            <pc:sldMk cId="3389424709" sldId="263"/>
            <ac:spMk id="60" creationId="{C83E4A2C-9E59-C222-877F-5092D658AB85}"/>
          </ac:spMkLst>
        </pc:spChg>
        <pc:spChg chg="add mod">
          <ac:chgData name="Gaspar Alfaro García" userId="b9682869-b526-4b6d-8301-b00acddeffaf" providerId="ADAL" clId="{9F16C0B6-1760-4BCA-8131-AB4CDB426109}" dt="2025-02-19T09:36:26.529" v="466" actId="1076"/>
          <ac:spMkLst>
            <pc:docMk/>
            <pc:sldMk cId="3389424709" sldId="263"/>
            <ac:spMk id="61" creationId="{DDA7CE8A-37A3-6AD3-B6ED-38B4A6C26E0B}"/>
          </ac:spMkLst>
        </pc:spChg>
        <pc:spChg chg="add mod">
          <ac:chgData name="Gaspar Alfaro García" userId="b9682869-b526-4b6d-8301-b00acddeffaf" providerId="ADAL" clId="{9F16C0B6-1760-4BCA-8131-AB4CDB426109}" dt="2025-02-19T09:36:26.529" v="466" actId="1076"/>
          <ac:spMkLst>
            <pc:docMk/>
            <pc:sldMk cId="3389424709" sldId="263"/>
            <ac:spMk id="62" creationId="{891D9316-A84C-39AE-F469-78C7B2E60A02}"/>
          </ac:spMkLst>
        </pc:spChg>
        <pc:spChg chg="add mod">
          <ac:chgData name="Gaspar Alfaro García" userId="b9682869-b526-4b6d-8301-b00acddeffaf" providerId="ADAL" clId="{9F16C0B6-1760-4BCA-8131-AB4CDB426109}" dt="2025-02-19T09:36:26.529" v="466" actId="1076"/>
          <ac:spMkLst>
            <pc:docMk/>
            <pc:sldMk cId="3389424709" sldId="263"/>
            <ac:spMk id="63" creationId="{EE5E0CF2-65F4-1BD3-83B5-56820707BEAC}"/>
          </ac:spMkLst>
        </pc:spChg>
        <pc:spChg chg="add mod">
          <ac:chgData name="Gaspar Alfaro García" userId="b9682869-b526-4b6d-8301-b00acddeffaf" providerId="ADAL" clId="{9F16C0B6-1760-4BCA-8131-AB4CDB426109}" dt="2025-02-19T09:36:29.070" v="467"/>
          <ac:spMkLst>
            <pc:docMk/>
            <pc:sldMk cId="3389424709" sldId="263"/>
            <ac:spMk id="64" creationId="{6BB47E8D-B259-EDD7-24E1-C046EB29F559}"/>
          </ac:spMkLst>
        </pc:spChg>
        <pc:spChg chg="add mod">
          <ac:chgData name="Gaspar Alfaro García" userId="b9682869-b526-4b6d-8301-b00acddeffaf" providerId="ADAL" clId="{9F16C0B6-1760-4BCA-8131-AB4CDB426109}" dt="2025-02-19T09:36:29.070" v="467"/>
          <ac:spMkLst>
            <pc:docMk/>
            <pc:sldMk cId="3389424709" sldId="263"/>
            <ac:spMk id="65" creationId="{3F9AE517-2B38-7DCD-8EE1-02E13283706B}"/>
          </ac:spMkLst>
        </pc:spChg>
        <pc:spChg chg="add mod">
          <ac:chgData name="Gaspar Alfaro García" userId="b9682869-b526-4b6d-8301-b00acddeffaf" providerId="ADAL" clId="{9F16C0B6-1760-4BCA-8131-AB4CDB426109}" dt="2025-02-19T09:36:29.070" v="467"/>
          <ac:spMkLst>
            <pc:docMk/>
            <pc:sldMk cId="3389424709" sldId="263"/>
            <ac:spMk id="66" creationId="{C0FA052F-8D23-4714-EECF-293A6652485D}"/>
          </ac:spMkLst>
        </pc:spChg>
        <pc:spChg chg="add mod">
          <ac:chgData name="Gaspar Alfaro García" userId="b9682869-b526-4b6d-8301-b00acddeffaf" providerId="ADAL" clId="{9F16C0B6-1760-4BCA-8131-AB4CDB426109}" dt="2025-02-19T09:36:43.243" v="469" actId="1076"/>
          <ac:spMkLst>
            <pc:docMk/>
            <pc:sldMk cId="3389424709" sldId="263"/>
            <ac:spMk id="67" creationId="{D8A720D1-A554-A88C-CA29-C81548F61E9F}"/>
          </ac:spMkLst>
        </pc:spChg>
        <pc:spChg chg="add mod">
          <ac:chgData name="Gaspar Alfaro García" userId="b9682869-b526-4b6d-8301-b00acddeffaf" providerId="ADAL" clId="{9F16C0B6-1760-4BCA-8131-AB4CDB426109}" dt="2025-02-19T09:36:43.243" v="469" actId="1076"/>
          <ac:spMkLst>
            <pc:docMk/>
            <pc:sldMk cId="3389424709" sldId="263"/>
            <ac:spMk id="68" creationId="{25657F27-5A4A-8F05-5EFC-61A1FA72CA42}"/>
          </ac:spMkLst>
        </pc:spChg>
        <pc:spChg chg="add mod">
          <ac:chgData name="Gaspar Alfaro García" userId="b9682869-b526-4b6d-8301-b00acddeffaf" providerId="ADAL" clId="{9F16C0B6-1760-4BCA-8131-AB4CDB426109}" dt="2025-02-19T09:36:43.243" v="469" actId="1076"/>
          <ac:spMkLst>
            <pc:docMk/>
            <pc:sldMk cId="3389424709" sldId="263"/>
            <ac:spMk id="69" creationId="{BF9E9456-D74D-5BA4-FFDC-978BEA35FA6C}"/>
          </ac:spMkLst>
        </pc:spChg>
        <pc:spChg chg="add mod">
          <ac:chgData name="Gaspar Alfaro García" userId="b9682869-b526-4b6d-8301-b00acddeffaf" providerId="ADAL" clId="{9F16C0B6-1760-4BCA-8131-AB4CDB426109}" dt="2025-02-19T09:37:09.656" v="471" actId="1076"/>
          <ac:spMkLst>
            <pc:docMk/>
            <pc:sldMk cId="3389424709" sldId="263"/>
            <ac:spMk id="70" creationId="{4DB800ED-0CB9-9068-C238-D53A9045C03F}"/>
          </ac:spMkLst>
        </pc:spChg>
        <pc:spChg chg="add mod">
          <ac:chgData name="Gaspar Alfaro García" userId="b9682869-b526-4b6d-8301-b00acddeffaf" providerId="ADAL" clId="{9F16C0B6-1760-4BCA-8131-AB4CDB426109}" dt="2025-02-19T09:37:09.656" v="471" actId="1076"/>
          <ac:spMkLst>
            <pc:docMk/>
            <pc:sldMk cId="3389424709" sldId="263"/>
            <ac:spMk id="71" creationId="{4E68264F-91D7-C636-44F2-00388113B40C}"/>
          </ac:spMkLst>
        </pc:spChg>
        <pc:spChg chg="add mod">
          <ac:chgData name="Gaspar Alfaro García" userId="b9682869-b526-4b6d-8301-b00acddeffaf" providerId="ADAL" clId="{9F16C0B6-1760-4BCA-8131-AB4CDB426109}" dt="2025-02-19T09:37:09.656" v="471" actId="1076"/>
          <ac:spMkLst>
            <pc:docMk/>
            <pc:sldMk cId="3389424709" sldId="263"/>
            <ac:spMk id="72" creationId="{3CFC014E-9888-23A7-25AE-74E7297EF7A8}"/>
          </ac:spMkLst>
        </pc:spChg>
      </pc:sldChg>
      <pc:sldChg chg="addSp modSp mod">
        <pc:chgData name="Gaspar Alfaro García" userId="b9682869-b526-4b6d-8301-b00acddeffaf" providerId="ADAL" clId="{9F16C0B6-1760-4BCA-8131-AB4CDB426109}" dt="2025-02-19T10:51:20.596" v="597" actId="1076"/>
        <pc:sldMkLst>
          <pc:docMk/>
          <pc:sldMk cId="2890661790" sldId="264"/>
        </pc:sldMkLst>
        <pc:spChg chg="mod">
          <ac:chgData name="Gaspar Alfaro García" userId="b9682869-b526-4b6d-8301-b00acddeffaf" providerId="ADAL" clId="{9F16C0B6-1760-4BCA-8131-AB4CDB426109}" dt="2025-02-19T10:48:52.234" v="590" actId="20577"/>
          <ac:spMkLst>
            <pc:docMk/>
            <pc:sldMk cId="2890661790" sldId="264"/>
            <ac:spMk id="2" creationId="{DF44F10F-9BA7-D2BC-D4F6-676D28C4B621}"/>
          </ac:spMkLst>
        </pc:spChg>
        <pc:picChg chg="add mod">
          <ac:chgData name="Gaspar Alfaro García" userId="b9682869-b526-4b6d-8301-b00acddeffaf" providerId="ADAL" clId="{9F16C0B6-1760-4BCA-8131-AB4CDB426109}" dt="2025-02-19T10:51:20.596" v="597" actId="1076"/>
          <ac:picMkLst>
            <pc:docMk/>
            <pc:sldMk cId="2890661790" sldId="264"/>
            <ac:picMk id="5" creationId="{11462FF4-8D93-6D63-0C20-58CFE65562E2}"/>
          </ac:picMkLst>
        </pc:picChg>
      </pc:sldChg>
      <pc:sldChg chg="addSp delSp modSp mod">
        <pc:chgData name="Gaspar Alfaro García" userId="b9682869-b526-4b6d-8301-b00acddeffaf" providerId="ADAL" clId="{9F16C0B6-1760-4BCA-8131-AB4CDB426109}" dt="2025-02-19T16:23:58.408" v="1472" actId="1076"/>
        <pc:sldMkLst>
          <pc:docMk/>
          <pc:sldMk cId="1062350203" sldId="265"/>
        </pc:sldMkLst>
        <pc:spChg chg="mod">
          <ac:chgData name="Gaspar Alfaro García" userId="b9682869-b526-4b6d-8301-b00acddeffaf" providerId="ADAL" clId="{9F16C0B6-1760-4BCA-8131-AB4CDB426109}" dt="2025-02-19T10:48:46.683" v="589" actId="20577"/>
          <ac:spMkLst>
            <pc:docMk/>
            <pc:sldMk cId="1062350203" sldId="265"/>
            <ac:spMk id="2" creationId="{6FD1A3C1-1E12-6982-C3AC-2A64548BA31D}"/>
          </ac:spMkLst>
        </pc:spChg>
        <pc:picChg chg="add del mod">
          <ac:chgData name="Gaspar Alfaro García" userId="b9682869-b526-4b6d-8301-b00acddeffaf" providerId="ADAL" clId="{9F16C0B6-1760-4BCA-8131-AB4CDB426109}" dt="2025-02-19T16:23:16.919" v="1460" actId="478"/>
          <ac:picMkLst>
            <pc:docMk/>
            <pc:sldMk cId="1062350203" sldId="265"/>
            <ac:picMk id="5" creationId="{4C400EF0-B752-AC3C-45D6-2E10C9BE99D8}"/>
          </ac:picMkLst>
        </pc:picChg>
        <pc:picChg chg="add del mod">
          <ac:chgData name="Gaspar Alfaro García" userId="b9682869-b526-4b6d-8301-b00acddeffaf" providerId="ADAL" clId="{9F16C0B6-1760-4BCA-8131-AB4CDB426109}" dt="2025-02-19T12:16:30.482" v="1182" actId="478"/>
          <ac:picMkLst>
            <pc:docMk/>
            <pc:sldMk cId="1062350203" sldId="265"/>
            <ac:picMk id="7" creationId="{10E1BE18-74DD-4D12-526C-8E64A2ABA75C}"/>
          </ac:picMkLst>
        </pc:picChg>
        <pc:picChg chg="add mod">
          <ac:chgData name="Gaspar Alfaro García" userId="b9682869-b526-4b6d-8301-b00acddeffaf" providerId="ADAL" clId="{9F16C0B6-1760-4BCA-8131-AB4CDB426109}" dt="2025-02-19T12:16:22.675" v="1166"/>
          <ac:picMkLst>
            <pc:docMk/>
            <pc:sldMk cId="1062350203" sldId="265"/>
            <ac:picMk id="9" creationId="{6ABD16AE-38A2-56BD-F39D-2AAC53128ECE}"/>
          </ac:picMkLst>
        </pc:picChg>
        <pc:picChg chg="add del mod">
          <ac:chgData name="Gaspar Alfaro García" userId="b9682869-b526-4b6d-8301-b00acddeffaf" providerId="ADAL" clId="{9F16C0B6-1760-4BCA-8131-AB4CDB426109}" dt="2025-02-19T16:23:22.379" v="1464" actId="478"/>
          <ac:picMkLst>
            <pc:docMk/>
            <pc:sldMk cId="1062350203" sldId="265"/>
            <ac:picMk id="11" creationId="{74F4F45B-E336-E221-847A-D2CB64C3BE36}"/>
          </ac:picMkLst>
        </pc:picChg>
        <pc:picChg chg="add mod">
          <ac:chgData name="Gaspar Alfaro García" userId="b9682869-b526-4b6d-8301-b00acddeffaf" providerId="ADAL" clId="{9F16C0B6-1760-4BCA-8131-AB4CDB426109}" dt="2025-02-19T16:23:58.408" v="1472" actId="1076"/>
          <ac:picMkLst>
            <pc:docMk/>
            <pc:sldMk cId="1062350203" sldId="265"/>
            <ac:picMk id="13" creationId="{EEC8EC79-97E5-34FA-0398-F2D1F7635F94}"/>
          </ac:picMkLst>
        </pc:picChg>
      </pc:sldChg>
      <pc:sldChg chg="modSp mod">
        <pc:chgData name="Gaspar Alfaro García" userId="b9682869-b526-4b6d-8301-b00acddeffaf" providerId="ADAL" clId="{9F16C0B6-1760-4BCA-8131-AB4CDB426109}" dt="2025-02-19T10:48:41.329" v="588" actId="20577"/>
        <pc:sldMkLst>
          <pc:docMk/>
          <pc:sldMk cId="2650089999" sldId="266"/>
        </pc:sldMkLst>
        <pc:spChg chg="mod">
          <ac:chgData name="Gaspar Alfaro García" userId="b9682869-b526-4b6d-8301-b00acddeffaf" providerId="ADAL" clId="{9F16C0B6-1760-4BCA-8131-AB4CDB426109}" dt="2025-02-19T10:48:41.329" v="588" actId="20577"/>
          <ac:spMkLst>
            <pc:docMk/>
            <pc:sldMk cId="2650089999" sldId="266"/>
            <ac:spMk id="2" creationId="{7D46FEB8-F976-B2EF-1E4F-2C00D0189796}"/>
          </ac:spMkLst>
        </pc:spChg>
      </pc:sldChg>
      <pc:sldChg chg="addSp modSp mod">
        <pc:chgData name="Gaspar Alfaro García" userId="b9682869-b526-4b6d-8301-b00acddeffaf" providerId="ADAL" clId="{9F16C0B6-1760-4BCA-8131-AB4CDB426109}" dt="2025-02-19T19:09:30.296" v="2269" actId="1076"/>
        <pc:sldMkLst>
          <pc:docMk/>
          <pc:sldMk cId="989284931" sldId="267"/>
        </pc:sldMkLst>
        <pc:spChg chg="mod">
          <ac:chgData name="Gaspar Alfaro García" userId="b9682869-b526-4b6d-8301-b00acddeffaf" providerId="ADAL" clId="{9F16C0B6-1760-4BCA-8131-AB4CDB426109}" dt="2025-02-19T10:49:20.371" v="593" actId="20577"/>
          <ac:spMkLst>
            <pc:docMk/>
            <pc:sldMk cId="989284931" sldId="267"/>
            <ac:spMk id="2" creationId="{971E3D19-A3B1-C218-7672-F183DC68A9E9}"/>
          </ac:spMkLst>
        </pc:spChg>
        <pc:picChg chg="add mod">
          <ac:chgData name="Gaspar Alfaro García" userId="b9682869-b526-4b6d-8301-b00acddeffaf" providerId="ADAL" clId="{9F16C0B6-1760-4BCA-8131-AB4CDB426109}" dt="2025-02-19T19:09:30.296" v="2269" actId="1076"/>
          <ac:picMkLst>
            <pc:docMk/>
            <pc:sldMk cId="989284931" sldId="267"/>
            <ac:picMk id="5" creationId="{A00D1A27-D8DD-7200-8837-48C763DF3249}"/>
          </ac:picMkLst>
        </pc:picChg>
      </pc:sldChg>
      <pc:sldChg chg="addSp delSp modSp mod">
        <pc:chgData name="Gaspar Alfaro García" userId="b9682869-b526-4b6d-8301-b00acddeffaf" providerId="ADAL" clId="{9F16C0B6-1760-4BCA-8131-AB4CDB426109}" dt="2025-02-19T09:27:10.795" v="411" actId="1076"/>
        <pc:sldMkLst>
          <pc:docMk/>
          <pc:sldMk cId="3963325245" sldId="268"/>
        </pc:sldMkLst>
        <pc:spChg chg="mod">
          <ac:chgData name="Gaspar Alfaro García" userId="b9682869-b526-4b6d-8301-b00acddeffaf" providerId="ADAL" clId="{9F16C0B6-1760-4BCA-8131-AB4CDB426109}" dt="2025-02-18T17:59:22.272" v="163" actId="207"/>
          <ac:spMkLst>
            <pc:docMk/>
            <pc:sldMk cId="3963325245" sldId="268"/>
            <ac:spMk id="2" creationId="{3C9247D7-1612-E136-6C0C-B0BE64BC90E9}"/>
          </ac:spMkLst>
        </pc:spChg>
        <pc:spChg chg="add mod">
          <ac:chgData name="Gaspar Alfaro García" userId="b9682869-b526-4b6d-8301-b00acddeffaf" providerId="ADAL" clId="{9F16C0B6-1760-4BCA-8131-AB4CDB426109}" dt="2025-02-18T18:09:47.197" v="275" actId="207"/>
          <ac:spMkLst>
            <pc:docMk/>
            <pc:sldMk cId="3963325245" sldId="268"/>
            <ac:spMk id="3" creationId="{277F0E43-E61B-4CDF-75DA-6C0133C8FD97}"/>
          </ac:spMkLst>
        </pc:spChg>
        <pc:spChg chg="add mod">
          <ac:chgData name="Gaspar Alfaro García" userId="b9682869-b526-4b6d-8301-b00acddeffaf" providerId="ADAL" clId="{9F16C0B6-1760-4BCA-8131-AB4CDB426109}" dt="2025-02-18T18:09:51.442" v="276" actId="207"/>
          <ac:spMkLst>
            <pc:docMk/>
            <pc:sldMk cId="3963325245" sldId="268"/>
            <ac:spMk id="5" creationId="{53F317F5-E355-8DC9-DC02-231B1C61C40B}"/>
          </ac:spMkLst>
        </pc:spChg>
        <pc:spChg chg="add mod">
          <ac:chgData name="Gaspar Alfaro García" userId="b9682869-b526-4b6d-8301-b00acddeffaf" providerId="ADAL" clId="{9F16C0B6-1760-4BCA-8131-AB4CDB426109}" dt="2025-02-18T18:12:42.766" v="334" actId="207"/>
          <ac:spMkLst>
            <pc:docMk/>
            <pc:sldMk cId="3963325245" sldId="268"/>
            <ac:spMk id="8" creationId="{132D9AA6-104F-106C-84BA-0DF2BFC17536}"/>
          </ac:spMkLst>
        </pc:spChg>
        <pc:spChg chg="add mod">
          <ac:chgData name="Gaspar Alfaro García" userId="b9682869-b526-4b6d-8301-b00acddeffaf" providerId="ADAL" clId="{9F16C0B6-1760-4BCA-8131-AB4CDB426109}" dt="2025-02-18T18:12:46.147" v="335" actId="207"/>
          <ac:spMkLst>
            <pc:docMk/>
            <pc:sldMk cId="3963325245" sldId="268"/>
            <ac:spMk id="9" creationId="{F0513A18-9959-C5FD-D0CF-ED0D1916E096}"/>
          </ac:spMkLst>
        </pc:spChg>
        <pc:spChg chg="add mod">
          <ac:chgData name="Gaspar Alfaro García" userId="b9682869-b526-4b6d-8301-b00acddeffaf" providerId="ADAL" clId="{9F16C0B6-1760-4BCA-8131-AB4CDB426109}" dt="2025-02-18T18:14:13.855" v="373" actId="1076"/>
          <ac:spMkLst>
            <pc:docMk/>
            <pc:sldMk cId="3963325245" sldId="268"/>
            <ac:spMk id="12" creationId="{484E749A-AEF7-F277-9037-EBCF68863547}"/>
          </ac:spMkLst>
        </pc:spChg>
        <pc:picChg chg="add mod">
          <ac:chgData name="Gaspar Alfaro García" userId="b9682869-b526-4b6d-8301-b00acddeffaf" providerId="ADAL" clId="{9F16C0B6-1760-4BCA-8131-AB4CDB426109}" dt="2025-02-19T09:25:03.919" v="390" actId="1076"/>
          <ac:picMkLst>
            <pc:docMk/>
            <pc:sldMk cId="3963325245" sldId="268"/>
            <ac:picMk id="10" creationId="{E779DAF9-F9AC-2618-1841-AE7175A11493}"/>
          </ac:picMkLst>
        </pc:picChg>
        <pc:picChg chg="add del mod">
          <ac:chgData name="Gaspar Alfaro García" userId="b9682869-b526-4b6d-8301-b00acddeffaf" providerId="ADAL" clId="{9F16C0B6-1760-4BCA-8131-AB4CDB426109}" dt="2025-02-19T09:25:42.296" v="396" actId="22"/>
          <ac:picMkLst>
            <pc:docMk/>
            <pc:sldMk cId="3963325245" sldId="268"/>
            <ac:picMk id="15" creationId="{CDA5C8E6-1E97-8457-021F-A6978EC6EA84}"/>
          </ac:picMkLst>
        </pc:picChg>
        <pc:picChg chg="add del mod">
          <ac:chgData name="Gaspar Alfaro García" userId="b9682869-b526-4b6d-8301-b00acddeffaf" providerId="ADAL" clId="{9F16C0B6-1760-4BCA-8131-AB4CDB426109}" dt="2025-02-19T09:26:05.037" v="400" actId="22"/>
          <ac:picMkLst>
            <pc:docMk/>
            <pc:sldMk cId="3963325245" sldId="268"/>
            <ac:picMk id="17" creationId="{E5540FB0-917F-10BB-2969-1E8589C96E93}"/>
          </ac:picMkLst>
        </pc:picChg>
        <pc:picChg chg="add mod">
          <ac:chgData name="Gaspar Alfaro García" userId="b9682869-b526-4b6d-8301-b00acddeffaf" providerId="ADAL" clId="{9F16C0B6-1760-4BCA-8131-AB4CDB426109}" dt="2025-02-19T09:26:44.282" v="406" actId="1076"/>
          <ac:picMkLst>
            <pc:docMk/>
            <pc:sldMk cId="3963325245" sldId="268"/>
            <ac:picMk id="19" creationId="{32674367-BEF8-AFEA-290D-DC9878A9AA60}"/>
          </ac:picMkLst>
        </pc:picChg>
        <pc:picChg chg="add mod">
          <ac:chgData name="Gaspar Alfaro García" userId="b9682869-b526-4b6d-8301-b00acddeffaf" providerId="ADAL" clId="{9F16C0B6-1760-4BCA-8131-AB4CDB426109}" dt="2025-02-19T09:27:10.795" v="411" actId="1076"/>
          <ac:picMkLst>
            <pc:docMk/>
            <pc:sldMk cId="3963325245" sldId="268"/>
            <ac:picMk id="21" creationId="{E4421A86-9490-ED3F-0659-FCD1F9E2B7EB}"/>
          </ac:picMkLst>
        </pc:picChg>
        <pc:cxnChg chg="add mod">
          <ac:chgData name="Gaspar Alfaro García" userId="b9682869-b526-4b6d-8301-b00acddeffaf" providerId="ADAL" clId="{9F16C0B6-1760-4BCA-8131-AB4CDB426109}" dt="2025-02-18T18:15:20.421" v="383" actId="1076"/>
          <ac:cxnSpMkLst>
            <pc:docMk/>
            <pc:sldMk cId="3963325245" sldId="268"/>
            <ac:cxnSpMk id="7" creationId="{355CC1C1-CECC-9E54-30DA-A125A5325176}"/>
          </ac:cxnSpMkLst>
        </pc:cxnChg>
        <pc:cxnChg chg="add mod">
          <ac:chgData name="Gaspar Alfaro García" userId="b9682869-b526-4b6d-8301-b00acddeffaf" providerId="ADAL" clId="{9F16C0B6-1760-4BCA-8131-AB4CDB426109}" dt="2025-02-18T18:12:37.184" v="333" actId="208"/>
          <ac:cxnSpMkLst>
            <pc:docMk/>
            <pc:sldMk cId="3963325245" sldId="268"/>
            <ac:cxnSpMk id="11" creationId="{D9C55E56-2F90-59F9-E356-D2DE11B0376F}"/>
          </ac:cxnSpMkLst>
        </pc:cxnChg>
        <pc:cxnChg chg="add mod">
          <ac:chgData name="Gaspar Alfaro García" userId="b9682869-b526-4b6d-8301-b00acddeffaf" providerId="ADAL" clId="{9F16C0B6-1760-4BCA-8131-AB4CDB426109}" dt="2025-02-18T18:15:24.456" v="385" actId="14100"/>
          <ac:cxnSpMkLst>
            <pc:docMk/>
            <pc:sldMk cId="3963325245" sldId="268"/>
            <ac:cxnSpMk id="13" creationId="{FC0A184A-EDBD-F2B7-559D-306ADB2A47DE}"/>
          </ac:cxnSpMkLst>
        </pc:cxnChg>
      </pc:sldChg>
      <pc:sldChg chg="modSp mod">
        <pc:chgData name="Gaspar Alfaro García" userId="b9682869-b526-4b6d-8301-b00acddeffaf" providerId="ADAL" clId="{9F16C0B6-1760-4BCA-8131-AB4CDB426109}" dt="2025-02-18T18:01:09.743" v="168" actId="403"/>
        <pc:sldMkLst>
          <pc:docMk/>
          <pc:sldMk cId="4071041900" sldId="269"/>
        </pc:sldMkLst>
        <pc:spChg chg="mod">
          <ac:chgData name="Gaspar Alfaro García" userId="b9682869-b526-4b6d-8301-b00acddeffaf" providerId="ADAL" clId="{9F16C0B6-1760-4BCA-8131-AB4CDB426109}" dt="2025-02-18T17:56:25.113" v="140" actId="14100"/>
          <ac:spMkLst>
            <pc:docMk/>
            <pc:sldMk cId="4071041900" sldId="269"/>
            <ac:spMk id="2" creationId="{8F1F6FD5-4484-A88D-08CE-DCF5ECEB98E1}"/>
          </ac:spMkLst>
        </pc:spChg>
        <pc:spChg chg="mod">
          <ac:chgData name="Gaspar Alfaro García" userId="b9682869-b526-4b6d-8301-b00acddeffaf" providerId="ADAL" clId="{9F16C0B6-1760-4BCA-8131-AB4CDB426109}" dt="2025-02-18T18:01:09.743" v="168" actId="403"/>
          <ac:spMkLst>
            <pc:docMk/>
            <pc:sldMk cId="4071041900" sldId="269"/>
            <ac:spMk id="17" creationId="{CCAE57F1-494E-2910-74A3-2A26339222ED}"/>
          </ac:spMkLst>
        </pc:spChg>
        <pc:spChg chg="mod">
          <ac:chgData name="Gaspar Alfaro García" userId="b9682869-b526-4b6d-8301-b00acddeffaf" providerId="ADAL" clId="{9F16C0B6-1760-4BCA-8131-AB4CDB426109}" dt="2025-02-18T17:56:01.997" v="135" actId="2711"/>
          <ac:spMkLst>
            <pc:docMk/>
            <pc:sldMk cId="4071041900" sldId="269"/>
            <ac:spMk id="21" creationId="{9E21D34F-B914-C019-CDAC-B64EA769BCE7}"/>
          </ac:spMkLst>
        </pc:spChg>
        <pc:spChg chg="mod">
          <ac:chgData name="Gaspar Alfaro García" userId="b9682869-b526-4b6d-8301-b00acddeffaf" providerId="ADAL" clId="{9F16C0B6-1760-4BCA-8131-AB4CDB426109}" dt="2025-02-18T17:56:10.246" v="137" actId="2711"/>
          <ac:spMkLst>
            <pc:docMk/>
            <pc:sldMk cId="4071041900" sldId="269"/>
            <ac:spMk id="53" creationId="{9F1E1BE8-A3A2-15E9-08C6-629B1807736D}"/>
          </ac:spMkLst>
        </pc:spChg>
        <pc:spChg chg="mod">
          <ac:chgData name="Gaspar Alfaro García" userId="b9682869-b526-4b6d-8301-b00acddeffaf" providerId="ADAL" clId="{9F16C0B6-1760-4BCA-8131-AB4CDB426109}" dt="2025-02-18T17:56:16.009" v="138" actId="2711"/>
          <ac:spMkLst>
            <pc:docMk/>
            <pc:sldMk cId="4071041900" sldId="269"/>
            <ac:spMk id="54" creationId="{85208F92-5545-0AFE-D274-619BF58F29C0}"/>
          </ac:spMkLst>
        </pc:spChg>
      </pc:sldChg>
      <pc:sldChg chg="addSp modSp mod">
        <pc:chgData name="Gaspar Alfaro García" userId="b9682869-b526-4b6d-8301-b00acddeffaf" providerId="ADAL" clId="{9F16C0B6-1760-4BCA-8131-AB4CDB426109}" dt="2025-02-19T10:33:59.777" v="503" actId="1076"/>
        <pc:sldMkLst>
          <pc:docMk/>
          <pc:sldMk cId="3340830351" sldId="270"/>
        </pc:sldMkLst>
        <pc:spChg chg="mod">
          <ac:chgData name="Gaspar Alfaro García" userId="b9682869-b526-4b6d-8301-b00acddeffaf" providerId="ADAL" clId="{9F16C0B6-1760-4BCA-8131-AB4CDB426109}" dt="2025-02-18T17:53:38.139" v="115" actId="14100"/>
          <ac:spMkLst>
            <pc:docMk/>
            <pc:sldMk cId="3340830351" sldId="270"/>
            <ac:spMk id="2" creationId="{7E23C3A6-5244-5954-F770-F346F925F5CD}"/>
          </ac:spMkLst>
        </pc:spChg>
        <pc:picChg chg="add mod">
          <ac:chgData name="Gaspar Alfaro García" userId="b9682869-b526-4b6d-8301-b00acddeffaf" providerId="ADAL" clId="{9F16C0B6-1760-4BCA-8131-AB4CDB426109}" dt="2025-02-19T10:29:34.807" v="491" actId="1076"/>
          <ac:picMkLst>
            <pc:docMk/>
            <pc:sldMk cId="3340830351" sldId="270"/>
            <ac:picMk id="5" creationId="{AA48265B-42D6-D11B-FCD4-EBDE63A5A33B}"/>
          </ac:picMkLst>
        </pc:picChg>
        <pc:picChg chg="add mod">
          <ac:chgData name="Gaspar Alfaro García" userId="b9682869-b526-4b6d-8301-b00acddeffaf" providerId="ADAL" clId="{9F16C0B6-1760-4BCA-8131-AB4CDB426109}" dt="2025-02-19T10:33:26.216" v="497" actId="14100"/>
          <ac:picMkLst>
            <pc:docMk/>
            <pc:sldMk cId="3340830351" sldId="270"/>
            <ac:picMk id="7" creationId="{754F9C51-2933-D385-43D3-A5A1A8A57F9F}"/>
          </ac:picMkLst>
        </pc:picChg>
        <pc:picChg chg="add mod">
          <ac:chgData name="Gaspar Alfaro García" userId="b9682869-b526-4b6d-8301-b00acddeffaf" providerId="ADAL" clId="{9F16C0B6-1760-4BCA-8131-AB4CDB426109}" dt="2025-02-19T10:33:59.777" v="503" actId="1076"/>
          <ac:picMkLst>
            <pc:docMk/>
            <pc:sldMk cId="3340830351" sldId="270"/>
            <ac:picMk id="9" creationId="{A9A3E93B-2F5A-C9B1-F7C6-B381F169AAE2}"/>
          </ac:picMkLst>
        </pc:picChg>
      </pc:sldChg>
      <pc:sldChg chg="addSp delSp modSp mod">
        <pc:chgData name="Gaspar Alfaro García" userId="b9682869-b526-4b6d-8301-b00acddeffaf" providerId="ADAL" clId="{9F16C0B6-1760-4BCA-8131-AB4CDB426109}" dt="2025-02-19T10:45:22.393" v="584" actId="1076"/>
        <pc:sldMkLst>
          <pc:docMk/>
          <pc:sldMk cId="1841713362" sldId="271"/>
        </pc:sldMkLst>
        <pc:spChg chg="mod">
          <ac:chgData name="Gaspar Alfaro García" userId="b9682869-b526-4b6d-8301-b00acddeffaf" providerId="ADAL" clId="{9F16C0B6-1760-4BCA-8131-AB4CDB426109}" dt="2025-02-18T17:53:30.383" v="113" actId="14100"/>
          <ac:spMkLst>
            <pc:docMk/>
            <pc:sldMk cId="1841713362" sldId="271"/>
            <ac:spMk id="2" creationId="{CB22DEA8-4917-1894-153B-EDBF8C5B4C27}"/>
          </ac:spMkLst>
        </pc:spChg>
        <pc:spChg chg="add del">
          <ac:chgData name="Gaspar Alfaro García" userId="b9682869-b526-4b6d-8301-b00acddeffaf" providerId="ADAL" clId="{9F16C0B6-1760-4BCA-8131-AB4CDB426109}" dt="2025-02-19T10:41:08.669" v="530" actId="478"/>
          <ac:spMkLst>
            <pc:docMk/>
            <pc:sldMk cId="1841713362" sldId="271"/>
            <ac:spMk id="4" creationId="{BBC4B959-A8EE-65C3-7E48-7695F1C0CD14}"/>
          </ac:spMkLst>
        </pc:spChg>
        <pc:spChg chg="add del mod">
          <ac:chgData name="Gaspar Alfaro García" userId="b9682869-b526-4b6d-8301-b00acddeffaf" providerId="ADAL" clId="{9F16C0B6-1760-4BCA-8131-AB4CDB426109}" dt="2025-02-19T10:42:06.104" v="546" actId="767"/>
          <ac:spMkLst>
            <pc:docMk/>
            <pc:sldMk cId="1841713362" sldId="271"/>
            <ac:spMk id="10" creationId="{B9725788-498B-C3EB-15BE-02DDB4FAE276}"/>
          </ac:spMkLst>
        </pc:spChg>
        <pc:spChg chg="add del mod">
          <ac:chgData name="Gaspar Alfaro García" userId="b9682869-b526-4b6d-8301-b00acddeffaf" providerId="ADAL" clId="{9F16C0B6-1760-4BCA-8131-AB4CDB426109}" dt="2025-02-19T10:43:37.777" v="574" actId="1076"/>
          <ac:spMkLst>
            <pc:docMk/>
            <pc:sldMk cId="1841713362" sldId="271"/>
            <ac:spMk id="11" creationId="{D3C7A1BA-6BD7-55A1-6076-214C30A60C87}"/>
          </ac:spMkLst>
        </pc:spChg>
        <pc:picChg chg="add mod">
          <ac:chgData name="Gaspar Alfaro García" userId="b9682869-b526-4b6d-8301-b00acddeffaf" providerId="ADAL" clId="{9F16C0B6-1760-4BCA-8131-AB4CDB426109}" dt="2025-02-19T10:41:24.981" v="537" actId="1076"/>
          <ac:picMkLst>
            <pc:docMk/>
            <pc:sldMk cId="1841713362" sldId="271"/>
            <ac:picMk id="5" creationId="{C08BF4CB-2367-5446-9D77-EB78C5CC18CC}"/>
          </ac:picMkLst>
        </pc:picChg>
        <pc:picChg chg="add del mod">
          <ac:chgData name="Gaspar Alfaro García" userId="b9682869-b526-4b6d-8301-b00acddeffaf" providerId="ADAL" clId="{9F16C0B6-1760-4BCA-8131-AB4CDB426109}" dt="2025-02-19T10:39:47.244" v="514" actId="478"/>
          <ac:picMkLst>
            <pc:docMk/>
            <pc:sldMk cId="1841713362" sldId="271"/>
            <ac:picMk id="7" creationId="{822D2C26-8F6A-B70B-D046-B06F9CAF5328}"/>
          </ac:picMkLst>
        </pc:picChg>
        <pc:picChg chg="add del mod">
          <ac:chgData name="Gaspar Alfaro García" userId="b9682869-b526-4b6d-8301-b00acddeffaf" providerId="ADAL" clId="{9F16C0B6-1760-4BCA-8131-AB4CDB426109}" dt="2025-02-19T10:45:00.612" v="575" actId="478"/>
          <ac:picMkLst>
            <pc:docMk/>
            <pc:sldMk cId="1841713362" sldId="271"/>
            <ac:picMk id="9" creationId="{382755B7-53E4-CF12-59C7-09B6A3C75269}"/>
          </ac:picMkLst>
        </pc:picChg>
        <pc:picChg chg="add mod ord">
          <ac:chgData name="Gaspar Alfaro García" userId="b9682869-b526-4b6d-8301-b00acddeffaf" providerId="ADAL" clId="{9F16C0B6-1760-4BCA-8131-AB4CDB426109}" dt="2025-02-19T10:45:22.393" v="584" actId="1076"/>
          <ac:picMkLst>
            <pc:docMk/>
            <pc:sldMk cId="1841713362" sldId="271"/>
            <ac:picMk id="13" creationId="{E71D051E-F6A6-98F1-BC3C-85F895808501}"/>
          </ac:picMkLst>
        </pc:picChg>
      </pc:sldChg>
      <pc:sldChg chg="modSp del mod">
        <pc:chgData name="Gaspar Alfaro García" userId="b9682869-b526-4b6d-8301-b00acddeffaf" providerId="ADAL" clId="{9F16C0B6-1760-4BCA-8131-AB4CDB426109}" dt="2025-02-19T10:51:31.108" v="598" actId="2696"/>
        <pc:sldMkLst>
          <pc:docMk/>
          <pc:sldMk cId="4277888041" sldId="272"/>
        </pc:sldMkLst>
        <pc:spChg chg="mod">
          <ac:chgData name="Gaspar Alfaro García" userId="b9682869-b526-4b6d-8301-b00acddeffaf" providerId="ADAL" clId="{9F16C0B6-1760-4BCA-8131-AB4CDB426109}" dt="2025-02-18T17:53:12.165" v="109" actId="6549"/>
          <ac:spMkLst>
            <pc:docMk/>
            <pc:sldMk cId="4277888041" sldId="272"/>
            <ac:spMk id="2" creationId="{C47F4B93-BCF0-879D-4BEF-79AA9184B42A}"/>
          </ac:spMkLst>
        </pc:spChg>
      </pc:sldChg>
      <pc:sldChg chg="addSp delSp modSp mod">
        <pc:chgData name="Gaspar Alfaro García" userId="b9682869-b526-4b6d-8301-b00acddeffaf" providerId="ADAL" clId="{9F16C0B6-1760-4BCA-8131-AB4CDB426109}" dt="2025-02-19T11:01:16.344" v="623" actId="207"/>
        <pc:sldMkLst>
          <pc:docMk/>
          <pc:sldMk cId="3023332872" sldId="273"/>
        </pc:sldMkLst>
        <pc:spChg chg="mod">
          <ac:chgData name="Gaspar Alfaro García" userId="b9682869-b526-4b6d-8301-b00acddeffaf" providerId="ADAL" clId="{9F16C0B6-1760-4BCA-8131-AB4CDB426109}" dt="2025-02-18T17:50:20.604" v="101" actId="14100"/>
          <ac:spMkLst>
            <pc:docMk/>
            <pc:sldMk cId="3023332872" sldId="273"/>
            <ac:spMk id="2" creationId="{694A30DA-3BB6-2649-EC33-EF65423153EE}"/>
          </ac:spMkLst>
        </pc:spChg>
        <pc:spChg chg="mod">
          <ac:chgData name="Gaspar Alfaro García" userId="b9682869-b526-4b6d-8301-b00acddeffaf" providerId="ADAL" clId="{9F16C0B6-1760-4BCA-8131-AB4CDB426109}" dt="2025-02-19T11:01:09.971" v="621" actId="207"/>
          <ac:spMkLst>
            <pc:docMk/>
            <pc:sldMk cId="3023332872" sldId="273"/>
            <ac:spMk id="15" creationId="{625DFA94-F235-1072-3418-11DF5C6687FE}"/>
          </ac:spMkLst>
        </pc:spChg>
        <pc:spChg chg="mod">
          <ac:chgData name="Gaspar Alfaro García" userId="b9682869-b526-4b6d-8301-b00acddeffaf" providerId="ADAL" clId="{9F16C0B6-1760-4BCA-8131-AB4CDB426109}" dt="2025-02-19T11:01:13.153" v="622" actId="207"/>
          <ac:spMkLst>
            <pc:docMk/>
            <pc:sldMk cId="3023332872" sldId="273"/>
            <ac:spMk id="16" creationId="{F1A10CFE-5490-C6B1-E1DB-8E07727F9384}"/>
          </ac:spMkLst>
        </pc:spChg>
        <pc:spChg chg="mod">
          <ac:chgData name="Gaspar Alfaro García" userId="b9682869-b526-4b6d-8301-b00acddeffaf" providerId="ADAL" clId="{9F16C0B6-1760-4BCA-8131-AB4CDB426109}" dt="2025-02-19T11:01:16.344" v="623" actId="207"/>
          <ac:spMkLst>
            <pc:docMk/>
            <pc:sldMk cId="3023332872" sldId="273"/>
            <ac:spMk id="18" creationId="{8DEBA0DB-98AF-E948-1778-0FE172341A12}"/>
          </ac:spMkLst>
        </pc:spChg>
        <pc:spChg chg="mod">
          <ac:chgData name="Gaspar Alfaro García" userId="b9682869-b526-4b6d-8301-b00acddeffaf" providerId="ADAL" clId="{9F16C0B6-1760-4BCA-8131-AB4CDB426109}" dt="2025-02-18T17:50:40.012" v="105" actId="2711"/>
          <ac:spMkLst>
            <pc:docMk/>
            <pc:sldMk cId="3023332872" sldId="273"/>
            <ac:spMk id="20" creationId="{9FC6A3E0-5DB6-6EBB-3CA1-D12AA20EB32E}"/>
          </ac:spMkLst>
        </pc:spChg>
        <pc:spChg chg="mod">
          <ac:chgData name="Gaspar Alfaro García" userId="b9682869-b526-4b6d-8301-b00acddeffaf" providerId="ADAL" clId="{9F16C0B6-1760-4BCA-8131-AB4CDB426109}" dt="2025-02-18T17:50:45.754" v="106" actId="2711"/>
          <ac:spMkLst>
            <pc:docMk/>
            <pc:sldMk cId="3023332872" sldId="273"/>
            <ac:spMk id="21" creationId="{BBD2E9F9-937F-035D-C0EF-F7B70C71AA4D}"/>
          </ac:spMkLst>
        </pc:spChg>
        <pc:picChg chg="add mod">
          <ac:chgData name="Gaspar Alfaro García" userId="b9682869-b526-4b6d-8301-b00acddeffaf" providerId="ADAL" clId="{9F16C0B6-1760-4BCA-8131-AB4CDB426109}" dt="2025-02-19T11:00:16.668" v="616" actId="1076"/>
          <ac:picMkLst>
            <pc:docMk/>
            <pc:sldMk cId="3023332872" sldId="273"/>
            <ac:picMk id="4" creationId="{39CB1958-03ED-9A17-6FBA-6BB44D8BBC8E}"/>
          </ac:picMkLst>
        </pc:picChg>
        <pc:picChg chg="add mod">
          <ac:chgData name="Gaspar Alfaro García" userId="b9682869-b526-4b6d-8301-b00acddeffaf" providerId="ADAL" clId="{9F16C0B6-1760-4BCA-8131-AB4CDB426109}" dt="2025-02-19T11:00:33.145" v="618" actId="1076"/>
          <ac:picMkLst>
            <pc:docMk/>
            <pc:sldMk cId="3023332872" sldId="273"/>
            <ac:picMk id="6" creationId="{ACE4699C-282F-8163-2EFB-8FCA57036C8C}"/>
          </ac:picMkLst>
        </pc:picChg>
        <pc:picChg chg="add mod">
          <ac:chgData name="Gaspar Alfaro García" userId="b9682869-b526-4b6d-8301-b00acddeffaf" providerId="ADAL" clId="{9F16C0B6-1760-4BCA-8131-AB4CDB426109}" dt="2025-02-19T11:00:48.193" v="619" actId="1076"/>
          <ac:picMkLst>
            <pc:docMk/>
            <pc:sldMk cId="3023332872" sldId="273"/>
            <ac:picMk id="8" creationId="{E7F7B2AE-CEA1-694E-F5AB-D435D80E56B9}"/>
          </ac:picMkLst>
        </pc:picChg>
        <pc:picChg chg="del">
          <ac:chgData name="Gaspar Alfaro García" userId="b9682869-b526-4b6d-8301-b00acddeffaf" providerId="ADAL" clId="{9F16C0B6-1760-4BCA-8131-AB4CDB426109}" dt="2025-02-19T10:58:01.811" v="600" actId="478"/>
          <ac:picMkLst>
            <pc:docMk/>
            <pc:sldMk cId="3023332872" sldId="273"/>
            <ac:picMk id="19" creationId="{6D9AF30E-6B50-9ECB-5FE7-DABFFD87AA29}"/>
          </ac:picMkLst>
        </pc:picChg>
        <pc:picChg chg="del">
          <ac:chgData name="Gaspar Alfaro García" userId="b9682869-b526-4b6d-8301-b00acddeffaf" providerId="ADAL" clId="{9F16C0B6-1760-4BCA-8131-AB4CDB426109}" dt="2025-02-19T10:59:40.943" v="601" actId="478"/>
          <ac:picMkLst>
            <pc:docMk/>
            <pc:sldMk cId="3023332872" sldId="273"/>
            <ac:picMk id="23" creationId="{7B36E1F3-C31F-09ED-AB5E-C4AFB86F7CAE}"/>
          </ac:picMkLst>
        </pc:picChg>
        <pc:picChg chg="del">
          <ac:chgData name="Gaspar Alfaro García" userId="b9682869-b526-4b6d-8301-b00acddeffaf" providerId="ADAL" clId="{9F16C0B6-1760-4BCA-8131-AB4CDB426109}" dt="2025-02-19T10:59:41.460" v="602" actId="478"/>
          <ac:picMkLst>
            <pc:docMk/>
            <pc:sldMk cId="3023332872" sldId="273"/>
            <ac:picMk id="25" creationId="{9ADD9452-363C-C5D7-9C3C-F795C20CBC0F}"/>
          </ac:picMkLst>
        </pc:picChg>
        <pc:cxnChg chg="mod">
          <ac:chgData name="Gaspar Alfaro García" userId="b9682869-b526-4b6d-8301-b00acddeffaf" providerId="ADAL" clId="{9F16C0B6-1760-4BCA-8131-AB4CDB426109}" dt="2025-02-18T18:10:10.931" v="279" actId="208"/>
          <ac:cxnSpMkLst>
            <pc:docMk/>
            <pc:sldMk cId="3023332872" sldId="273"/>
            <ac:cxnSpMk id="14" creationId="{745468B1-4AC1-6950-06D9-1460F6F19A09}"/>
          </ac:cxnSpMkLst>
        </pc:cxnChg>
        <pc:cxnChg chg="mod">
          <ac:chgData name="Gaspar Alfaro García" userId="b9682869-b526-4b6d-8301-b00acddeffaf" providerId="ADAL" clId="{9F16C0B6-1760-4BCA-8131-AB4CDB426109}" dt="2025-02-18T18:10:07.455" v="278" actId="208"/>
          <ac:cxnSpMkLst>
            <pc:docMk/>
            <pc:sldMk cId="3023332872" sldId="273"/>
            <ac:cxnSpMk id="17" creationId="{9530294A-2CB2-0A74-7E42-B7A63F4CF895}"/>
          </ac:cxnSpMkLst>
        </pc:cxnChg>
      </pc:sldChg>
      <pc:sldChg chg="addSp modSp mod">
        <pc:chgData name="Gaspar Alfaro García" userId="b9682869-b526-4b6d-8301-b00acddeffaf" providerId="ADAL" clId="{9F16C0B6-1760-4BCA-8131-AB4CDB426109}" dt="2025-02-19T11:07:15.815" v="1042" actId="14100"/>
        <pc:sldMkLst>
          <pc:docMk/>
          <pc:sldMk cId="452117435" sldId="274"/>
        </pc:sldMkLst>
        <pc:spChg chg="mod">
          <ac:chgData name="Gaspar Alfaro García" userId="b9682869-b526-4b6d-8301-b00acddeffaf" providerId="ADAL" clId="{9F16C0B6-1760-4BCA-8131-AB4CDB426109}" dt="2025-02-18T17:50:13.476" v="99" actId="14100"/>
          <ac:spMkLst>
            <pc:docMk/>
            <pc:sldMk cId="452117435" sldId="274"/>
            <ac:spMk id="2" creationId="{51AA301B-0B07-6CFC-316F-C8B2A9F8664C}"/>
          </ac:spMkLst>
        </pc:spChg>
        <pc:spChg chg="add mod">
          <ac:chgData name="Gaspar Alfaro García" userId="b9682869-b526-4b6d-8301-b00acddeffaf" providerId="ADAL" clId="{9F16C0B6-1760-4BCA-8131-AB4CDB426109}" dt="2025-02-19T11:06:23.276" v="905" actId="14100"/>
          <ac:spMkLst>
            <pc:docMk/>
            <pc:sldMk cId="452117435" sldId="274"/>
            <ac:spMk id="6" creationId="{2D8B6E1A-BCAA-8B28-C6BC-21F2434AA3D6}"/>
          </ac:spMkLst>
        </pc:spChg>
        <pc:spChg chg="add mod">
          <ac:chgData name="Gaspar Alfaro García" userId="b9682869-b526-4b6d-8301-b00acddeffaf" providerId="ADAL" clId="{9F16C0B6-1760-4BCA-8131-AB4CDB426109}" dt="2025-02-19T11:04:07.943" v="679" actId="767"/>
          <ac:spMkLst>
            <pc:docMk/>
            <pc:sldMk cId="452117435" sldId="274"/>
            <ac:spMk id="7" creationId="{5EC78C07-856F-B561-E4F7-DB01752F59B9}"/>
          </ac:spMkLst>
        </pc:spChg>
        <pc:spChg chg="add mod">
          <ac:chgData name="Gaspar Alfaro García" userId="b9682869-b526-4b6d-8301-b00acddeffaf" providerId="ADAL" clId="{9F16C0B6-1760-4BCA-8131-AB4CDB426109}" dt="2025-02-19T11:06:20.181" v="904" actId="14100"/>
          <ac:spMkLst>
            <pc:docMk/>
            <pc:sldMk cId="452117435" sldId="274"/>
            <ac:spMk id="8" creationId="{6FCFC21E-E84F-8F09-5A48-747FDD2E0ACE}"/>
          </ac:spMkLst>
        </pc:spChg>
        <pc:spChg chg="add mod">
          <ac:chgData name="Gaspar Alfaro García" userId="b9682869-b526-4b6d-8301-b00acddeffaf" providerId="ADAL" clId="{9F16C0B6-1760-4BCA-8131-AB4CDB426109}" dt="2025-02-19T11:06:11.616" v="902" actId="14100"/>
          <ac:spMkLst>
            <pc:docMk/>
            <pc:sldMk cId="452117435" sldId="274"/>
            <ac:spMk id="9" creationId="{FCB60D6D-D4B6-9F85-FF05-508580B04DE7}"/>
          </ac:spMkLst>
        </pc:spChg>
        <pc:spChg chg="add mod">
          <ac:chgData name="Gaspar Alfaro García" userId="b9682869-b526-4b6d-8301-b00acddeffaf" providerId="ADAL" clId="{9F16C0B6-1760-4BCA-8131-AB4CDB426109}" dt="2025-02-19T11:06:16.206" v="903" actId="14100"/>
          <ac:spMkLst>
            <pc:docMk/>
            <pc:sldMk cId="452117435" sldId="274"/>
            <ac:spMk id="10" creationId="{DA04F022-5D51-6874-D3B2-53FE1A0E1DCF}"/>
          </ac:spMkLst>
        </pc:spChg>
        <pc:spChg chg="add mod">
          <ac:chgData name="Gaspar Alfaro García" userId="b9682869-b526-4b6d-8301-b00acddeffaf" providerId="ADAL" clId="{9F16C0B6-1760-4BCA-8131-AB4CDB426109}" dt="2025-02-19T11:06:28.681" v="906"/>
          <ac:spMkLst>
            <pc:docMk/>
            <pc:sldMk cId="452117435" sldId="274"/>
            <ac:spMk id="11" creationId="{1F3ADDAF-D597-0C1B-3A87-9AD4465F5452}"/>
          </ac:spMkLst>
        </pc:spChg>
        <pc:spChg chg="add mod">
          <ac:chgData name="Gaspar Alfaro García" userId="b9682869-b526-4b6d-8301-b00acddeffaf" providerId="ADAL" clId="{9F16C0B6-1760-4BCA-8131-AB4CDB426109}" dt="2025-02-19T11:07:15.815" v="1042" actId="14100"/>
          <ac:spMkLst>
            <pc:docMk/>
            <pc:sldMk cId="452117435" sldId="274"/>
            <ac:spMk id="12" creationId="{2C21732F-E3C7-1FBE-E8E8-0DA033E282CA}"/>
          </ac:spMkLst>
        </pc:spChg>
        <pc:cxnChg chg="add mod">
          <ac:chgData name="Gaspar Alfaro García" userId="b9682869-b526-4b6d-8301-b00acddeffaf" providerId="ADAL" clId="{9F16C0B6-1760-4BCA-8131-AB4CDB426109}" dt="2025-02-19T11:03:11.664" v="626" actId="14100"/>
          <ac:cxnSpMkLst>
            <pc:docMk/>
            <pc:sldMk cId="452117435" sldId="274"/>
            <ac:cxnSpMk id="3" creationId="{CEA2BF25-5E39-DDDE-53AA-C116974BB5DA}"/>
          </ac:cxnSpMkLst>
        </pc:cxnChg>
      </pc:sldChg>
      <pc:sldChg chg="addSp delSp modSp mod modAnim">
        <pc:chgData name="Gaspar Alfaro García" userId="b9682869-b526-4b6d-8301-b00acddeffaf" providerId="ADAL" clId="{9F16C0B6-1760-4BCA-8131-AB4CDB426109}" dt="2025-02-19T11:23:19.157" v="1076"/>
        <pc:sldMkLst>
          <pc:docMk/>
          <pc:sldMk cId="2004228562" sldId="275"/>
        </pc:sldMkLst>
        <pc:spChg chg="mod">
          <ac:chgData name="Gaspar Alfaro García" userId="b9682869-b526-4b6d-8301-b00acddeffaf" providerId="ADAL" clId="{9F16C0B6-1760-4BCA-8131-AB4CDB426109}" dt="2025-02-18T17:50:01.591" v="97" actId="14100"/>
          <ac:spMkLst>
            <pc:docMk/>
            <pc:sldMk cId="2004228562" sldId="275"/>
            <ac:spMk id="2" creationId="{4130A799-C7A4-BB68-09FE-396392804B99}"/>
          </ac:spMkLst>
        </pc:spChg>
        <pc:picChg chg="add del mod">
          <ac:chgData name="Gaspar Alfaro García" userId="b9682869-b526-4b6d-8301-b00acddeffaf" providerId="ADAL" clId="{9F16C0B6-1760-4BCA-8131-AB4CDB426109}" dt="2025-02-19T11:15:06.613" v="1048" actId="478"/>
          <ac:picMkLst>
            <pc:docMk/>
            <pc:sldMk cId="2004228562" sldId="275"/>
            <ac:picMk id="5" creationId="{1FB08B8B-A19E-D007-41D1-557BD9427C6D}"/>
          </ac:picMkLst>
        </pc:picChg>
        <pc:picChg chg="add mod">
          <ac:chgData name="Gaspar Alfaro García" userId="b9682869-b526-4b6d-8301-b00acddeffaf" providerId="ADAL" clId="{9F16C0B6-1760-4BCA-8131-AB4CDB426109}" dt="2025-02-19T11:16:51.557" v="1064" actId="1076"/>
          <ac:picMkLst>
            <pc:docMk/>
            <pc:sldMk cId="2004228562" sldId="275"/>
            <ac:picMk id="7" creationId="{6350297A-2D78-5FFC-7D5C-69A20D203C60}"/>
          </ac:picMkLst>
        </pc:picChg>
        <pc:picChg chg="add mod">
          <ac:chgData name="Gaspar Alfaro García" userId="b9682869-b526-4b6d-8301-b00acddeffaf" providerId="ADAL" clId="{9F16C0B6-1760-4BCA-8131-AB4CDB426109}" dt="2025-02-19T11:16:37.943" v="1062" actId="14100"/>
          <ac:picMkLst>
            <pc:docMk/>
            <pc:sldMk cId="2004228562" sldId="275"/>
            <ac:picMk id="9" creationId="{EB783F31-183C-ADCA-0C99-63CCF9F2A0B7}"/>
          </ac:picMkLst>
        </pc:picChg>
        <pc:picChg chg="add mod">
          <ac:chgData name="Gaspar Alfaro García" userId="b9682869-b526-4b6d-8301-b00acddeffaf" providerId="ADAL" clId="{9F16C0B6-1760-4BCA-8131-AB4CDB426109}" dt="2025-02-19T11:16:24.696" v="1058" actId="1076"/>
          <ac:picMkLst>
            <pc:docMk/>
            <pc:sldMk cId="2004228562" sldId="275"/>
            <ac:picMk id="11" creationId="{C3272CDE-D839-846E-7196-96CE6A86E196}"/>
          </ac:picMkLst>
        </pc:picChg>
        <pc:picChg chg="add mod">
          <ac:chgData name="Gaspar Alfaro García" userId="b9682869-b526-4b6d-8301-b00acddeffaf" providerId="ADAL" clId="{9F16C0B6-1760-4BCA-8131-AB4CDB426109}" dt="2025-02-19T11:21:09.431" v="1067" actId="1076"/>
          <ac:picMkLst>
            <pc:docMk/>
            <pc:sldMk cId="2004228562" sldId="275"/>
            <ac:picMk id="13" creationId="{3E2C8038-16A7-945F-E1FB-C54297D1B06D}"/>
          </ac:picMkLst>
        </pc:picChg>
      </pc:sldChg>
      <pc:sldChg chg="addSp delSp modSp mod">
        <pc:chgData name="Gaspar Alfaro García" userId="b9682869-b526-4b6d-8301-b00acddeffaf" providerId="ADAL" clId="{9F16C0B6-1760-4BCA-8131-AB4CDB426109}" dt="2025-02-19T11:29:06.368" v="1115" actId="1076"/>
        <pc:sldMkLst>
          <pc:docMk/>
          <pc:sldMk cId="3099465262" sldId="276"/>
        </pc:sldMkLst>
        <pc:spChg chg="mod">
          <ac:chgData name="Gaspar Alfaro García" userId="b9682869-b526-4b6d-8301-b00acddeffaf" providerId="ADAL" clId="{9F16C0B6-1760-4BCA-8131-AB4CDB426109}" dt="2025-02-18T17:49:50.791" v="95" actId="14100"/>
          <ac:spMkLst>
            <pc:docMk/>
            <pc:sldMk cId="3099465262" sldId="276"/>
            <ac:spMk id="2" creationId="{39305A55-8465-9250-6D5C-A59B31CFCDB9}"/>
          </ac:spMkLst>
        </pc:spChg>
        <pc:picChg chg="add mod">
          <ac:chgData name="Gaspar Alfaro García" userId="b9682869-b526-4b6d-8301-b00acddeffaf" providerId="ADAL" clId="{9F16C0B6-1760-4BCA-8131-AB4CDB426109}" dt="2025-02-19T11:26:49.485" v="1090" actId="14100"/>
          <ac:picMkLst>
            <pc:docMk/>
            <pc:sldMk cId="3099465262" sldId="276"/>
            <ac:picMk id="5" creationId="{DF27DD44-D63D-D1DF-A16C-C9A9C1FA9C26}"/>
          </ac:picMkLst>
        </pc:picChg>
        <pc:picChg chg="add mod">
          <ac:chgData name="Gaspar Alfaro García" userId="b9682869-b526-4b6d-8301-b00acddeffaf" providerId="ADAL" clId="{9F16C0B6-1760-4BCA-8131-AB4CDB426109}" dt="2025-02-19T11:26:53.772" v="1092" actId="14100"/>
          <ac:picMkLst>
            <pc:docMk/>
            <pc:sldMk cId="3099465262" sldId="276"/>
            <ac:picMk id="7" creationId="{5C81A61C-06A5-7F39-025B-F6CDE15A5678}"/>
          </ac:picMkLst>
        </pc:picChg>
        <pc:picChg chg="add del mod">
          <ac:chgData name="Gaspar Alfaro García" userId="b9682869-b526-4b6d-8301-b00acddeffaf" providerId="ADAL" clId="{9F16C0B6-1760-4BCA-8131-AB4CDB426109}" dt="2025-02-19T11:28:38.851" v="1104" actId="478"/>
          <ac:picMkLst>
            <pc:docMk/>
            <pc:sldMk cId="3099465262" sldId="276"/>
            <ac:picMk id="9" creationId="{40AFE42A-D429-BA79-A275-1597FE8D4843}"/>
          </ac:picMkLst>
        </pc:picChg>
        <pc:picChg chg="add mod">
          <ac:chgData name="Gaspar Alfaro García" userId="b9682869-b526-4b6d-8301-b00acddeffaf" providerId="ADAL" clId="{9F16C0B6-1760-4BCA-8131-AB4CDB426109}" dt="2025-02-19T11:29:06.368" v="1115" actId="1076"/>
          <ac:picMkLst>
            <pc:docMk/>
            <pc:sldMk cId="3099465262" sldId="276"/>
            <ac:picMk id="11" creationId="{FD64B6ED-8C6F-4152-5912-5AFFBE8706AB}"/>
          </ac:picMkLst>
        </pc:picChg>
        <pc:picChg chg="add mod">
          <ac:chgData name="Gaspar Alfaro García" userId="b9682869-b526-4b6d-8301-b00acddeffaf" providerId="ADAL" clId="{9F16C0B6-1760-4BCA-8131-AB4CDB426109}" dt="2025-02-19T11:29:04.705" v="1114" actId="1076"/>
          <ac:picMkLst>
            <pc:docMk/>
            <pc:sldMk cId="3099465262" sldId="276"/>
            <ac:picMk id="13" creationId="{CBB3A7A6-D22B-6A63-0125-B3E7FA12B497}"/>
          </ac:picMkLst>
        </pc:picChg>
      </pc:sldChg>
      <pc:sldChg chg="modSp del mod">
        <pc:chgData name="Gaspar Alfaro García" userId="b9682869-b526-4b6d-8301-b00acddeffaf" providerId="ADAL" clId="{9F16C0B6-1760-4BCA-8131-AB4CDB426109}" dt="2025-02-19T15:40:51.161" v="1192" actId="2696"/>
        <pc:sldMkLst>
          <pc:docMk/>
          <pc:sldMk cId="1539452418" sldId="277"/>
        </pc:sldMkLst>
        <pc:spChg chg="mod">
          <ac:chgData name="Gaspar Alfaro García" userId="b9682869-b526-4b6d-8301-b00acddeffaf" providerId="ADAL" clId="{9F16C0B6-1760-4BCA-8131-AB4CDB426109}" dt="2025-02-18T17:49:33.756" v="91" actId="14100"/>
          <ac:spMkLst>
            <pc:docMk/>
            <pc:sldMk cId="1539452418" sldId="277"/>
            <ac:spMk id="2" creationId="{1F935723-647F-9248-D692-7A67CBF7B887}"/>
          </ac:spMkLst>
        </pc:spChg>
      </pc:sldChg>
      <pc:sldChg chg="addSp delSp modSp mod">
        <pc:chgData name="Gaspar Alfaro García" userId="b9682869-b526-4b6d-8301-b00acddeffaf" providerId="ADAL" clId="{9F16C0B6-1760-4BCA-8131-AB4CDB426109}" dt="2025-02-19T17:20:27.902" v="2225" actId="207"/>
        <pc:sldMkLst>
          <pc:docMk/>
          <pc:sldMk cId="2414250116" sldId="278"/>
        </pc:sldMkLst>
        <pc:spChg chg="mod">
          <ac:chgData name="Gaspar Alfaro García" userId="b9682869-b526-4b6d-8301-b00acddeffaf" providerId="ADAL" clId="{9F16C0B6-1760-4BCA-8131-AB4CDB426109}" dt="2025-02-19T15:41:48.493" v="1200" actId="14100"/>
          <ac:spMkLst>
            <pc:docMk/>
            <pc:sldMk cId="2414250116" sldId="278"/>
            <ac:spMk id="2" creationId="{86AD81E0-0D37-3C9E-FE81-778EC2AAD0FC}"/>
          </ac:spMkLst>
        </pc:spChg>
        <pc:spChg chg="add mod">
          <ac:chgData name="Gaspar Alfaro García" userId="b9682869-b526-4b6d-8301-b00acddeffaf" providerId="ADAL" clId="{9F16C0B6-1760-4BCA-8131-AB4CDB426109}" dt="2025-02-19T17:20:27.902" v="2225" actId="207"/>
          <ac:spMkLst>
            <pc:docMk/>
            <pc:sldMk cId="2414250116" sldId="278"/>
            <ac:spMk id="3" creationId="{E6D2378B-74B5-6AC8-F8E1-E7CE30F63FBE}"/>
          </ac:spMkLst>
        </pc:spChg>
        <pc:spChg chg="add mod">
          <ac:chgData name="Gaspar Alfaro García" userId="b9682869-b526-4b6d-8301-b00acddeffaf" providerId="ADAL" clId="{9F16C0B6-1760-4BCA-8131-AB4CDB426109}" dt="2025-02-19T16:29:06.850" v="1645" actId="207"/>
          <ac:spMkLst>
            <pc:docMk/>
            <pc:sldMk cId="2414250116" sldId="278"/>
            <ac:spMk id="5" creationId="{EFC8D879-C881-1B90-E2CC-DCFF983D93DF}"/>
          </ac:spMkLst>
        </pc:spChg>
        <pc:spChg chg="add del mod">
          <ac:chgData name="Gaspar Alfaro García" userId="b9682869-b526-4b6d-8301-b00acddeffaf" providerId="ADAL" clId="{9F16C0B6-1760-4BCA-8131-AB4CDB426109}" dt="2025-02-19T16:13:03.884" v="1424" actId="478"/>
          <ac:spMkLst>
            <pc:docMk/>
            <pc:sldMk cId="2414250116" sldId="278"/>
            <ac:spMk id="6" creationId="{97B24C60-F019-9DD0-FD3B-90AE8A680844}"/>
          </ac:spMkLst>
        </pc:spChg>
        <pc:spChg chg="add del mod">
          <ac:chgData name="Gaspar Alfaro García" userId="b9682869-b526-4b6d-8301-b00acddeffaf" providerId="ADAL" clId="{9F16C0B6-1760-4BCA-8131-AB4CDB426109}" dt="2025-02-19T16:13:02.164" v="1423" actId="478"/>
          <ac:spMkLst>
            <pc:docMk/>
            <pc:sldMk cId="2414250116" sldId="278"/>
            <ac:spMk id="7" creationId="{2A5FE936-5B10-3C16-1022-3C2AE38F6C16}"/>
          </ac:spMkLst>
        </pc:spChg>
        <pc:spChg chg="add mod">
          <ac:chgData name="Gaspar Alfaro García" userId="b9682869-b526-4b6d-8301-b00acddeffaf" providerId="ADAL" clId="{9F16C0B6-1760-4BCA-8131-AB4CDB426109}" dt="2025-02-19T16:16:03.945" v="1453" actId="1076"/>
          <ac:spMkLst>
            <pc:docMk/>
            <pc:sldMk cId="2414250116" sldId="278"/>
            <ac:spMk id="8" creationId="{B736B465-92A7-D7D0-740A-7015D9A7FC6E}"/>
          </ac:spMkLst>
        </pc:spChg>
        <pc:spChg chg="add mod">
          <ac:chgData name="Gaspar Alfaro García" userId="b9682869-b526-4b6d-8301-b00acddeffaf" providerId="ADAL" clId="{9F16C0B6-1760-4BCA-8131-AB4CDB426109}" dt="2025-02-19T16:16:03.945" v="1453" actId="1076"/>
          <ac:spMkLst>
            <pc:docMk/>
            <pc:sldMk cId="2414250116" sldId="278"/>
            <ac:spMk id="9" creationId="{8AB18011-0FED-E475-36E2-935779B831ED}"/>
          </ac:spMkLst>
        </pc:spChg>
        <pc:spChg chg="add mod">
          <ac:chgData name="Gaspar Alfaro García" userId="b9682869-b526-4b6d-8301-b00acddeffaf" providerId="ADAL" clId="{9F16C0B6-1760-4BCA-8131-AB4CDB426109}" dt="2025-02-19T16:16:03.945" v="1453" actId="1076"/>
          <ac:spMkLst>
            <pc:docMk/>
            <pc:sldMk cId="2414250116" sldId="278"/>
            <ac:spMk id="10" creationId="{7E0C649F-14BE-3278-27A5-231808925B05}"/>
          </ac:spMkLst>
        </pc:spChg>
        <pc:spChg chg="add mod">
          <ac:chgData name="Gaspar Alfaro García" userId="b9682869-b526-4b6d-8301-b00acddeffaf" providerId="ADAL" clId="{9F16C0B6-1760-4BCA-8131-AB4CDB426109}" dt="2025-02-19T16:16:03.945" v="1453" actId="1076"/>
          <ac:spMkLst>
            <pc:docMk/>
            <pc:sldMk cId="2414250116" sldId="278"/>
            <ac:spMk id="11" creationId="{41933D6A-661F-B146-6B42-42F3FCDC4588}"/>
          </ac:spMkLst>
        </pc:spChg>
        <pc:spChg chg="add mod">
          <ac:chgData name="Gaspar Alfaro García" userId="b9682869-b526-4b6d-8301-b00acddeffaf" providerId="ADAL" clId="{9F16C0B6-1760-4BCA-8131-AB4CDB426109}" dt="2025-02-19T16:16:03.945" v="1453" actId="1076"/>
          <ac:spMkLst>
            <pc:docMk/>
            <pc:sldMk cId="2414250116" sldId="278"/>
            <ac:spMk id="12" creationId="{1656A5A4-11CC-7CAA-5731-46FBCF6C084F}"/>
          </ac:spMkLst>
        </pc:spChg>
        <pc:spChg chg="add mod">
          <ac:chgData name="Gaspar Alfaro García" userId="b9682869-b526-4b6d-8301-b00acddeffaf" providerId="ADAL" clId="{9F16C0B6-1760-4BCA-8131-AB4CDB426109}" dt="2025-02-19T16:16:03.945" v="1453" actId="1076"/>
          <ac:spMkLst>
            <pc:docMk/>
            <pc:sldMk cId="2414250116" sldId="278"/>
            <ac:spMk id="13" creationId="{FF27564B-0D67-B204-D906-73586D7A45AA}"/>
          </ac:spMkLst>
        </pc:spChg>
        <pc:spChg chg="add mod">
          <ac:chgData name="Gaspar Alfaro García" userId="b9682869-b526-4b6d-8301-b00acddeffaf" providerId="ADAL" clId="{9F16C0B6-1760-4BCA-8131-AB4CDB426109}" dt="2025-02-19T16:16:03.945" v="1453" actId="1076"/>
          <ac:spMkLst>
            <pc:docMk/>
            <pc:sldMk cId="2414250116" sldId="278"/>
            <ac:spMk id="14" creationId="{12BFD4D0-50A0-62C6-C3BF-A4B0C1E802EE}"/>
          </ac:spMkLst>
        </pc:spChg>
        <pc:picChg chg="add mod">
          <ac:chgData name="Gaspar Alfaro García" userId="b9682869-b526-4b6d-8301-b00acddeffaf" providerId="ADAL" clId="{9F16C0B6-1760-4BCA-8131-AB4CDB426109}" dt="2025-02-19T16:15:26.716" v="1449" actId="1076"/>
          <ac:picMkLst>
            <pc:docMk/>
            <pc:sldMk cId="2414250116" sldId="278"/>
            <ac:picMk id="16" creationId="{7CED3547-EF43-05A7-7BCE-13BD988D4710}"/>
          </ac:picMkLst>
        </pc:picChg>
        <pc:picChg chg="add mod">
          <ac:chgData name="Gaspar Alfaro García" userId="b9682869-b526-4b6d-8301-b00acddeffaf" providerId="ADAL" clId="{9F16C0B6-1760-4BCA-8131-AB4CDB426109}" dt="2025-02-19T16:16:03.945" v="1453" actId="1076"/>
          <ac:picMkLst>
            <pc:docMk/>
            <pc:sldMk cId="2414250116" sldId="278"/>
            <ac:picMk id="18" creationId="{B944D4CE-1830-80FE-F1C6-270A82226C7B}"/>
          </ac:picMkLst>
        </pc:picChg>
        <pc:picChg chg="add mod">
          <ac:chgData name="Gaspar Alfaro García" userId="b9682869-b526-4b6d-8301-b00acddeffaf" providerId="ADAL" clId="{9F16C0B6-1760-4BCA-8131-AB4CDB426109}" dt="2025-02-19T16:15:17.924" v="1447" actId="1076"/>
          <ac:picMkLst>
            <pc:docMk/>
            <pc:sldMk cId="2414250116" sldId="278"/>
            <ac:picMk id="20" creationId="{3DF6A238-7A36-B6EF-02E7-A10C2D730F53}"/>
          </ac:picMkLst>
        </pc:picChg>
        <pc:picChg chg="add mod">
          <ac:chgData name="Gaspar Alfaro García" userId="b9682869-b526-4b6d-8301-b00acddeffaf" providerId="ADAL" clId="{9F16C0B6-1760-4BCA-8131-AB4CDB426109}" dt="2025-02-19T16:15:17.924" v="1447" actId="1076"/>
          <ac:picMkLst>
            <pc:docMk/>
            <pc:sldMk cId="2414250116" sldId="278"/>
            <ac:picMk id="22" creationId="{878ECEF3-C7F9-C322-BB41-66259CE0C560}"/>
          </ac:picMkLst>
        </pc:picChg>
        <pc:picChg chg="add mod">
          <ac:chgData name="Gaspar Alfaro García" userId="b9682869-b526-4b6d-8301-b00acddeffaf" providerId="ADAL" clId="{9F16C0B6-1760-4BCA-8131-AB4CDB426109}" dt="2025-02-19T16:16:03.945" v="1453" actId="1076"/>
          <ac:picMkLst>
            <pc:docMk/>
            <pc:sldMk cId="2414250116" sldId="278"/>
            <ac:picMk id="24" creationId="{288C7AB0-13FC-CDF9-75C8-804971EFBF78}"/>
          </ac:picMkLst>
        </pc:picChg>
        <pc:picChg chg="add mod">
          <ac:chgData name="Gaspar Alfaro García" userId="b9682869-b526-4b6d-8301-b00acddeffaf" providerId="ADAL" clId="{9F16C0B6-1760-4BCA-8131-AB4CDB426109}" dt="2025-02-19T16:14:51.607" v="1443" actId="1076"/>
          <ac:picMkLst>
            <pc:docMk/>
            <pc:sldMk cId="2414250116" sldId="278"/>
            <ac:picMk id="26" creationId="{FDC07D17-B53B-BCD2-9738-FE55EF278AF4}"/>
          </ac:picMkLst>
        </pc:picChg>
        <pc:picChg chg="add mod">
          <ac:chgData name="Gaspar Alfaro García" userId="b9682869-b526-4b6d-8301-b00acddeffaf" providerId="ADAL" clId="{9F16C0B6-1760-4BCA-8131-AB4CDB426109}" dt="2025-02-19T16:14:48.640" v="1442" actId="1076"/>
          <ac:picMkLst>
            <pc:docMk/>
            <pc:sldMk cId="2414250116" sldId="278"/>
            <ac:picMk id="28" creationId="{CCE875A3-DBDE-1126-360C-CDDF4E984F98}"/>
          </ac:picMkLst>
        </pc:picChg>
        <pc:picChg chg="add mod">
          <ac:chgData name="Gaspar Alfaro García" userId="b9682869-b526-4b6d-8301-b00acddeffaf" providerId="ADAL" clId="{9F16C0B6-1760-4BCA-8131-AB4CDB426109}" dt="2025-02-19T16:14:46.695" v="1441" actId="1076"/>
          <ac:picMkLst>
            <pc:docMk/>
            <pc:sldMk cId="2414250116" sldId="278"/>
            <ac:picMk id="30" creationId="{1C7BB401-6D56-024F-18D5-061C0F7833AB}"/>
          </ac:picMkLst>
        </pc:picChg>
        <pc:picChg chg="add mod">
          <ac:chgData name="Gaspar Alfaro García" userId="b9682869-b526-4b6d-8301-b00acddeffaf" providerId="ADAL" clId="{9F16C0B6-1760-4BCA-8131-AB4CDB426109}" dt="2025-02-19T16:21:56.673" v="1459" actId="14100"/>
          <ac:picMkLst>
            <pc:docMk/>
            <pc:sldMk cId="2414250116" sldId="278"/>
            <ac:picMk id="32" creationId="{A6095D4F-B924-C555-40DA-5C66C8F42334}"/>
          </ac:picMkLst>
        </pc:picChg>
      </pc:sldChg>
      <pc:sldChg chg="addSp modSp mod">
        <pc:chgData name="Gaspar Alfaro García" userId="b9682869-b526-4b6d-8301-b00acddeffaf" providerId="ADAL" clId="{9F16C0B6-1760-4BCA-8131-AB4CDB426109}" dt="2025-02-19T16:36:49.841" v="1938" actId="115"/>
        <pc:sldMkLst>
          <pc:docMk/>
          <pc:sldMk cId="4011732783" sldId="279"/>
        </pc:sldMkLst>
        <pc:spChg chg="mod">
          <ac:chgData name="Gaspar Alfaro García" userId="b9682869-b526-4b6d-8301-b00acddeffaf" providerId="ADAL" clId="{9F16C0B6-1760-4BCA-8131-AB4CDB426109}" dt="2025-02-19T15:41:08.232" v="1197" actId="403"/>
          <ac:spMkLst>
            <pc:docMk/>
            <pc:sldMk cId="4011732783" sldId="279"/>
            <ac:spMk id="2" creationId="{7BAF9812-0E81-BD58-B3B5-61C385F5B012}"/>
          </ac:spMkLst>
        </pc:spChg>
        <pc:spChg chg="add mod">
          <ac:chgData name="Gaspar Alfaro García" userId="b9682869-b526-4b6d-8301-b00acddeffaf" providerId="ADAL" clId="{9F16C0B6-1760-4BCA-8131-AB4CDB426109}" dt="2025-02-19T16:36:49.841" v="1938" actId="115"/>
          <ac:spMkLst>
            <pc:docMk/>
            <pc:sldMk cId="4011732783" sldId="279"/>
            <ac:spMk id="6" creationId="{8563F3EE-729A-B74B-D5C5-313D18EB0651}"/>
          </ac:spMkLst>
        </pc:spChg>
        <pc:spChg chg="add mod">
          <ac:chgData name="Gaspar Alfaro García" userId="b9682869-b526-4b6d-8301-b00acddeffaf" providerId="ADAL" clId="{9F16C0B6-1760-4BCA-8131-AB4CDB426109}" dt="2025-02-19T16:36:08.151" v="1934" actId="1076"/>
          <ac:spMkLst>
            <pc:docMk/>
            <pc:sldMk cId="4011732783" sldId="279"/>
            <ac:spMk id="7" creationId="{55C9628B-BCE7-8BA6-0E72-C74C7F18D3B1}"/>
          </ac:spMkLst>
        </pc:spChg>
        <pc:spChg chg="add mod">
          <ac:chgData name="Gaspar Alfaro García" userId="b9682869-b526-4b6d-8301-b00acddeffaf" providerId="ADAL" clId="{9F16C0B6-1760-4BCA-8131-AB4CDB426109}" dt="2025-02-19T16:36:19.831" v="1935" actId="1076"/>
          <ac:spMkLst>
            <pc:docMk/>
            <pc:sldMk cId="4011732783" sldId="279"/>
            <ac:spMk id="8" creationId="{FB84446A-3EE6-5F5A-6172-427FC39044A7}"/>
          </ac:spMkLst>
        </pc:spChg>
        <pc:spChg chg="add mod">
          <ac:chgData name="Gaspar Alfaro García" userId="b9682869-b526-4b6d-8301-b00acddeffaf" providerId="ADAL" clId="{9F16C0B6-1760-4BCA-8131-AB4CDB426109}" dt="2025-02-19T16:36:24.894" v="1936" actId="1076"/>
          <ac:spMkLst>
            <pc:docMk/>
            <pc:sldMk cId="4011732783" sldId="279"/>
            <ac:spMk id="9" creationId="{BD6BC006-51E1-171D-3F22-49A589B35E1D}"/>
          </ac:spMkLst>
        </pc:spChg>
        <pc:picChg chg="add mod">
          <ac:chgData name="Gaspar Alfaro García" userId="b9682869-b526-4b6d-8301-b00acddeffaf" providerId="ADAL" clId="{9F16C0B6-1760-4BCA-8131-AB4CDB426109}" dt="2025-02-19T16:25:22.023" v="1479" actId="1076"/>
          <ac:picMkLst>
            <pc:docMk/>
            <pc:sldMk cId="4011732783" sldId="279"/>
            <ac:picMk id="5" creationId="{7FB9A730-90D8-A7E1-E61A-308CA2D2E8BB}"/>
          </ac:picMkLst>
        </pc:picChg>
      </pc:sldChg>
      <pc:sldChg chg="modSp del mod">
        <pc:chgData name="Gaspar Alfaro García" userId="b9682869-b526-4b6d-8301-b00acddeffaf" providerId="ADAL" clId="{9F16C0B6-1760-4BCA-8131-AB4CDB426109}" dt="2025-02-19T16:37:09.351" v="1939" actId="47"/>
        <pc:sldMkLst>
          <pc:docMk/>
          <pc:sldMk cId="1985436084" sldId="280"/>
        </pc:sldMkLst>
        <pc:spChg chg="mod">
          <ac:chgData name="Gaspar Alfaro García" userId="b9682869-b526-4b6d-8301-b00acddeffaf" providerId="ADAL" clId="{9F16C0B6-1760-4BCA-8131-AB4CDB426109}" dt="2025-02-18T17:49:08.608" v="85" actId="14100"/>
          <ac:spMkLst>
            <pc:docMk/>
            <pc:sldMk cId="1985436084" sldId="280"/>
            <ac:spMk id="2" creationId="{E16A88DD-8823-D7FC-C5C0-F536540B8B3A}"/>
          </ac:spMkLst>
        </pc:spChg>
      </pc:sldChg>
      <pc:sldChg chg="addSp delSp modSp mod modAnim">
        <pc:chgData name="Gaspar Alfaro García" userId="b9682869-b526-4b6d-8301-b00acddeffaf" providerId="ADAL" clId="{9F16C0B6-1760-4BCA-8131-AB4CDB426109}" dt="2025-02-19T17:18:53.168" v="2224"/>
        <pc:sldMkLst>
          <pc:docMk/>
          <pc:sldMk cId="3139110563" sldId="281"/>
        </pc:sldMkLst>
        <pc:spChg chg="mod">
          <ac:chgData name="Gaspar Alfaro García" userId="b9682869-b526-4b6d-8301-b00acddeffaf" providerId="ADAL" clId="{9F16C0B6-1760-4BCA-8131-AB4CDB426109}" dt="2025-02-19T16:53:58.496" v="2059" actId="14100"/>
          <ac:spMkLst>
            <pc:docMk/>
            <pc:sldMk cId="3139110563" sldId="281"/>
            <ac:spMk id="2" creationId="{B53D1766-F321-BC7A-7768-C43BCF6F8A03}"/>
          </ac:spMkLst>
        </pc:spChg>
        <pc:spChg chg="add mod">
          <ac:chgData name="Gaspar Alfaro García" userId="b9682869-b526-4b6d-8301-b00acddeffaf" providerId="ADAL" clId="{9F16C0B6-1760-4BCA-8131-AB4CDB426109}" dt="2025-02-19T16:50:20.514" v="2033" actId="1076"/>
          <ac:spMkLst>
            <pc:docMk/>
            <pc:sldMk cId="3139110563" sldId="281"/>
            <ac:spMk id="9" creationId="{1330C399-C72A-9DF2-3380-03F623DD835F}"/>
          </ac:spMkLst>
        </pc:spChg>
        <pc:spChg chg="add del">
          <ac:chgData name="Gaspar Alfaro García" userId="b9682869-b526-4b6d-8301-b00acddeffaf" providerId="ADAL" clId="{9F16C0B6-1760-4BCA-8131-AB4CDB426109}" dt="2025-02-19T16:41:45.006" v="1959" actId="22"/>
          <ac:spMkLst>
            <pc:docMk/>
            <pc:sldMk cId="3139110563" sldId="281"/>
            <ac:spMk id="11" creationId="{380924EC-6DD0-C8EA-749E-2C42B63F354F}"/>
          </ac:spMkLst>
        </pc:spChg>
        <pc:spChg chg="add mod">
          <ac:chgData name="Gaspar Alfaro García" userId="b9682869-b526-4b6d-8301-b00acddeffaf" providerId="ADAL" clId="{9F16C0B6-1760-4BCA-8131-AB4CDB426109}" dt="2025-02-19T16:44:08.472" v="1984" actId="1076"/>
          <ac:spMkLst>
            <pc:docMk/>
            <pc:sldMk cId="3139110563" sldId="281"/>
            <ac:spMk id="18" creationId="{E0663A59-3AAB-4B48-77BA-42FBB98FB6F4}"/>
          </ac:spMkLst>
        </pc:spChg>
        <pc:spChg chg="add mod">
          <ac:chgData name="Gaspar Alfaro García" userId="b9682869-b526-4b6d-8301-b00acddeffaf" providerId="ADAL" clId="{9F16C0B6-1760-4BCA-8131-AB4CDB426109}" dt="2025-02-19T16:44:06.614" v="1982" actId="1076"/>
          <ac:spMkLst>
            <pc:docMk/>
            <pc:sldMk cId="3139110563" sldId="281"/>
            <ac:spMk id="22" creationId="{4958A468-CE2D-B643-6101-5573984925CF}"/>
          </ac:spMkLst>
        </pc:spChg>
        <pc:spChg chg="add mod">
          <ac:chgData name="Gaspar Alfaro García" userId="b9682869-b526-4b6d-8301-b00acddeffaf" providerId="ADAL" clId="{9F16C0B6-1760-4BCA-8131-AB4CDB426109}" dt="2025-02-19T16:44:32.171" v="1990" actId="1076"/>
          <ac:spMkLst>
            <pc:docMk/>
            <pc:sldMk cId="3139110563" sldId="281"/>
            <ac:spMk id="23" creationId="{77B5BCA4-3CE7-C8A1-F41A-B2B5E4374905}"/>
          </ac:spMkLst>
        </pc:spChg>
        <pc:spChg chg="add mod">
          <ac:chgData name="Gaspar Alfaro García" userId="b9682869-b526-4b6d-8301-b00acddeffaf" providerId="ADAL" clId="{9F16C0B6-1760-4BCA-8131-AB4CDB426109}" dt="2025-02-19T16:50:20.774" v="2034" actId="1076"/>
          <ac:spMkLst>
            <pc:docMk/>
            <pc:sldMk cId="3139110563" sldId="281"/>
            <ac:spMk id="26" creationId="{3EEDF7B0-B38A-20AD-2106-A4740F80A57F}"/>
          </ac:spMkLst>
        </pc:spChg>
        <pc:spChg chg="add mod">
          <ac:chgData name="Gaspar Alfaro García" userId="b9682869-b526-4b6d-8301-b00acddeffaf" providerId="ADAL" clId="{9F16C0B6-1760-4BCA-8131-AB4CDB426109}" dt="2025-02-19T16:49:59.984" v="2030" actId="1076"/>
          <ac:spMkLst>
            <pc:docMk/>
            <pc:sldMk cId="3139110563" sldId="281"/>
            <ac:spMk id="30" creationId="{0EA2E83F-7AE3-CD58-A188-EE3A7FA84F93}"/>
          </ac:spMkLst>
        </pc:spChg>
        <pc:spChg chg="add mod">
          <ac:chgData name="Gaspar Alfaro García" userId="b9682869-b526-4b6d-8301-b00acddeffaf" providerId="ADAL" clId="{9F16C0B6-1760-4BCA-8131-AB4CDB426109}" dt="2025-02-19T16:49:59.984" v="2030" actId="1076"/>
          <ac:spMkLst>
            <pc:docMk/>
            <pc:sldMk cId="3139110563" sldId="281"/>
            <ac:spMk id="31" creationId="{7903A846-4304-8593-6588-4CFCB0FEC0DE}"/>
          </ac:spMkLst>
        </pc:spChg>
        <pc:spChg chg="add mod">
          <ac:chgData name="Gaspar Alfaro García" userId="b9682869-b526-4b6d-8301-b00acddeffaf" providerId="ADAL" clId="{9F16C0B6-1760-4BCA-8131-AB4CDB426109}" dt="2025-02-19T16:49:59.984" v="2030" actId="1076"/>
          <ac:spMkLst>
            <pc:docMk/>
            <pc:sldMk cId="3139110563" sldId="281"/>
            <ac:spMk id="34" creationId="{478C9214-A3DC-A45F-C442-D51EBC4D55FC}"/>
          </ac:spMkLst>
        </pc:spChg>
        <pc:spChg chg="add mod">
          <ac:chgData name="Gaspar Alfaro García" userId="b9682869-b526-4b6d-8301-b00acddeffaf" providerId="ADAL" clId="{9F16C0B6-1760-4BCA-8131-AB4CDB426109}" dt="2025-02-19T16:51:32.507" v="2038" actId="208"/>
          <ac:spMkLst>
            <pc:docMk/>
            <pc:sldMk cId="3139110563" sldId="281"/>
            <ac:spMk id="35" creationId="{5C8AB7C6-49C3-290E-2D90-A8B59EB1E099}"/>
          </ac:spMkLst>
        </pc:spChg>
        <pc:spChg chg="add mod">
          <ac:chgData name="Gaspar Alfaro García" userId="b9682869-b526-4b6d-8301-b00acddeffaf" providerId="ADAL" clId="{9F16C0B6-1760-4BCA-8131-AB4CDB426109}" dt="2025-02-19T16:52:09.477" v="2044" actId="14100"/>
          <ac:spMkLst>
            <pc:docMk/>
            <pc:sldMk cId="3139110563" sldId="281"/>
            <ac:spMk id="36" creationId="{3C588DDD-09EC-B35C-ED1A-B9696718B37D}"/>
          </ac:spMkLst>
        </pc:spChg>
        <pc:spChg chg="add mod">
          <ac:chgData name="Gaspar Alfaro García" userId="b9682869-b526-4b6d-8301-b00acddeffaf" providerId="ADAL" clId="{9F16C0B6-1760-4BCA-8131-AB4CDB426109}" dt="2025-02-19T17:17:16.178" v="2203" actId="1076"/>
          <ac:spMkLst>
            <pc:docMk/>
            <pc:sldMk cId="3139110563" sldId="281"/>
            <ac:spMk id="37" creationId="{9D98A965-23C0-89FB-FB04-189767932DCC}"/>
          </ac:spMkLst>
        </pc:spChg>
        <pc:spChg chg="add mod">
          <ac:chgData name="Gaspar Alfaro García" userId="b9682869-b526-4b6d-8301-b00acddeffaf" providerId="ADAL" clId="{9F16C0B6-1760-4BCA-8131-AB4CDB426109}" dt="2025-02-19T16:52:58.824" v="2050" actId="14100"/>
          <ac:spMkLst>
            <pc:docMk/>
            <pc:sldMk cId="3139110563" sldId="281"/>
            <ac:spMk id="38" creationId="{5A75C9AD-C0CF-5004-1C5C-0DAA93EE71A7}"/>
          </ac:spMkLst>
        </pc:spChg>
        <pc:picChg chg="add del mod">
          <ac:chgData name="Gaspar Alfaro García" userId="b9682869-b526-4b6d-8301-b00acddeffaf" providerId="ADAL" clId="{9F16C0B6-1760-4BCA-8131-AB4CDB426109}" dt="2025-02-19T16:39:49.367" v="1949" actId="478"/>
          <ac:picMkLst>
            <pc:docMk/>
            <pc:sldMk cId="3139110563" sldId="281"/>
            <ac:picMk id="5" creationId="{08339AFE-937E-5058-CDD2-47182B121C10}"/>
          </ac:picMkLst>
        </pc:picChg>
        <pc:picChg chg="add del mod">
          <ac:chgData name="Gaspar Alfaro García" userId="b9682869-b526-4b6d-8301-b00acddeffaf" providerId="ADAL" clId="{9F16C0B6-1760-4BCA-8131-AB4CDB426109}" dt="2025-02-19T16:41:42.138" v="1957" actId="478"/>
          <ac:picMkLst>
            <pc:docMk/>
            <pc:sldMk cId="3139110563" sldId="281"/>
            <ac:picMk id="7" creationId="{9C8A1945-965C-0FAF-96CB-5C8272D34DFE}"/>
          </ac:picMkLst>
        </pc:picChg>
        <pc:picChg chg="add mod">
          <ac:chgData name="Gaspar Alfaro García" userId="b9682869-b526-4b6d-8301-b00acddeffaf" providerId="ADAL" clId="{9F16C0B6-1760-4BCA-8131-AB4CDB426109}" dt="2025-02-19T16:41:58.041" v="1961" actId="1076"/>
          <ac:picMkLst>
            <pc:docMk/>
            <pc:sldMk cId="3139110563" sldId="281"/>
            <ac:picMk id="13" creationId="{9D28DAC7-7DB2-72D2-FCA2-5CC0E0D94B17}"/>
          </ac:picMkLst>
        </pc:picChg>
        <pc:picChg chg="add mod">
          <ac:chgData name="Gaspar Alfaro García" userId="b9682869-b526-4b6d-8301-b00acddeffaf" providerId="ADAL" clId="{9F16C0B6-1760-4BCA-8131-AB4CDB426109}" dt="2025-02-19T16:42:25.352" v="1963" actId="1076"/>
          <ac:picMkLst>
            <pc:docMk/>
            <pc:sldMk cId="3139110563" sldId="281"/>
            <ac:picMk id="15" creationId="{FBD34EA2-622E-DDEC-FBBC-822E9EBCFA11}"/>
          </ac:picMkLst>
        </pc:picChg>
        <pc:picChg chg="add mod">
          <ac:chgData name="Gaspar Alfaro García" userId="b9682869-b526-4b6d-8301-b00acddeffaf" providerId="ADAL" clId="{9F16C0B6-1760-4BCA-8131-AB4CDB426109}" dt="2025-02-19T16:42:46.005" v="1965" actId="1076"/>
          <ac:picMkLst>
            <pc:docMk/>
            <pc:sldMk cId="3139110563" sldId="281"/>
            <ac:picMk id="17" creationId="{98368D61-59FB-5FA1-B2EB-01C261991525}"/>
          </ac:picMkLst>
        </pc:picChg>
        <pc:picChg chg="add mod">
          <ac:chgData name="Gaspar Alfaro García" userId="b9682869-b526-4b6d-8301-b00acddeffaf" providerId="ADAL" clId="{9F16C0B6-1760-4BCA-8131-AB4CDB426109}" dt="2025-02-19T16:45:05.147" v="1992" actId="1076"/>
          <ac:picMkLst>
            <pc:docMk/>
            <pc:sldMk cId="3139110563" sldId="281"/>
            <ac:picMk id="25" creationId="{72E0740A-733A-0EE3-ED9C-1C840E51F4E0}"/>
          </ac:picMkLst>
        </pc:picChg>
        <pc:picChg chg="add mod">
          <ac:chgData name="Gaspar Alfaro García" userId="b9682869-b526-4b6d-8301-b00acddeffaf" providerId="ADAL" clId="{9F16C0B6-1760-4BCA-8131-AB4CDB426109}" dt="2025-02-19T16:46:05.428" v="2001" actId="1076"/>
          <ac:picMkLst>
            <pc:docMk/>
            <pc:sldMk cId="3139110563" sldId="281"/>
            <ac:picMk id="28" creationId="{CF29ADA3-973E-38D7-E5E4-72FC54F0FDCC}"/>
          </ac:picMkLst>
        </pc:picChg>
        <pc:picChg chg="add mod">
          <ac:chgData name="Gaspar Alfaro García" userId="b9682869-b526-4b6d-8301-b00acddeffaf" providerId="ADAL" clId="{9F16C0B6-1760-4BCA-8131-AB4CDB426109}" dt="2025-02-19T16:49:32.994" v="2023" actId="1076"/>
          <ac:picMkLst>
            <pc:docMk/>
            <pc:sldMk cId="3139110563" sldId="281"/>
            <ac:picMk id="33" creationId="{426A9471-940A-44A5-5953-3D33D00E0936}"/>
          </ac:picMkLst>
        </pc:picChg>
        <pc:cxnChg chg="add mod">
          <ac:chgData name="Gaspar Alfaro García" userId="b9682869-b526-4b6d-8301-b00acddeffaf" providerId="ADAL" clId="{9F16C0B6-1760-4BCA-8131-AB4CDB426109}" dt="2025-02-19T16:43:48.151" v="1975" actId="1076"/>
          <ac:cxnSpMkLst>
            <pc:docMk/>
            <pc:sldMk cId="3139110563" sldId="281"/>
            <ac:cxnSpMk id="19" creationId="{F85079A2-8B29-9A4A-4AD3-641A1342AE54}"/>
          </ac:cxnSpMkLst>
        </pc:cxnChg>
        <pc:cxnChg chg="add mod">
          <ac:chgData name="Gaspar Alfaro García" userId="b9682869-b526-4b6d-8301-b00acddeffaf" providerId="ADAL" clId="{9F16C0B6-1760-4BCA-8131-AB4CDB426109}" dt="2025-02-19T16:49:59.984" v="2030" actId="1076"/>
          <ac:cxnSpMkLst>
            <pc:docMk/>
            <pc:sldMk cId="3139110563" sldId="281"/>
            <ac:cxnSpMk id="29" creationId="{D2DB309B-3CC7-12FD-C86C-06BC849BE4EF}"/>
          </ac:cxnSpMkLst>
        </pc:cxnChg>
      </pc:sldChg>
      <pc:sldChg chg="modSp mod">
        <pc:chgData name="Gaspar Alfaro García" userId="b9682869-b526-4b6d-8301-b00acddeffaf" providerId="ADAL" clId="{9F16C0B6-1760-4BCA-8131-AB4CDB426109}" dt="2025-02-18T17:48:34.853" v="79" actId="14100"/>
        <pc:sldMkLst>
          <pc:docMk/>
          <pc:sldMk cId="3787584783" sldId="282"/>
        </pc:sldMkLst>
        <pc:spChg chg="mod">
          <ac:chgData name="Gaspar Alfaro García" userId="b9682869-b526-4b6d-8301-b00acddeffaf" providerId="ADAL" clId="{9F16C0B6-1760-4BCA-8131-AB4CDB426109}" dt="2025-02-18T17:48:34.853" v="79" actId="14100"/>
          <ac:spMkLst>
            <pc:docMk/>
            <pc:sldMk cId="3787584783" sldId="282"/>
            <ac:spMk id="2" creationId="{B35C75B0-7B40-B48A-77F4-0CDE631AEC98}"/>
          </ac:spMkLst>
        </pc:spChg>
      </pc:sldChg>
      <pc:sldChg chg="modSp mod">
        <pc:chgData name="Gaspar Alfaro García" userId="b9682869-b526-4b6d-8301-b00acddeffaf" providerId="ADAL" clId="{9F16C0B6-1760-4BCA-8131-AB4CDB426109}" dt="2025-02-18T17:48:24.921" v="77" actId="14100"/>
        <pc:sldMkLst>
          <pc:docMk/>
          <pc:sldMk cId="524273588" sldId="283"/>
        </pc:sldMkLst>
        <pc:spChg chg="mod">
          <ac:chgData name="Gaspar Alfaro García" userId="b9682869-b526-4b6d-8301-b00acddeffaf" providerId="ADAL" clId="{9F16C0B6-1760-4BCA-8131-AB4CDB426109}" dt="2025-02-18T17:48:24.921" v="77" actId="14100"/>
          <ac:spMkLst>
            <pc:docMk/>
            <pc:sldMk cId="524273588" sldId="283"/>
            <ac:spMk id="2" creationId="{71ECC673-F159-5D89-1C35-BD7570F2614F}"/>
          </ac:spMkLst>
        </pc:spChg>
      </pc:sldChg>
      <pc:sldChg chg="modSp mod">
        <pc:chgData name="Gaspar Alfaro García" userId="b9682869-b526-4b6d-8301-b00acddeffaf" providerId="ADAL" clId="{9F16C0B6-1760-4BCA-8131-AB4CDB426109}" dt="2025-02-18T17:48:16.259" v="75" actId="14100"/>
        <pc:sldMkLst>
          <pc:docMk/>
          <pc:sldMk cId="342697199" sldId="284"/>
        </pc:sldMkLst>
        <pc:spChg chg="mod">
          <ac:chgData name="Gaspar Alfaro García" userId="b9682869-b526-4b6d-8301-b00acddeffaf" providerId="ADAL" clId="{9F16C0B6-1760-4BCA-8131-AB4CDB426109}" dt="2025-02-18T17:48:16.259" v="75" actId="14100"/>
          <ac:spMkLst>
            <pc:docMk/>
            <pc:sldMk cId="342697199" sldId="284"/>
            <ac:spMk id="2" creationId="{02431D93-4B67-1076-B505-C1EEC7DBEBCA}"/>
          </ac:spMkLst>
        </pc:spChg>
      </pc:sldChg>
      <pc:sldChg chg="modSp mod">
        <pc:chgData name="Gaspar Alfaro García" userId="b9682869-b526-4b6d-8301-b00acddeffaf" providerId="ADAL" clId="{9F16C0B6-1760-4BCA-8131-AB4CDB426109}" dt="2025-02-18T17:48:09.198" v="73" actId="14100"/>
        <pc:sldMkLst>
          <pc:docMk/>
          <pc:sldMk cId="196771031" sldId="285"/>
        </pc:sldMkLst>
        <pc:spChg chg="mod">
          <ac:chgData name="Gaspar Alfaro García" userId="b9682869-b526-4b6d-8301-b00acddeffaf" providerId="ADAL" clId="{9F16C0B6-1760-4BCA-8131-AB4CDB426109}" dt="2025-02-18T17:48:09.198" v="73" actId="14100"/>
          <ac:spMkLst>
            <pc:docMk/>
            <pc:sldMk cId="196771031" sldId="285"/>
            <ac:spMk id="2" creationId="{B9B16F9C-8728-0DB4-A00E-CAFB2827993A}"/>
          </ac:spMkLst>
        </pc:spChg>
      </pc:sldChg>
      <pc:sldChg chg="modSp mod">
        <pc:chgData name="Gaspar Alfaro García" userId="b9682869-b526-4b6d-8301-b00acddeffaf" providerId="ADAL" clId="{9F16C0B6-1760-4BCA-8131-AB4CDB426109}" dt="2025-02-19T15:42:50.382" v="1206" actId="403"/>
        <pc:sldMkLst>
          <pc:docMk/>
          <pc:sldMk cId="4005934160" sldId="286"/>
        </pc:sldMkLst>
        <pc:spChg chg="mod">
          <ac:chgData name="Gaspar Alfaro García" userId="b9682869-b526-4b6d-8301-b00acddeffaf" providerId="ADAL" clId="{9F16C0B6-1760-4BCA-8131-AB4CDB426109}" dt="2025-02-19T15:42:50.382" v="1206" actId="403"/>
          <ac:spMkLst>
            <pc:docMk/>
            <pc:sldMk cId="4005934160" sldId="286"/>
            <ac:spMk id="2" creationId="{EB85019A-A8E3-ADE7-E150-4E89D40028A2}"/>
          </ac:spMkLst>
        </pc:spChg>
      </pc:sldChg>
      <pc:sldChg chg="modSp mod">
        <pc:chgData name="Gaspar Alfaro García" userId="b9682869-b526-4b6d-8301-b00acddeffaf" providerId="ADAL" clId="{9F16C0B6-1760-4BCA-8131-AB4CDB426109}" dt="2025-02-19T15:42:54.887" v="1208" actId="403"/>
        <pc:sldMkLst>
          <pc:docMk/>
          <pc:sldMk cId="4246178381" sldId="287"/>
        </pc:sldMkLst>
        <pc:spChg chg="mod">
          <ac:chgData name="Gaspar Alfaro García" userId="b9682869-b526-4b6d-8301-b00acddeffaf" providerId="ADAL" clId="{9F16C0B6-1760-4BCA-8131-AB4CDB426109}" dt="2025-02-19T15:42:54.887" v="1208" actId="403"/>
          <ac:spMkLst>
            <pc:docMk/>
            <pc:sldMk cId="4246178381" sldId="287"/>
            <ac:spMk id="2" creationId="{A72FB096-B259-2ECF-06D6-FABFC1500524}"/>
          </ac:spMkLst>
        </pc:spChg>
      </pc:sldChg>
      <pc:sldChg chg="modSp mod">
        <pc:chgData name="Gaspar Alfaro García" userId="b9682869-b526-4b6d-8301-b00acddeffaf" providerId="ADAL" clId="{9F16C0B6-1760-4BCA-8131-AB4CDB426109}" dt="2025-02-19T15:43:03.557" v="1211" actId="14100"/>
        <pc:sldMkLst>
          <pc:docMk/>
          <pc:sldMk cId="3691565165" sldId="288"/>
        </pc:sldMkLst>
        <pc:spChg chg="mod">
          <ac:chgData name="Gaspar Alfaro García" userId="b9682869-b526-4b6d-8301-b00acddeffaf" providerId="ADAL" clId="{9F16C0B6-1760-4BCA-8131-AB4CDB426109}" dt="2025-02-19T15:43:03.557" v="1211" actId="14100"/>
          <ac:spMkLst>
            <pc:docMk/>
            <pc:sldMk cId="3691565165" sldId="288"/>
            <ac:spMk id="2" creationId="{C2AC1B47-F56C-2BCD-D503-81E29EE35804}"/>
          </ac:spMkLst>
        </pc:spChg>
      </pc:sldChg>
      <pc:sldChg chg="addSp modSp add del mod">
        <pc:chgData name="Gaspar Alfaro García" userId="b9682869-b526-4b6d-8301-b00acddeffaf" providerId="ADAL" clId="{9F16C0B6-1760-4BCA-8131-AB4CDB426109}" dt="2025-02-19T19:22:26.969" v="2666" actId="20577"/>
        <pc:sldMkLst>
          <pc:docMk/>
          <pc:sldMk cId="3845432740" sldId="289"/>
        </pc:sldMkLst>
        <pc:spChg chg="mod">
          <ac:chgData name="Gaspar Alfaro García" userId="b9682869-b526-4b6d-8301-b00acddeffaf" providerId="ADAL" clId="{9F16C0B6-1760-4BCA-8131-AB4CDB426109}" dt="2025-02-19T19:20:39.021" v="2589" actId="1076"/>
          <ac:spMkLst>
            <pc:docMk/>
            <pc:sldMk cId="3845432740" sldId="289"/>
            <ac:spMk id="2" creationId="{A55AE8B1-607A-F6DA-BDE4-3EA0809FB5A1}"/>
          </ac:spMkLst>
        </pc:spChg>
        <pc:spChg chg="add mod">
          <ac:chgData name="Gaspar Alfaro García" userId="b9682869-b526-4b6d-8301-b00acddeffaf" providerId="ADAL" clId="{9F16C0B6-1760-4BCA-8131-AB4CDB426109}" dt="2025-02-19T19:20:44.906" v="2590" actId="1076"/>
          <ac:spMkLst>
            <pc:docMk/>
            <pc:sldMk cId="3845432740" sldId="289"/>
            <ac:spMk id="3" creationId="{DF5954BC-FD8B-F74F-10A6-CCF90FF94E55}"/>
          </ac:spMkLst>
        </pc:spChg>
        <pc:spChg chg="add mod">
          <ac:chgData name="Gaspar Alfaro García" userId="b9682869-b526-4b6d-8301-b00acddeffaf" providerId="ADAL" clId="{9F16C0B6-1760-4BCA-8131-AB4CDB426109}" dt="2025-02-19T19:20:44.906" v="2590" actId="1076"/>
          <ac:spMkLst>
            <pc:docMk/>
            <pc:sldMk cId="3845432740" sldId="289"/>
            <ac:spMk id="5" creationId="{62F5ECED-CEEC-531A-1751-67B41069014D}"/>
          </ac:spMkLst>
        </pc:spChg>
        <pc:spChg chg="add mod">
          <ac:chgData name="Gaspar Alfaro García" userId="b9682869-b526-4b6d-8301-b00acddeffaf" providerId="ADAL" clId="{9F16C0B6-1760-4BCA-8131-AB4CDB426109}" dt="2025-02-19T19:19:14.239" v="2574" actId="207"/>
          <ac:spMkLst>
            <pc:docMk/>
            <pc:sldMk cId="3845432740" sldId="289"/>
            <ac:spMk id="6" creationId="{B518DD7C-02C2-ADE2-C1C6-75386BCF6448}"/>
          </ac:spMkLst>
        </pc:spChg>
        <pc:spChg chg="add mod">
          <ac:chgData name="Gaspar Alfaro García" userId="b9682869-b526-4b6d-8301-b00acddeffaf" providerId="ADAL" clId="{9F16C0B6-1760-4BCA-8131-AB4CDB426109}" dt="2025-02-19T19:22:26.969" v="2666" actId="20577"/>
          <ac:spMkLst>
            <pc:docMk/>
            <pc:sldMk cId="3845432740" sldId="289"/>
            <ac:spMk id="7" creationId="{1437960A-AEB4-92F6-09AB-63798C779C5C}"/>
          </ac:spMkLst>
        </pc:spChg>
        <pc:spChg chg="add mod">
          <ac:chgData name="Gaspar Alfaro García" userId="b9682869-b526-4b6d-8301-b00acddeffaf" providerId="ADAL" clId="{9F16C0B6-1760-4BCA-8131-AB4CDB426109}" dt="2025-02-19T19:20:44.906" v="2590" actId="1076"/>
          <ac:spMkLst>
            <pc:docMk/>
            <pc:sldMk cId="3845432740" sldId="289"/>
            <ac:spMk id="8" creationId="{72BBF885-CB79-BE0F-AC6E-9C01364C607D}"/>
          </ac:spMkLst>
        </pc:spChg>
        <pc:spChg chg="add mod">
          <ac:chgData name="Gaspar Alfaro García" userId="b9682869-b526-4b6d-8301-b00acddeffaf" providerId="ADAL" clId="{9F16C0B6-1760-4BCA-8131-AB4CDB426109}" dt="2025-02-19T19:20:44.906" v="2590" actId="1076"/>
          <ac:spMkLst>
            <pc:docMk/>
            <pc:sldMk cId="3845432740" sldId="289"/>
            <ac:spMk id="10" creationId="{211C0DD7-D7C3-9601-1CEB-51A6A679B086}"/>
          </ac:spMkLst>
        </pc:spChg>
        <pc:spChg chg="add mod">
          <ac:chgData name="Gaspar Alfaro García" userId="b9682869-b526-4b6d-8301-b00acddeffaf" providerId="ADAL" clId="{9F16C0B6-1760-4BCA-8131-AB4CDB426109}" dt="2025-02-19T19:20:44.906" v="2590" actId="1076"/>
          <ac:spMkLst>
            <pc:docMk/>
            <pc:sldMk cId="3845432740" sldId="289"/>
            <ac:spMk id="11" creationId="{48A748B8-0C27-0E8D-E871-EBFD94561951}"/>
          </ac:spMkLst>
        </pc:spChg>
        <pc:spChg chg="add mod">
          <ac:chgData name="Gaspar Alfaro García" userId="b9682869-b526-4b6d-8301-b00acddeffaf" providerId="ADAL" clId="{9F16C0B6-1760-4BCA-8131-AB4CDB426109}" dt="2025-02-19T19:20:44.906" v="2590" actId="1076"/>
          <ac:spMkLst>
            <pc:docMk/>
            <pc:sldMk cId="3845432740" sldId="289"/>
            <ac:spMk id="12" creationId="{419A2855-A8BF-85D2-4366-B59CA07CA47A}"/>
          </ac:spMkLst>
        </pc:spChg>
        <pc:spChg chg="add mod">
          <ac:chgData name="Gaspar Alfaro García" userId="b9682869-b526-4b6d-8301-b00acddeffaf" providerId="ADAL" clId="{9F16C0B6-1760-4BCA-8131-AB4CDB426109}" dt="2025-02-19T19:15:31.533" v="2453"/>
          <ac:spMkLst>
            <pc:docMk/>
            <pc:sldMk cId="3845432740" sldId="289"/>
            <ac:spMk id="13" creationId="{62ACE95E-DC17-C32F-8927-679B36726DDA}"/>
          </ac:spMkLst>
        </pc:spChg>
        <pc:spChg chg="add mod">
          <ac:chgData name="Gaspar Alfaro García" userId="b9682869-b526-4b6d-8301-b00acddeffaf" providerId="ADAL" clId="{9F16C0B6-1760-4BCA-8131-AB4CDB426109}" dt="2025-02-19T19:15:31.533" v="2453"/>
          <ac:spMkLst>
            <pc:docMk/>
            <pc:sldMk cId="3845432740" sldId="289"/>
            <ac:spMk id="14" creationId="{7EE2CE08-DB6C-D037-3D59-48B8BB49EE50}"/>
          </ac:spMkLst>
        </pc:spChg>
        <pc:spChg chg="add mod">
          <ac:chgData name="Gaspar Alfaro García" userId="b9682869-b526-4b6d-8301-b00acddeffaf" providerId="ADAL" clId="{9F16C0B6-1760-4BCA-8131-AB4CDB426109}" dt="2025-02-19T19:20:44.906" v="2590" actId="1076"/>
          <ac:spMkLst>
            <pc:docMk/>
            <pc:sldMk cId="3845432740" sldId="289"/>
            <ac:spMk id="15" creationId="{A9493EC3-776D-74F4-1DA1-9EC85E58C1DE}"/>
          </ac:spMkLst>
        </pc:spChg>
        <pc:spChg chg="add mod">
          <ac:chgData name="Gaspar Alfaro García" userId="b9682869-b526-4b6d-8301-b00acddeffaf" providerId="ADAL" clId="{9F16C0B6-1760-4BCA-8131-AB4CDB426109}" dt="2025-02-19T19:20:44.906" v="2590" actId="1076"/>
          <ac:spMkLst>
            <pc:docMk/>
            <pc:sldMk cId="3845432740" sldId="289"/>
            <ac:spMk id="16" creationId="{FF104609-C724-CBBA-F852-658D7BF74D6B}"/>
          </ac:spMkLst>
        </pc:spChg>
        <pc:spChg chg="add mod">
          <ac:chgData name="Gaspar Alfaro García" userId="b9682869-b526-4b6d-8301-b00acddeffaf" providerId="ADAL" clId="{9F16C0B6-1760-4BCA-8131-AB4CDB426109}" dt="2025-02-19T19:20:44.906" v="2590" actId="1076"/>
          <ac:spMkLst>
            <pc:docMk/>
            <pc:sldMk cId="3845432740" sldId="289"/>
            <ac:spMk id="17" creationId="{3A1ECC79-387B-7E61-356F-3F86C9AD9D85}"/>
          </ac:spMkLst>
        </pc:spChg>
        <pc:spChg chg="add mod">
          <ac:chgData name="Gaspar Alfaro García" userId="b9682869-b526-4b6d-8301-b00acddeffaf" providerId="ADAL" clId="{9F16C0B6-1760-4BCA-8131-AB4CDB426109}" dt="2025-02-19T19:21:27.103" v="2657" actId="14100"/>
          <ac:spMkLst>
            <pc:docMk/>
            <pc:sldMk cId="3845432740" sldId="289"/>
            <ac:spMk id="18" creationId="{6E321DF5-6ABB-8045-40B6-DFAC1F9A7E2C}"/>
          </ac:spMkLst>
        </pc:spChg>
      </pc:sldChg>
      <pc:sldChg chg="addSp delSp modSp mod">
        <pc:chgData name="Gaspar Alfaro García" userId="b9682869-b526-4b6d-8301-b00acddeffaf" providerId="ADAL" clId="{9F16C0B6-1760-4BCA-8131-AB4CDB426109}" dt="2025-02-19T19:32:08.593" v="2730" actId="1076"/>
        <pc:sldMkLst>
          <pc:docMk/>
          <pc:sldMk cId="799153369" sldId="290"/>
        </pc:sldMkLst>
        <pc:spChg chg="mod">
          <ac:chgData name="Gaspar Alfaro García" userId="b9682869-b526-4b6d-8301-b00acddeffaf" providerId="ADAL" clId="{9F16C0B6-1760-4BCA-8131-AB4CDB426109}" dt="2025-02-18T17:47:14.741" v="61" actId="14100"/>
          <ac:spMkLst>
            <pc:docMk/>
            <pc:sldMk cId="799153369" sldId="290"/>
            <ac:spMk id="2" creationId="{D65C210E-F82B-2AEE-AFD7-BB4FAAFDAE41}"/>
          </ac:spMkLst>
        </pc:spChg>
        <pc:spChg chg="mod">
          <ac:chgData name="Gaspar Alfaro García" userId="b9682869-b526-4b6d-8301-b00acddeffaf" providerId="ADAL" clId="{9F16C0B6-1760-4BCA-8131-AB4CDB426109}" dt="2025-02-19T19:31:41.574" v="2725" actId="1076"/>
          <ac:spMkLst>
            <pc:docMk/>
            <pc:sldMk cId="799153369" sldId="290"/>
            <ac:spMk id="4" creationId="{DE49E4BF-EE0D-77ED-CF70-39BB9E0E81E8}"/>
          </ac:spMkLst>
        </pc:spChg>
        <pc:spChg chg="add mod">
          <ac:chgData name="Gaspar Alfaro García" userId="b9682869-b526-4b6d-8301-b00acddeffaf" providerId="ADAL" clId="{9F16C0B6-1760-4BCA-8131-AB4CDB426109}" dt="2025-02-19T19:32:08.593" v="2730" actId="1076"/>
          <ac:spMkLst>
            <pc:docMk/>
            <pc:sldMk cId="799153369" sldId="290"/>
            <ac:spMk id="13" creationId="{BF9A2E2B-A833-16F1-B0B9-038B10A4950A}"/>
          </ac:spMkLst>
        </pc:spChg>
        <pc:picChg chg="add del mod">
          <ac:chgData name="Gaspar Alfaro García" userId="b9682869-b526-4b6d-8301-b00acddeffaf" providerId="ADAL" clId="{9F16C0B6-1760-4BCA-8131-AB4CDB426109}" dt="2025-02-19T19:09:26.679" v="2266"/>
          <ac:picMkLst>
            <pc:docMk/>
            <pc:sldMk cId="799153369" sldId="290"/>
            <ac:picMk id="5" creationId="{937C0644-247B-DF2A-AD33-3002439A4F72}"/>
          </ac:picMkLst>
        </pc:picChg>
        <pc:picChg chg="add mod">
          <ac:chgData name="Gaspar Alfaro García" userId="b9682869-b526-4b6d-8301-b00acddeffaf" providerId="ADAL" clId="{9F16C0B6-1760-4BCA-8131-AB4CDB426109}" dt="2025-02-19T19:09:24.999" v="2262"/>
          <ac:picMkLst>
            <pc:docMk/>
            <pc:sldMk cId="799153369" sldId="290"/>
            <ac:picMk id="7" creationId="{11870D37-498A-CCEA-5AFC-7422C1D4FAA9}"/>
          </ac:picMkLst>
        </pc:picChg>
        <pc:picChg chg="add mod">
          <ac:chgData name="Gaspar Alfaro García" userId="b9682869-b526-4b6d-8301-b00acddeffaf" providerId="ADAL" clId="{9F16C0B6-1760-4BCA-8131-AB4CDB426109}" dt="2025-02-19T19:28:14.476" v="2694" actId="1076"/>
          <ac:picMkLst>
            <pc:docMk/>
            <pc:sldMk cId="799153369" sldId="290"/>
            <ac:picMk id="9" creationId="{8565D8AE-DA7C-7997-7C76-890A9C6F11EA}"/>
          </ac:picMkLst>
        </pc:picChg>
        <pc:picChg chg="add mod">
          <ac:chgData name="Gaspar Alfaro García" userId="b9682869-b526-4b6d-8301-b00acddeffaf" providerId="ADAL" clId="{9F16C0B6-1760-4BCA-8131-AB4CDB426109}" dt="2025-02-19T19:32:08.593" v="2730" actId="1076"/>
          <ac:picMkLst>
            <pc:docMk/>
            <pc:sldMk cId="799153369" sldId="290"/>
            <ac:picMk id="11" creationId="{EA81E040-DECF-AF52-F8D2-31A5178DF602}"/>
          </ac:picMkLst>
        </pc:picChg>
        <pc:picChg chg="add del mod">
          <ac:chgData name="Gaspar Alfaro García" userId="b9682869-b526-4b6d-8301-b00acddeffaf" providerId="ADAL" clId="{9F16C0B6-1760-4BCA-8131-AB4CDB426109}" dt="2025-02-19T19:31:21.272" v="2722" actId="478"/>
          <ac:picMkLst>
            <pc:docMk/>
            <pc:sldMk cId="799153369" sldId="290"/>
            <ac:picMk id="12" creationId="{DBBCFFBD-9398-7457-50CB-958CD33A4410}"/>
          </ac:picMkLst>
        </pc:picChg>
      </pc:sldChg>
      <pc:sldChg chg="addSp modSp mod">
        <pc:chgData name="Gaspar Alfaro García" userId="b9682869-b526-4b6d-8301-b00acddeffaf" providerId="ADAL" clId="{9F16C0B6-1760-4BCA-8131-AB4CDB426109}" dt="2025-02-19T19:26:16.694" v="2693" actId="1076"/>
        <pc:sldMkLst>
          <pc:docMk/>
          <pc:sldMk cId="95646963" sldId="291"/>
        </pc:sldMkLst>
        <pc:spChg chg="mod">
          <ac:chgData name="Gaspar Alfaro García" userId="b9682869-b526-4b6d-8301-b00acddeffaf" providerId="ADAL" clId="{9F16C0B6-1760-4BCA-8131-AB4CDB426109}" dt="2025-02-18T17:47:04.253" v="59" actId="2711"/>
          <ac:spMkLst>
            <pc:docMk/>
            <pc:sldMk cId="95646963" sldId="291"/>
            <ac:spMk id="2" creationId="{7AF645D3-C1E9-D0F1-41F1-1428021D51BB}"/>
          </ac:spMkLst>
        </pc:spChg>
        <pc:spChg chg="ord">
          <ac:chgData name="Gaspar Alfaro García" userId="b9682869-b526-4b6d-8301-b00acddeffaf" providerId="ADAL" clId="{9F16C0B6-1760-4BCA-8131-AB4CDB426109}" dt="2025-02-19T19:26:07.787" v="2692" actId="166"/>
          <ac:spMkLst>
            <pc:docMk/>
            <pc:sldMk cId="95646963" sldId="291"/>
            <ac:spMk id="4" creationId="{8A735ADB-7EF2-389E-6C1B-D77C02D7CEC8}"/>
          </ac:spMkLst>
        </pc:spChg>
        <pc:picChg chg="add mod">
          <ac:chgData name="Gaspar Alfaro García" userId="b9682869-b526-4b6d-8301-b00acddeffaf" providerId="ADAL" clId="{9F16C0B6-1760-4BCA-8131-AB4CDB426109}" dt="2025-02-19T19:26:16.694" v="2693" actId="1076"/>
          <ac:picMkLst>
            <pc:docMk/>
            <pc:sldMk cId="95646963" sldId="291"/>
            <ac:picMk id="5" creationId="{1CD02853-839A-397C-E9CC-6BA6892EBC29}"/>
          </ac:picMkLst>
        </pc:picChg>
      </pc:sldChg>
      <pc:sldChg chg="addSp delSp modSp mod">
        <pc:chgData name="Gaspar Alfaro García" userId="b9682869-b526-4b6d-8301-b00acddeffaf" providerId="ADAL" clId="{9F16C0B6-1760-4BCA-8131-AB4CDB426109}" dt="2025-02-19T19:37:55.325" v="2835" actId="207"/>
        <pc:sldMkLst>
          <pc:docMk/>
          <pc:sldMk cId="1132360792" sldId="292"/>
        </pc:sldMkLst>
        <pc:spChg chg="mod">
          <ac:chgData name="Gaspar Alfaro García" userId="b9682869-b526-4b6d-8301-b00acddeffaf" providerId="ADAL" clId="{9F16C0B6-1760-4BCA-8131-AB4CDB426109}" dt="2025-02-18T17:46:44.405" v="57" actId="113"/>
          <ac:spMkLst>
            <pc:docMk/>
            <pc:sldMk cId="1132360792" sldId="292"/>
            <ac:spMk id="2" creationId="{79352C1E-C1CA-89CE-44DE-158595782FEA}"/>
          </ac:spMkLst>
        </pc:spChg>
        <pc:spChg chg="add mod">
          <ac:chgData name="Gaspar Alfaro García" userId="b9682869-b526-4b6d-8301-b00acddeffaf" providerId="ADAL" clId="{9F16C0B6-1760-4BCA-8131-AB4CDB426109}" dt="2025-02-19T19:37:55.325" v="2835" actId="207"/>
          <ac:spMkLst>
            <pc:docMk/>
            <pc:sldMk cId="1132360792" sldId="292"/>
            <ac:spMk id="15" creationId="{73E39DB7-C164-EB92-0298-E3B9DD37ECEC}"/>
          </ac:spMkLst>
        </pc:spChg>
        <pc:picChg chg="add mod">
          <ac:chgData name="Gaspar Alfaro García" userId="b9682869-b526-4b6d-8301-b00acddeffaf" providerId="ADAL" clId="{9F16C0B6-1760-4BCA-8131-AB4CDB426109}" dt="2025-02-19T19:33:03.738" v="2734" actId="1076"/>
          <ac:picMkLst>
            <pc:docMk/>
            <pc:sldMk cId="1132360792" sldId="292"/>
            <ac:picMk id="5" creationId="{C6214DDB-FDBC-8F84-65CC-E03E95B1A97E}"/>
          </ac:picMkLst>
        </pc:picChg>
        <pc:picChg chg="add del mod">
          <ac:chgData name="Gaspar Alfaro García" userId="b9682869-b526-4b6d-8301-b00acddeffaf" providerId="ADAL" clId="{9F16C0B6-1760-4BCA-8131-AB4CDB426109}" dt="2025-02-19T19:33:51.984" v="2740" actId="478"/>
          <ac:picMkLst>
            <pc:docMk/>
            <pc:sldMk cId="1132360792" sldId="292"/>
            <ac:picMk id="7" creationId="{2AF93492-125E-1CAF-FFFC-D3EAD9DE4578}"/>
          </ac:picMkLst>
        </pc:picChg>
        <pc:picChg chg="add mod">
          <ac:chgData name="Gaspar Alfaro García" userId="b9682869-b526-4b6d-8301-b00acddeffaf" providerId="ADAL" clId="{9F16C0B6-1760-4BCA-8131-AB4CDB426109}" dt="2025-02-19T19:35:03.695" v="2747" actId="1076"/>
          <ac:picMkLst>
            <pc:docMk/>
            <pc:sldMk cId="1132360792" sldId="292"/>
            <ac:picMk id="9" creationId="{8AF7D4AD-C299-89D1-79E9-4FBEFC12C9A8}"/>
          </ac:picMkLst>
        </pc:picChg>
        <pc:picChg chg="add mod">
          <ac:chgData name="Gaspar Alfaro García" userId="b9682869-b526-4b6d-8301-b00acddeffaf" providerId="ADAL" clId="{9F16C0B6-1760-4BCA-8131-AB4CDB426109}" dt="2025-02-19T19:36:31.776" v="2767" actId="1076"/>
          <ac:picMkLst>
            <pc:docMk/>
            <pc:sldMk cId="1132360792" sldId="292"/>
            <ac:picMk id="11" creationId="{DDBE9A8E-6968-C033-0F8A-8A546B1DFE0B}"/>
          </ac:picMkLst>
        </pc:picChg>
        <pc:picChg chg="add mod">
          <ac:chgData name="Gaspar Alfaro García" userId="b9682869-b526-4b6d-8301-b00acddeffaf" providerId="ADAL" clId="{9F16C0B6-1760-4BCA-8131-AB4CDB426109}" dt="2025-02-19T19:36:21.537" v="2764" actId="571"/>
          <ac:picMkLst>
            <pc:docMk/>
            <pc:sldMk cId="1132360792" sldId="292"/>
            <ac:picMk id="12" creationId="{258F240E-3D8B-52F7-2303-66BAE2CD8BA0}"/>
          </ac:picMkLst>
        </pc:picChg>
        <pc:cxnChg chg="add mod">
          <ac:chgData name="Gaspar Alfaro García" userId="b9682869-b526-4b6d-8301-b00acddeffaf" providerId="ADAL" clId="{9F16C0B6-1760-4BCA-8131-AB4CDB426109}" dt="2025-02-19T19:36:59.911" v="2771" actId="208"/>
          <ac:cxnSpMkLst>
            <pc:docMk/>
            <pc:sldMk cId="1132360792" sldId="292"/>
            <ac:cxnSpMk id="14" creationId="{FA4AE5FD-358E-63E5-CCAD-67279544EAD2}"/>
          </ac:cxnSpMkLst>
        </pc:cxnChg>
      </pc:sldChg>
      <pc:sldChg chg="modSp mod">
        <pc:chgData name="Gaspar Alfaro García" userId="b9682869-b526-4b6d-8301-b00acddeffaf" providerId="ADAL" clId="{9F16C0B6-1760-4BCA-8131-AB4CDB426109}" dt="2025-02-18T17:46:31.439" v="51" actId="14100"/>
        <pc:sldMkLst>
          <pc:docMk/>
          <pc:sldMk cId="912149332" sldId="293"/>
        </pc:sldMkLst>
        <pc:spChg chg="mod">
          <ac:chgData name="Gaspar Alfaro García" userId="b9682869-b526-4b6d-8301-b00acddeffaf" providerId="ADAL" clId="{9F16C0B6-1760-4BCA-8131-AB4CDB426109}" dt="2025-02-18T17:46:31.439" v="51" actId="14100"/>
          <ac:spMkLst>
            <pc:docMk/>
            <pc:sldMk cId="912149332" sldId="293"/>
            <ac:spMk id="2" creationId="{5A9C397D-97E8-2046-DEE5-4A22DBBF4632}"/>
          </ac:spMkLst>
        </pc:spChg>
        <pc:spChg chg="mod">
          <ac:chgData name="Gaspar Alfaro García" userId="b9682869-b526-4b6d-8301-b00acddeffaf" providerId="ADAL" clId="{9F16C0B6-1760-4BCA-8131-AB4CDB426109}" dt="2025-02-18T17:43:10.649" v="8" actId="2711"/>
          <ac:spMkLst>
            <pc:docMk/>
            <pc:sldMk cId="912149332" sldId="293"/>
            <ac:spMk id="5" creationId="{65DDF733-946E-1C96-F8BF-935078365456}"/>
          </ac:spMkLst>
        </pc:spChg>
        <pc:spChg chg="mod">
          <ac:chgData name="Gaspar Alfaro García" userId="b9682869-b526-4b6d-8301-b00acddeffaf" providerId="ADAL" clId="{9F16C0B6-1760-4BCA-8131-AB4CDB426109}" dt="2025-02-18T17:43:27.621" v="10" actId="207"/>
          <ac:spMkLst>
            <pc:docMk/>
            <pc:sldMk cId="912149332" sldId="293"/>
            <ac:spMk id="7" creationId="{52CCF704-81C4-8EB3-1195-581FBCC3BB75}"/>
          </ac:spMkLst>
        </pc:spChg>
      </pc:sldChg>
      <pc:sldChg chg="modSp mod">
        <pc:chgData name="Gaspar Alfaro García" userId="b9682869-b526-4b6d-8301-b00acddeffaf" providerId="ADAL" clId="{9F16C0B6-1760-4BCA-8131-AB4CDB426109}" dt="2025-02-19T16:28:44.849" v="1642" actId="207"/>
        <pc:sldMkLst>
          <pc:docMk/>
          <pc:sldMk cId="2578959350" sldId="296"/>
        </pc:sldMkLst>
        <pc:spChg chg="mod">
          <ac:chgData name="Gaspar Alfaro García" userId="b9682869-b526-4b6d-8301-b00acddeffaf" providerId="ADAL" clId="{9F16C0B6-1760-4BCA-8131-AB4CDB426109}" dt="2025-02-18T17:46:34.970" v="52" actId="14100"/>
          <ac:spMkLst>
            <pc:docMk/>
            <pc:sldMk cId="2578959350" sldId="296"/>
            <ac:spMk id="2" creationId="{D48236CD-E53E-096B-E3D5-5CDF5544A0DF}"/>
          </ac:spMkLst>
        </pc:spChg>
        <pc:spChg chg="mod">
          <ac:chgData name="Gaspar Alfaro García" userId="b9682869-b526-4b6d-8301-b00acddeffaf" providerId="ADAL" clId="{9F16C0B6-1760-4BCA-8131-AB4CDB426109}" dt="2025-02-18T17:45:46.185" v="44" actId="2711"/>
          <ac:spMkLst>
            <pc:docMk/>
            <pc:sldMk cId="2578959350" sldId="296"/>
            <ac:spMk id="5" creationId="{E20AD514-02AF-313B-F8FD-D9A7646509AA}"/>
          </ac:spMkLst>
        </pc:spChg>
        <pc:spChg chg="mod">
          <ac:chgData name="Gaspar Alfaro García" userId="b9682869-b526-4b6d-8301-b00acddeffaf" providerId="ADAL" clId="{9F16C0B6-1760-4BCA-8131-AB4CDB426109}" dt="2025-02-19T16:28:44.849" v="1642" actId="207"/>
          <ac:spMkLst>
            <pc:docMk/>
            <pc:sldMk cId="2578959350" sldId="296"/>
            <ac:spMk id="7" creationId="{D323B2C5-C591-8ABC-1E3B-72C4BB6A9977}"/>
          </ac:spMkLst>
        </pc:spChg>
      </pc:sldChg>
      <pc:sldChg chg="modSp mod">
        <pc:chgData name="Gaspar Alfaro García" userId="b9682869-b526-4b6d-8301-b00acddeffaf" providerId="ADAL" clId="{9F16C0B6-1760-4BCA-8131-AB4CDB426109}" dt="2025-02-18T17:46:38.881" v="53" actId="14100"/>
        <pc:sldMkLst>
          <pc:docMk/>
          <pc:sldMk cId="3997911892" sldId="297"/>
        </pc:sldMkLst>
        <pc:spChg chg="mod">
          <ac:chgData name="Gaspar Alfaro García" userId="b9682869-b526-4b6d-8301-b00acddeffaf" providerId="ADAL" clId="{9F16C0B6-1760-4BCA-8131-AB4CDB426109}" dt="2025-02-18T17:46:38.881" v="53" actId="14100"/>
          <ac:spMkLst>
            <pc:docMk/>
            <pc:sldMk cId="3997911892" sldId="297"/>
            <ac:spMk id="2" creationId="{321CAE58-BFAD-85F6-9C84-B8BEB4739E22}"/>
          </ac:spMkLst>
        </pc:spChg>
        <pc:spChg chg="mod">
          <ac:chgData name="Gaspar Alfaro García" userId="b9682869-b526-4b6d-8301-b00acddeffaf" providerId="ADAL" clId="{9F16C0B6-1760-4BCA-8131-AB4CDB426109}" dt="2025-02-18T17:45:55.717" v="45" actId="2711"/>
          <ac:spMkLst>
            <pc:docMk/>
            <pc:sldMk cId="3997911892" sldId="297"/>
            <ac:spMk id="7" creationId="{F8CB079C-BE9A-B46C-6DB1-4EE46201EDBC}"/>
          </ac:spMkLst>
        </pc:spChg>
      </pc:sldChg>
      <pc:sldChg chg="modSp mod">
        <pc:chgData name="Gaspar Alfaro García" userId="b9682869-b526-4b6d-8301-b00acddeffaf" providerId="ADAL" clId="{9F16C0B6-1760-4BCA-8131-AB4CDB426109}" dt="2025-02-18T17:55:51.912" v="134" actId="2711"/>
        <pc:sldMkLst>
          <pc:docMk/>
          <pc:sldMk cId="3194772664" sldId="298"/>
        </pc:sldMkLst>
        <pc:spChg chg="mod">
          <ac:chgData name="Gaspar Alfaro García" userId="b9682869-b526-4b6d-8301-b00acddeffaf" providerId="ADAL" clId="{9F16C0B6-1760-4BCA-8131-AB4CDB426109}" dt="2025-02-18T17:53:43.987" v="117" actId="14100"/>
          <ac:spMkLst>
            <pc:docMk/>
            <pc:sldMk cId="3194772664" sldId="298"/>
            <ac:spMk id="2" creationId="{553DEFD5-505A-B707-8BE5-26C93AD74A0E}"/>
          </ac:spMkLst>
        </pc:spChg>
        <pc:spChg chg="mod">
          <ac:chgData name="Gaspar Alfaro García" userId="b9682869-b526-4b6d-8301-b00acddeffaf" providerId="ADAL" clId="{9F16C0B6-1760-4BCA-8131-AB4CDB426109}" dt="2025-02-18T17:55:43.479" v="133" actId="2711"/>
          <ac:spMkLst>
            <pc:docMk/>
            <pc:sldMk cId="3194772664" sldId="298"/>
            <ac:spMk id="3" creationId="{BE3DA543-3ABC-BF2D-8A08-0CEC5361CBBE}"/>
          </ac:spMkLst>
        </pc:spChg>
        <pc:spChg chg="mod">
          <ac:chgData name="Gaspar Alfaro García" userId="b9682869-b526-4b6d-8301-b00acddeffaf" providerId="ADAL" clId="{9F16C0B6-1760-4BCA-8131-AB4CDB426109}" dt="2025-02-18T17:55:51.912" v="134" actId="2711"/>
          <ac:spMkLst>
            <pc:docMk/>
            <pc:sldMk cId="3194772664" sldId="298"/>
            <ac:spMk id="8" creationId="{6B8C650D-7812-B7D8-0B8C-38281E4E7561}"/>
          </ac:spMkLst>
        </pc:spChg>
        <pc:spChg chg="mod">
          <ac:chgData name="Gaspar Alfaro García" userId="b9682869-b526-4b6d-8301-b00acddeffaf" providerId="ADAL" clId="{9F16C0B6-1760-4BCA-8131-AB4CDB426109}" dt="2025-02-18T17:55:16.778" v="131" actId="2711"/>
          <ac:spMkLst>
            <pc:docMk/>
            <pc:sldMk cId="3194772664" sldId="298"/>
            <ac:spMk id="9" creationId="{B52F0D91-F8EB-C9D6-BC5F-CD9B2960A5EE}"/>
          </ac:spMkLst>
        </pc:spChg>
        <pc:spChg chg="mod">
          <ac:chgData name="Gaspar Alfaro García" userId="b9682869-b526-4b6d-8301-b00acddeffaf" providerId="ADAL" clId="{9F16C0B6-1760-4BCA-8131-AB4CDB426109}" dt="2025-02-18T17:55:07.459" v="130" actId="2711"/>
          <ac:spMkLst>
            <pc:docMk/>
            <pc:sldMk cId="3194772664" sldId="298"/>
            <ac:spMk id="13" creationId="{02F57465-F952-FC4C-A309-39E8D0099A12}"/>
          </ac:spMkLst>
        </pc:spChg>
        <pc:spChg chg="mod">
          <ac:chgData name="Gaspar Alfaro García" userId="b9682869-b526-4b6d-8301-b00acddeffaf" providerId="ADAL" clId="{9F16C0B6-1760-4BCA-8131-AB4CDB426109}" dt="2025-02-18T17:55:03.411" v="129" actId="2711"/>
          <ac:spMkLst>
            <pc:docMk/>
            <pc:sldMk cId="3194772664" sldId="298"/>
            <ac:spMk id="17" creationId="{1588969B-99C1-3736-F9DF-73D0F37D070A}"/>
          </ac:spMkLst>
        </pc:spChg>
        <pc:spChg chg="mod">
          <ac:chgData name="Gaspar Alfaro García" userId="b9682869-b526-4b6d-8301-b00acddeffaf" providerId="ADAL" clId="{9F16C0B6-1760-4BCA-8131-AB4CDB426109}" dt="2025-02-18T17:54:45.406" v="128" actId="2711"/>
          <ac:spMkLst>
            <pc:docMk/>
            <pc:sldMk cId="3194772664" sldId="298"/>
            <ac:spMk id="18" creationId="{54B87944-D307-77B5-4BAA-B4DE43E7AB12}"/>
          </ac:spMkLst>
        </pc:spChg>
        <pc:spChg chg="mod">
          <ac:chgData name="Gaspar Alfaro García" userId="b9682869-b526-4b6d-8301-b00acddeffaf" providerId="ADAL" clId="{9F16C0B6-1760-4BCA-8131-AB4CDB426109}" dt="2025-02-18T17:54:30.397" v="123" actId="2711"/>
          <ac:spMkLst>
            <pc:docMk/>
            <pc:sldMk cId="3194772664" sldId="298"/>
            <ac:spMk id="43" creationId="{1A12D714-8998-8120-C206-81022116D112}"/>
          </ac:spMkLst>
        </pc:spChg>
        <pc:spChg chg="mod">
          <ac:chgData name="Gaspar Alfaro García" userId="b9682869-b526-4b6d-8301-b00acddeffaf" providerId="ADAL" clId="{9F16C0B6-1760-4BCA-8131-AB4CDB426109}" dt="2025-02-18T17:55:25.172" v="132" actId="2711"/>
          <ac:spMkLst>
            <pc:docMk/>
            <pc:sldMk cId="3194772664" sldId="298"/>
            <ac:spMk id="44" creationId="{17A862A6-F4DC-B287-52EC-3EBED75526D1}"/>
          </ac:spMkLst>
        </pc:spChg>
        <pc:spChg chg="mod">
          <ac:chgData name="Gaspar Alfaro García" userId="b9682869-b526-4b6d-8301-b00acddeffaf" providerId="ADAL" clId="{9F16C0B6-1760-4BCA-8131-AB4CDB426109}" dt="2025-02-18T17:54:39.989" v="127" actId="255"/>
          <ac:spMkLst>
            <pc:docMk/>
            <pc:sldMk cId="3194772664" sldId="298"/>
            <ac:spMk id="50" creationId="{53C0CF0B-61D9-6A2D-10BB-D2EE376D076C}"/>
          </ac:spMkLst>
        </pc:spChg>
        <pc:spChg chg="mod">
          <ac:chgData name="Gaspar Alfaro García" userId="b9682869-b526-4b6d-8301-b00acddeffaf" providerId="ADAL" clId="{9F16C0B6-1760-4BCA-8131-AB4CDB426109}" dt="2025-02-18T17:54:16.880" v="121" actId="255"/>
          <ac:spMkLst>
            <pc:docMk/>
            <pc:sldMk cId="3194772664" sldId="298"/>
            <ac:spMk id="51" creationId="{2DEE40CE-0898-D762-F366-AD1FB59E1A79}"/>
          </ac:spMkLst>
        </pc:spChg>
        <pc:spChg chg="mod">
          <ac:chgData name="Gaspar Alfaro García" userId="b9682869-b526-4b6d-8301-b00acddeffaf" providerId="ADAL" clId="{9F16C0B6-1760-4BCA-8131-AB4CDB426109}" dt="2025-02-18T17:54:03.421" v="120" actId="404"/>
          <ac:spMkLst>
            <pc:docMk/>
            <pc:sldMk cId="3194772664" sldId="298"/>
            <ac:spMk id="52" creationId="{4AF9455E-0F01-36EE-6678-A1E70AC4A211}"/>
          </ac:spMkLst>
        </pc:spChg>
      </pc:sldChg>
      <pc:sldChg chg="addSp delSp modSp new mod ord">
        <pc:chgData name="Gaspar Alfaro García" userId="b9682869-b526-4b6d-8301-b00acddeffaf" providerId="ADAL" clId="{9F16C0B6-1760-4BCA-8131-AB4CDB426109}" dt="2025-02-19T11:31:42.306" v="1128" actId="1076"/>
        <pc:sldMkLst>
          <pc:docMk/>
          <pc:sldMk cId="3431720624" sldId="299"/>
        </pc:sldMkLst>
        <pc:spChg chg="del">
          <ac:chgData name="Gaspar Alfaro García" userId="b9682869-b526-4b6d-8301-b00acddeffaf" providerId="ADAL" clId="{9F16C0B6-1760-4BCA-8131-AB4CDB426109}" dt="2025-02-19T11:30:44.133" v="1117" actId="478"/>
          <ac:spMkLst>
            <pc:docMk/>
            <pc:sldMk cId="3431720624" sldId="299"/>
            <ac:spMk id="2" creationId="{3C0B8171-8342-E60F-8F54-4952ACA2EDA2}"/>
          </ac:spMkLst>
        </pc:spChg>
        <pc:spChg chg="del">
          <ac:chgData name="Gaspar Alfaro García" userId="b9682869-b526-4b6d-8301-b00acddeffaf" providerId="ADAL" clId="{9F16C0B6-1760-4BCA-8131-AB4CDB426109}" dt="2025-02-19T11:30:45.845" v="1118" actId="478"/>
          <ac:spMkLst>
            <pc:docMk/>
            <pc:sldMk cId="3431720624" sldId="299"/>
            <ac:spMk id="3" creationId="{7498D23C-894E-D7ED-4C37-196D24979534}"/>
          </ac:spMkLst>
        </pc:spChg>
        <pc:spChg chg="add mod">
          <ac:chgData name="Gaspar Alfaro García" userId="b9682869-b526-4b6d-8301-b00acddeffaf" providerId="ADAL" clId="{9F16C0B6-1760-4BCA-8131-AB4CDB426109}" dt="2025-02-19T11:30:47.117" v="1119"/>
          <ac:spMkLst>
            <pc:docMk/>
            <pc:sldMk cId="3431720624" sldId="299"/>
            <ac:spMk id="4" creationId="{EA4396C7-59D1-7F62-CA5A-1B5CD867AEA3}"/>
          </ac:spMkLst>
        </pc:spChg>
        <pc:picChg chg="add mod">
          <ac:chgData name="Gaspar Alfaro García" userId="b9682869-b526-4b6d-8301-b00acddeffaf" providerId="ADAL" clId="{9F16C0B6-1760-4BCA-8131-AB4CDB426109}" dt="2025-02-19T11:31:42.306" v="1128" actId="1076"/>
          <ac:picMkLst>
            <pc:docMk/>
            <pc:sldMk cId="3431720624" sldId="299"/>
            <ac:picMk id="6" creationId="{2EBD5480-30D9-D088-D583-6A0F98254024}"/>
          </ac:picMkLst>
        </pc:picChg>
      </pc:sldChg>
      <pc:sldChg chg="addSp delSp modSp new mod">
        <pc:chgData name="Gaspar Alfaro García" userId="b9682869-b526-4b6d-8301-b00acddeffaf" providerId="ADAL" clId="{9F16C0B6-1760-4BCA-8131-AB4CDB426109}" dt="2025-02-19T16:54:34.680" v="2066" actId="1076"/>
        <pc:sldMkLst>
          <pc:docMk/>
          <pc:sldMk cId="3903438473" sldId="300"/>
        </pc:sldMkLst>
        <pc:spChg chg="del">
          <ac:chgData name="Gaspar Alfaro García" userId="b9682869-b526-4b6d-8301-b00acddeffaf" providerId="ADAL" clId="{9F16C0B6-1760-4BCA-8131-AB4CDB426109}" dt="2025-02-19T16:53:49.774" v="2055" actId="478"/>
          <ac:spMkLst>
            <pc:docMk/>
            <pc:sldMk cId="3903438473" sldId="300"/>
            <ac:spMk id="2" creationId="{ADE6ED98-5DFB-F784-9FD7-8AB7D73FF2D5}"/>
          </ac:spMkLst>
        </pc:spChg>
        <pc:spChg chg="del">
          <ac:chgData name="Gaspar Alfaro García" userId="b9682869-b526-4b6d-8301-b00acddeffaf" providerId="ADAL" clId="{9F16C0B6-1760-4BCA-8131-AB4CDB426109}" dt="2025-02-19T16:53:47.348" v="2053" actId="478"/>
          <ac:spMkLst>
            <pc:docMk/>
            <pc:sldMk cId="3903438473" sldId="300"/>
            <ac:spMk id="3" creationId="{36B07180-A3BC-4F51-9C71-DFF9BC636E63}"/>
          </ac:spMkLst>
        </pc:spChg>
        <pc:spChg chg="add del mod">
          <ac:chgData name="Gaspar Alfaro García" userId="b9682869-b526-4b6d-8301-b00acddeffaf" providerId="ADAL" clId="{9F16C0B6-1760-4BCA-8131-AB4CDB426109}" dt="2025-02-19T16:53:48.288" v="2054" actId="478"/>
          <ac:spMkLst>
            <pc:docMk/>
            <pc:sldMk cId="3903438473" sldId="300"/>
            <ac:spMk id="4" creationId="{4882D0A0-6F1C-E5E9-32D9-616532071CBB}"/>
          </ac:spMkLst>
        </pc:spChg>
        <pc:spChg chg="add mod">
          <ac:chgData name="Gaspar Alfaro García" userId="b9682869-b526-4b6d-8301-b00acddeffaf" providerId="ADAL" clId="{9F16C0B6-1760-4BCA-8131-AB4CDB426109}" dt="2025-02-19T16:53:44.307" v="2052"/>
          <ac:spMkLst>
            <pc:docMk/>
            <pc:sldMk cId="3903438473" sldId="300"/>
            <ac:spMk id="5" creationId="{3EA16B4E-5B82-6E6E-5173-AC29E70BA2A1}"/>
          </ac:spMkLst>
        </pc:spChg>
        <pc:spChg chg="add mod">
          <ac:chgData name="Gaspar Alfaro García" userId="b9682869-b526-4b6d-8301-b00acddeffaf" providerId="ADAL" clId="{9F16C0B6-1760-4BCA-8131-AB4CDB426109}" dt="2025-02-19T16:54:02.141" v="2060"/>
          <ac:spMkLst>
            <pc:docMk/>
            <pc:sldMk cId="3903438473" sldId="300"/>
            <ac:spMk id="6" creationId="{96A2326A-9487-23FC-A60E-93869C84662C}"/>
          </ac:spMkLst>
        </pc:spChg>
        <pc:picChg chg="add mod">
          <ac:chgData name="Gaspar Alfaro García" userId="b9682869-b526-4b6d-8301-b00acddeffaf" providerId="ADAL" clId="{9F16C0B6-1760-4BCA-8131-AB4CDB426109}" dt="2025-02-19T16:54:34.680" v="2066" actId="1076"/>
          <ac:picMkLst>
            <pc:docMk/>
            <pc:sldMk cId="3903438473" sldId="300"/>
            <ac:picMk id="8" creationId="{96A11575-4EDA-7E8E-6FF8-E65319B13E60}"/>
          </ac:picMkLst>
        </pc:picChg>
      </pc:sldChg>
      <pc:sldChg chg="addSp delSp modSp new mod modAnim">
        <pc:chgData name="Gaspar Alfaro García" userId="b9682869-b526-4b6d-8301-b00acddeffaf" providerId="ADAL" clId="{9F16C0B6-1760-4BCA-8131-AB4CDB426109}" dt="2025-02-19T17:16:52.760" v="2201"/>
        <pc:sldMkLst>
          <pc:docMk/>
          <pc:sldMk cId="1225364323" sldId="301"/>
        </pc:sldMkLst>
        <pc:spChg chg="del">
          <ac:chgData name="Gaspar Alfaro García" userId="b9682869-b526-4b6d-8301-b00acddeffaf" providerId="ADAL" clId="{9F16C0B6-1760-4BCA-8131-AB4CDB426109}" dt="2025-02-19T16:55:45.049" v="2068" actId="478"/>
          <ac:spMkLst>
            <pc:docMk/>
            <pc:sldMk cId="1225364323" sldId="301"/>
            <ac:spMk id="2" creationId="{A0D23D1E-F338-CB4D-D63B-13FD961AB09B}"/>
          </ac:spMkLst>
        </pc:spChg>
        <pc:spChg chg="del">
          <ac:chgData name="Gaspar Alfaro García" userId="b9682869-b526-4b6d-8301-b00acddeffaf" providerId="ADAL" clId="{9F16C0B6-1760-4BCA-8131-AB4CDB426109}" dt="2025-02-19T16:55:45.963" v="2069" actId="478"/>
          <ac:spMkLst>
            <pc:docMk/>
            <pc:sldMk cId="1225364323" sldId="301"/>
            <ac:spMk id="3" creationId="{09A8B21A-222A-3689-BB6E-534BAD94635F}"/>
          </ac:spMkLst>
        </pc:spChg>
        <pc:spChg chg="add mod">
          <ac:chgData name="Gaspar Alfaro García" userId="b9682869-b526-4b6d-8301-b00acddeffaf" providerId="ADAL" clId="{9F16C0B6-1760-4BCA-8131-AB4CDB426109}" dt="2025-02-19T17:13:57.329" v="2136" actId="1076"/>
          <ac:spMkLst>
            <pc:docMk/>
            <pc:sldMk cId="1225364323" sldId="301"/>
            <ac:spMk id="4" creationId="{2584EE3A-7D8F-BD32-AB8D-BD356B8809A2}"/>
          </ac:spMkLst>
        </pc:spChg>
        <pc:spChg chg="add mod">
          <ac:chgData name="Gaspar Alfaro García" userId="b9682869-b526-4b6d-8301-b00acddeffaf" providerId="ADAL" clId="{9F16C0B6-1760-4BCA-8131-AB4CDB426109}" dt="2025-02-19T17:14:17.337" v="2140" actId="1076"/>
          <ac:spMkLst>
            <pc:docMk/>
            <pc:sldMk cId="1225364323" sldId="301"/>
            <ac:spMk id="7" creationId="{5BA463A2-B5A3-B305-1E2A-9B38ECEA623E}"/>
          </ac:spMkLst>
        </pc:spChg>
        <pc:spChg chg="add mod">
          <ac:chgData name="Gaspar Alfaro García" userId="b9682869-b526-4b6d-8301-b00acddeffaf" providerId="ADAL" clId="{9F16C0B6-1760-4BCA-8131-AB4CDB426109}" dt="2025-02-19T17:14:17.337" v="2140" actId="1076"/>
          <ac:spMkLst>
            <pc:docMk/>
            <pc:sldMk cId="1225364323" sldId="301"/>
            <ac:spMk id="18" creationId="{2E3D20EB-07CC-2B79-5482-37D0AD1B8C35}"/>
          </ac:spMkLst>
        </pc:spChg>
        <pc:spChg chg="add mod">
          <ac:chgData name="Gaspar Alfaro García" userId="b9682869-b526-4b6d-8301-b00acddeffaf" providerId="ADAL" clId="{9F16C0B6-1760-4BCA-8131-AB4CDB426109}" dt="2025-02-19T17:14:14.820" v="2139" actId="571"/>
          <ac:spMkLst>
            <pc:docMk/>
            <pc:sldMk cId="1225364323" sldId="301"/>
            <ac:spMk id="19" creationId="{B8B119D2-A037-E688-AFD1-5FD0ED7DE074}"/>
          </ac:spMkLst>
        </pc:spChg>
        <pc:spChg chg="add mod">
          <ac:chgData name="Gaspar Alfaro García" userId="b9682869-b526-4b6d-8301-b00acddeffaf" providerId="ADAL" clId="{9F16C0B6-1760-4BCA-8131-AB4CDB426109}" dt="2025-02-19T17:14:14.820" v="2139" actId="571"/>
          <ac:spMkLst>
            <pc:docMk/>
            <pc:sldMk cId="1225364323" sldId="301"/>
            <ac:spMk id="20" creationId="{86492505-BC35-C1F0-6FB9-FDF038C1422E}"/>
          </ac:spMkLst>
        </pc:spChg>
        <pc:spChg chg="add mod">
          <ac:chgData name="Gaspar Alfaro García" userId="b9682869-b526-4b6d-8301-b00acddeffaf" providerId="ADAL" clId="{9F16C0B6-1760-4BCA-8131-AB4CDB426109}" dt="2025-02-19T17:15:40.042" v="2187" actId="20577"/>
          <ac:spMkLst>
            <pc:docMk/>
            <pc:sldMk cId="1225364323" sldId="301"/>
            <ac:spMk id="21" creationId="{649192DF-97C9-C032-DC06-C744DCDF0666}"/>
          </ac:spMkLst>
        </pc:spChg>
        <pc:spChg chg="add mod">
          <ac:chgData name="Gaspar Alfaro García" userId="b9682869-b526-4b6d-8301-b00acddeffaf" providerId="ADAL" clId="{9F16C0B6-1760-4BCA-8131-AB4CDB426109}" dt="2025-02-19T17:15:47.117" v="2198" actId="20577"/>
          <ac:spMkLst>
            <pc:docMk/>
            <pc:sldMk cId="1225364323" sldId="301"/>
            <ac:spMk id="22" creationId="{F6F0CF25-E122-75A3-B2E2-7B3CF0689BC2}"/>
          </ac:spMkLst>
        </pc:spChg>
        <pc:spChg chg="add mod">
          <ac:chgData name="Gaspar Alfaro García" userId="b9682869-b526-4b6d-8301-b00acddeffaf" providerId="ADAL" clId="{9F16C0B6-1760-4BCA-8131-AB4CDB426109}" dt="2025-02-19T17:15:56.881" v="2200" actId="1076"/>
          <ac:spMkLst>
            <pc:docMk/>
            <pc:sldMk cId="1225364323" sldId="301"/>
            <ac:spMk id="23" creationId="{0C47D422-67F1-E3B6-9C60-CF2F5DA6E32A}"/>
          </ac:spMkLst>
        </pc:spChg>
        <pc:picChg chg="add del mod">
          <ac:chgData name="Gaspar Alfaro García" userId="b9682869-b526-4b6d-8301-b00acddeffaf" providerId="ADAL" clId="{9F16C0B6-1760-4BCA-8131-AB4CDB426109}" dt="2025-02-19T17:01:08.973" v="2096" actId="478"/>
          <ac:picMkLst>
            <pc:docMk/>
            <pc:sldMk cId="1225364323" sldId="301"/>
            <ac:picMk id="6" creationId="{71DD975B-7468-F457-0486-61F052FD1D0F}"/>
          </ac:picMkLst>
        </pc:picChg>
        <pc:picChg chg="add mod">
          <ac:chgData name="Gaspar Alfaro García" userId="b9682869-b526-4b6d-8301-b00acddeffaf" providerId="ADAL" clId="{9F16C0B6-1760-4BCA-8131-AB4CDB426109}" dt="2025-02-19T17:10:46.068" v="2103"/>
          <ac:picMkLst>
            <pc:docMk/>
            <pc:sldMk cId="1225364323" sldId="301"/>
            <ac:picMk id="9" creationId="{ED679DC7-DCA2-1314-BEEB-B142C708DCB6}"/>
          </ac:picMkLst>
        </pc:picChg>
        <pc:picChg chg="add mod">
          <ac:chgData name="Gaspar Alfaro García" userId="b9682869-b526-4b6d-8301-b00acddeffaf" providerId="ADAL" clId="{9F16C0B6-1760-4BCA-8131-AB4CDB426109}" dt="2025-02-19T17:10:46.068" v="2103"/>
          <ac:picMkLst>
            <pc:docMk/>
            <pc:sldMk cId="1225364323" sldId="301"/>
            <ac:picMk id="11" creationId="{23FA8D47-F81B-7F73-F856-4C5B7C01C7C8}"/>
          </ac:picMkLst>
        </pc:picChg>
        <pc:picChg chg="add mod">
          <ac:chgData name="Gaspar Alfaro García" userId="b9682869-b526-4b6d-8301-b00acddeffaf" providerId="ADAL" clId="{9F16C0B6-1760-4BCA-8131-AB4CDB426109}" dt="2025-02-19T17:15:26.588" v="2178" actId="1076"/>
          <ac:picMkLst>
            <pc:docMk/>
            <pc:sldMk cId="1225364323" sldId="301"/>
            <ac:picMk id="13" creationId="{F5664793-4757-F56B-637B-1C97D106BB13}"/>
          </ac:picMkLst>
        </pc:picChg>
        <pc:picChg chg="add mod">
          <ac:chgData name="Gaspar Alfaro García" userId="b9682869-b526-4b6d-8301-b00acddeffaf" providerId="ADAL" clId="{9F16C0B6-1760-4BCA-8131-AB4CDB426109}" dt="2025-02-19T17:15:26.588" v="2178" actId="1076"/>
          <ac:picMkLst>
            <pc:docMk/>
            <pc:sldMk cId="1225364323" sldId="301"/>
            <ac:picMk id="15" creationId="{5944AB24-7887-DAF0-804E-877AE3CA99C9}"/>
          </ac:picMkLst>
        </pc:picChg>
        <pc:picChg chg="add mod">
          <ac:chgData name="Gaspar Alfaro García" userId="b9682869-b526-4b6d-8301-b00acddeffaf" providerId="ADAL" clId="{9F16C0B6-1760-4BCA-8131-AB4CDB426109}" dt="2025-02-19T17:15:26.588" v="2178" actId="1076"/>
          <ac:picMkLst>
            <pc:docMk/>
            <pc:sldMk cId="1225364323" sldId="301"/>
            <ac:picMk id="17" creationId="{052A81A8-71EE-775A-37AE-189D9C227C0A}"/>
          </ac:picMkLst>
        </pc:picChg>
      </pc:sldChg>
      <pc:sldChg chg="addSp delSp modSp add mod">
        <pc:chgData name="Gaspar Alfaro García" userId="b9682869-b526-4b6d-8301-b00acddeffaf" providerId="ADAL" clId="{9F16C0B6-1760-4BCA-8131-AB4CDB426109}" dt="2025-02-19T19:39:52.211" v="2838" actId="478"/>
        <pc:sldMkLst>
          <pc:docMk/>
          <pc:sldMk cId="2777734948" sldId="302"/>
        </pc:sldMkLst>
        <pc:picChg chg="add del mod">
          <ac:chgData name="Gaspar Alfaro García" userId="b9682869-b526-4b6d-8301-b00acddeffaf" providerId="ADAL" clId="{9F16C0B6-1760-4BCA-8131-AB4CDB426109}" dt="2025-02-19T19:39:52.211" v="2838" actId="478"/>
          <ac:picMkLst>
            <pc:docMk/>
            <pc:sldMk cId="2777734948" sldId="302"/>
            <ac:picMk id="5" creationId="{A218344F-8D9D-9DBC-B266-BB3195657408}"/>
          </ac:picMkLst>
        </pc:picChg>
        <pc:picChg chg="del">
          <ac:chgData name="Gaspar Alfaro García" userId="b9682869-b526-4b6d-8301-b00acddeffaf" providerId="ADAL" clId="{9F16C0B6-1760-4BCA-8131-AB4CDB426109}" dt="2025-02-19T19:25:09.631" v="2677" actId="478"/>
          <ac:picMkLst>
            <pc:docMk/>
            <pc:sldMk cId="2777734948" sldId="302"/>
            <ac:picMk id="9" creationId="{7E9DBEB4-B3B9-3FC0-41C8-3BD6D8A7E510}"/>
          </ac:picMkLst>
        </pc:picChg>
      </pc:sldChg>
      <pc:sldChg chg="addSp delSp modSp add mod">
        <pc:chgData name="Gaspar Alfaro García" userId="b9682869-b526-4b6d-8301-b00acddeffaf" providerId="ADAL" clId="{9F16C0B6-1760-4BCA-8131-AB4CDB426109}" dt="2025-02-19T19:41:14.985" v="2854" actId="1076"/>
        <pc:sldMkLst>
          <pc:docMk/>
          <pc:sldMk cId="564462209" sldId="303"/>
        </pc:sldMkLst>
        <pc:spChg chg="ord">
          <ac:chgData name="Gaspar Alfaro García" userId="b9682869-b526-4b6d-8301-b00acddeffaf" providerId="ADAL" clId="{9F16C0B6-1760-4BCA-8131-AB4CDB426109}" dt="2025-02-19T19:40:09.037" v="2845" actId="166"/>
          <ac:spMkLst>
            <pc:docMk/>
            <pc:sldMk cId="564462209" sldId="303"/>
            <ac:spMk id="4" creationId="{7BEB1D61-3C1D-173C-A0BE-1CCD897844F4}"/>
          </ac:spMkLst>
        </pc:spChg>
        <pc:picChg chg="del">
          <ac:chgData name="Gaspar Alfaro García" userId="b9682869-b526-4b6d-8301-b00acddeffaf" providerId="ADAL" clId="{9F16C0B6-1760-4BCA-8131-AB4CDB426109}" dt="2025-02-19T19:39:55.054" v="2839" actId="478"/>
          <ac:picMkLst>
            <pc:docMk/>
            <pc:sldMk cId="564462209" sldId="303"/>
            <ac:picMk id="5" creationId="{9FEF6BAF-6BB5-C9E0-B461-6A8F28C0FE97}"/>
          </ac:picMkLst>
        </pc:picChg>
        <pc:picChg chg="add mod">
          <ac:chgData name="Gaspar Alfaro García" userId="b9682869-b526-4b6d-8301-b00acddeffaf" providerId="ADAL" clId="{9F16C0B6-1760-4BCA-8131-AB4CDB426109}" dt="2025-02-19T19:41:14.985" v="2854" actId="1076"/>
          <ac:picMkLst>
            <pc:docMk/>
            <pc:sldMk cId="564462209" sldId="303"/>
            <ac:picMk id="6" creationId="{02CE88C6-A19F-761B-9F7F-DA477769A1A5}"/>
          </ac:picMkLst>
        </pc:picChg>
      </pc:sldChg>
      <pc:sldChg chg="addSp delSp modSp new mod">
        <pc:chgData name="Gaspar Alfaro García" userId="b9682869-b526-4b6d-8301-b00acddeffaf" providerId="ADAL" clId="{9F16C0B6-1760-4BCA-8131-AB4CDB426109}" dt="2025-02-19T19:44:39.908" v="2924" actId="27107"/>
        <pc:sldMkLst>
          <pc:docMk/>
          <pc:sldMk cId="2291951251" sldId="304"/>
        </pc:sldMkLst>
        <pc:spChg chg="del">
          <ac:chgData name="Gaspar Alfaro García" userId="b9682869-b526-4b6d-8301-b00acddeffaf" providerId="ADAL" clId="{9F16C0B6-1760-4BCA-8131-AB4CDB426109}" dt="2025-02-19T19:41:30.795" v="2856" actId="478"/>
          <ac:spMkLst>
            <pc:docMk/>
            <pc:sldMk cId="2291951251" sldId="304"/>
            <ac:spMk id="2" creationId="{CF2D206E-FF8C-0DD6-965E-110EAE52AADF}"/>
          </ac:spMkLst>
        </pc:spChg>
        <pc:spChg chg="del">
          <ac:chgData name="Gaspar Alfaro García" userId="b9682869-b526-4b6d-8301-b00acddeffaf" providerId="ADAL" clId="{9F16C0B6-1760-4BCA-8131-AB4CDB426109}" dt="2025-02-19T19:41:31.638" v="2857" actId="478"/>
          <ac:spMkLst>
            <pc:docMk/>
            <pc:sldMk cId="2291951251" sldId="304"/>
            <ac:spMk id="3" creationId="{BB897165-8915-DDF1-DFA6-9EF99A86CCC2}"/>
          </ac:spMkLst>
        </pc:spChg>
        <pc:spChg chg="add mod">
          <ac:chgData name="Gaspar Alfaro García" userId="b9682869-b526-4b6d-8301-b00acddeffaf" providerId="ADAL" clId="{9F16C0B6-1760-4BCA-8131-AB4CDB426109}" dt="2025-02-19T19:43:46.388" v="2914" actId="1076"/>
          <ac:spMkLst>
            <pc:docMk/>
            <pc:sldMk cId="2291951251" sldId="304"/>
            <ac:spMk id="5" creationId="{D22978DA-BF4B-8EF9-C4E4-8E320AB348FA}"/>
          </ac:spMkLst>
        </pc:spChg>
        <pc:spChg chg="add mod">
          <ac:chgData name="Gaspar Alfaro García" userId="b9682869-b526-4b6d-8301-b00acddeffaf" providerId="ADAL" clId="{9F16C0B6-1760-4BCA-8131-AB4CDB426109}" dt="2025-02-19T19:44:39.908" v="2924" actId="27107"/>
          <ac:spMkLst>
            <pc:docMk/>
            <pc:sldMk cId="2291951251" sldId="304"/>
            <ac:spMk id="6" creationId="{36197756-71EA-BBE1-7B53-DA5016364245}"/>
          </ac:spMkLst>
        </pc:spChg>
        <pc:spChg chg="add mod">
          <ac:chgData name="Gaspar Alfaro García" userId="b9682869-b526-4b6d-8301-b00acddeffaf" providerId="ADAL" clId="{9F16C0B6-1760-4BCA-8131-AB4CDB426109}" dt="2025-02-19T19:43:48.498" v="2916" actId="571"/>
          <ac:spMkLst>
            <pc:docMk/>
            <pc:sldMk cId="2291951251" sldId="304"/>
            <ac:spMk id="7" creationId="{93926DF5-4389-D1D7-6846-1C78504E5332}"/>
          </ac:spMkLst>
        </pc:spChg>
        <pc:picChg chg="add mod">
          <ac:chgData name="Gaspar Alfaro García" userId="b9682869-b526-4b6d-8301-b00acddeffaf" providerId="ADAL" clId="{9F16C0B6-1760-4BCA-8131-AB4CDB426109}" dt="2025-02-19T19:42:12.843" v="2864" actId="1076"/>
          <ac:picMkLst>
            <pc:docMk/>
            <pc:sldMk cId="2291951251" sldId="304"/>
            <ac:picMk id="4" creationId="{45C58C1C-4C6D-C4A7-9F1C-C0FF0A53B276}"/>
          </ac:picMkLst>
        </pc:picChg>
      </pc:sldChg>
    </pc:docChg>
  </pc:docChgLst>
  <pc:docChgLst>
    <pc:chgData name="Gaspar Alfaro García" userId="S::gaspar.alfaro@urjc.es::b9682869-b526-4b6d-8301-b00acddeffaf" providerId="AD" clId="Web-{CF82511A-FF31-F104-D36B-A7891AA85F89}"/>
    <pc:docChg chg="modSld">
      <pc:chgData name="Gaspar Alfaro García" userId="S::gaspar.alfaro@urjc.es::b9682869-b526-4b6d-8301-b00acddeffaf" providerId="AD" clId="Web-{CF82511A-FF31-F104-D36B-A7891AA85F89}" dt="2025-02-18T17:42:50.395" v="17" actId="20577"/>
      <pc:docMkLst>
        <pc:docMk/>
      </pc:docMkLst>
      <pc:sldChg chg="modSp">
        <pc:chgData name="Gaspar Alfaro García" userId="S::gaspar.alfaro@urjc.es::b9682869-b526-4b6d-8301-b00acddeffaf" providerId="AD" clId="Web-{CF82511A-FF31-F104-D36B-A7891AA85F89}" dt="2025-02-18T17:42:50.395" v="17" actId="20577"/>
        <pc:sldMkLst>
          <pc:docMk/>
          <pc:sldMk cId="912149332" sldId="293"/>
        </pc:sldMkLst>
        <pc:spChg chg="mod">
          <ac:chgData name="Gaspar Alfaro García" userId="S::gaspar.alfaro@urjc.es::b9682869-b526-4b6d-8301-b00acddeffaf" providerId="AD" clId="Web-{CF82511A-FF31-F104-D36B-A7891AA85F89}" dt="2025-02-18T17:42:50.395" v="17" actId="20577"/>
          <ac:spMkLst>
            <pc:docMk/>
            <pc:sldMk cId="912149332" sldId="293"/>
            <ac:spMk id="7" creationId="{52CCF704-81C4-8EB3-1195-581FBCC3BB7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1B010-58DC-46D5-B5F8-DFFFED6D02C8}" type="datetimeFigureOut">
              <a:rPr lang="es-ES" smtClean="0"/>
              <a:t>4/5/25</a:t>
            </a:fld>
            <a:endParaRPr lang="es-E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2000"/>
            </a:lvl1pPr>
          </a:lstStyle>
          <a:p>
            <a:fld id="{28EA7587-D748-4B54-A2B8-6E043C119B23}" type="slidenum">
              <a:rPr lang="es-ES" smtClean="0"/>
              <a:pPr/>
              <a:t>‹#›</a:t>
            </a:fld>
            <a:endParaRPr lang="es-ES" dirty="0"/>
          </a:p>
        </p:txBody>
      </p:sp>
    </p:spTree>
    <p:extLst>
      <p:ext uri="{BB962C8B-B14F-4D97-AF65-F5344CB8AC3E}">
        <p14:creationId xmlns:p14="http://schemas.microsoft.com/office/powerpoint/2010/main" val="17627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0</a:t>
            </a:fld>
            <a:endParaRPr lang="es-ES"/>
          </a:p>
        </p:txBody>
      </p:sp>
    </p:spTree>
    <p:extLst>
      <p:ext uri="{BB962C8B-B14F-4D97-AF65-F5344CB8AC3E}">
        <p14:creationId xmlns:p14="http://schemas.microsoft.com/office/powerpoint/2010/main" val="103607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tesis abarca tres ámbitos de interés en las matemáticas y la física. La teoría de juegos, los sistemas complejos, y el control.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Estos campos están interconectados entre sí a lo largo de la investigación realizada durante el doctorado.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Primero de todo, conectando la complejidad y la teoría de juegos; hemos observado caos espacio temporal en juegos sociales espaciales. Se forman patrones de estrategias que cambian rápido con el tiempo.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Uniendo complejidad y control tenemos los métodos de control del caos. En concreto nosotros hemos estudiado las técnicas de control parcial que nos permite controlar órbitas cumpliendo unos requisitos que imponemos, pero sin fijar una trayectoria de antemano.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Por último, elaboramos un juego en el que dos individuos compiten por el control de una trayectoria, conectando así todos los ámbitos de la tesis.</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1</a:t>
            </a:fld>
            <a:endParaRPr lang="es-ES" dirty="0"/>
          </a:p>
        </p:txBody>
      </p:sp>
    </p:spTree>
    <p:extLst>
      <p:ext uri="{BB962C8B-B14F-4D97-AF65-F5344CB8AC3E}">
        <p14:creationId xmlns:p14="http://schemas.microsoft.com/office/powerpoint/2010/main" val="329284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34DAE-3031-7E09-2729-EB2B4862E68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495143-8491-4BE4-F2EA-98D35A05A0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388E049-7BFB-384A-E960-E58658838CB3}"/>
              </a:ext>
            </a:extLst>
          </p:cNvPr>
          <p:cNvSpPr>
            <a:spLocks noGrp="1"/>
          </p:cNvSpPr>
          <p:nvPr>
            <p:ph type="body" idx="1"/>
          </p:nvPr>
        </p:nvSpPr>
        <p:spPr/>
        <p:txBody>
          <a:bodyPr/>
          <a:lstStyle/>
          <a:p>
            <a:pPr marL="0" indent="0">
              <a:buNone/>
            </a:pPr>
            <a:r>
              <a:rPr lang="es-ES" dirty="0"/>
              <a:t>En el campo de teoría de juegos, nos hemos centrado en juegos evolutivos sociales donde los agentes se distribuyen de manera espacial.</a:t>
            </a:r>
          </a:p>
          <a:p>
            <a:pPr marL="0" indent="0">
              <a:buNone/>
            </a:pPr>
            <a:endParaRPr lang="es-ES" dirty="0"/>
          </a:p>
          <a:p>
            <a:pPr marL="0" indent="0">
              <a:buNone/>
            </a:pPr>
            <a:r>
              <a:rPr lang="es-ES" dirty="0"/>
              <a:t>En concreto analizamos el juego de los bienes públicos y el dilema del prisionero. </a:t>
            </a:r>
          </a:p>
          <a:p>
            <a:pPr marL="0" indent="0">
              <a:buNone/>
            </a:pPr>
            <a:endParaRPr lang="es-ES" dirty="0"/>
          </a:p>
          <a:p>
            <a:pPr marL="0" indent="0">
              <a:buNone/>
            </a:pPr>
            <a:r>
              <a:rPr lang="es-ES" dirty="0"/>
              <a:t>En estos juegos se examina la cooperación entre individuos.</a:t>
            </a:r>
          </a:p>
          <a:p>
            <a:pPr marL="0" indent="0">
              <a:buNone/>
            </a:pPr>
            <a:endParaRPr lang="es-ES" dirty="0"/>
          </a:p>
          <a:p>
            <a:pPr marL="0" indent="0">
              <a:buNone/>
            </a:pPr>
            <a:r>
              <a:rPr lang="es-ES" dirty="0"/>
              <a:t>También hemos integrado técnicas de control parcial en el campo de teoría de juegos.</a:t>
            </a:r>
          </a:p>
          <a:p>
            <a:endParaRPr lang="es-ES" dirty="0"/>
          </a:p>
        </p:txBody>
      </p:sp>
      <p:sp>
        <p:nvSpPr>
          <p:cNvPr id="4" name="Marcador de número de diapositiva 3">
            <a:extLst>
              <a:ext uri="{FF2B5EF4-FFF2-40B4-BE49-F238E27FC236}">
                <a16:creationId xmlns:a16="http://schemas.microsoft.com/office/drawing/2014/main" id="{32B0463C-790C-CA47-621B-3A6DD600560C}"/>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2</a:t>
            </a:fld>
            <a:endParaRPr lang="es-ES"/>
          </a:p>
        </p:txBody>
      </p:sp>
    </p:spTree>
    <p:extLst>
      <p:ext uri="{BB962C8B-B14F-4D97-AF65-F5344CB8AC3E}">
        <p14:creationId xmlns:p14="http://schemas.microsoft.com/office/powerpoint/2010/main" val="2197074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EEC92-5DB0-3373-67E6-CCAECC4326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7627BF-7FC7-6363-E399-8D630D7D53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C6958E8-0636-49A2-9419-3EDB36D23508}"/>
              </a:ext>
            </a:extLst>
          </p:cNvPr>
          <p:cNvSpPr>
            <a:spLocks noGrp="1"/>
          </p:cNvSpPr>
          <p:nvPr>
            <p:ph type="body" idx="1"/>
          </p:nvPr>
        </p:nvSpPr>
        <p:spPr/>
        <p:txBody>
          <a:bodyPr/>
          <a:lstStyle/>
          <a:p>
            <a:pPr marL="0" indent="0">
              <a:buNone/>
            </a:pPr>
            <a:r>
              <a:rPr lang="es-ES" dirty="0"/>
              <a:t>En el ámbito de los sistemas complejos, hemos analizado el caos espacio temporal que se produce en las configuraciones de cooperadores y no cooperadores en los juegos mencionados.</a:t>
            </a:r>
          </a:p>
          <a:p>
            <a:pPr marL="0" indent="0">
              <a:buNone/>
            </a:pPr>
            <a:endParaRPr lang="es-ES" dirty="0"/>
          </a:p>
          <a:p>
            <a:pPr marL="0" indent="0">
              <a:buNone/>
            </a:pPr>
            <a:r>
              <a:rPr lang="es-ES" dirty="0"/>
              <a:t>Para este análisis elaboramos una herramienta de medición del caos utilizando la distancia de </a:t>
            </a:r>
            <a:r>
              <a:rPr lang="es-ES" dirty="0" err="1"/>
              <a:t>Hamming</a:t>
            </a:r>
            <a:r>
              <a:rPr lang="es-ES" dirty="0"/>
              <a:t>. Esta distancia se define como la diferencia en número de caracteres entre dos objetos de mismo tamaño. Analizando el crecimiento de esta distancia en configuraciones inicialmente muy próximas entre sí, podemos determinar si el sistema presenta caos o no.</a:t>
            </a:r>
          </a:p>
          <a:p>
            <a:pPr marL="0" indent="0">
              <a:buNone/>
            </a:pPr>
            <a:endParaRPr lang="es-ES" dirty="0"/>
          </a:p>
          <a:p>
            <a:pPr marL="0" indent="0">
              <a:buNone/>
            </a:pPr>
            <a:r>
              <a:rPr lang="es-ES" dirty="0"/>
              <a:t>La investigación llevada a cabo con esta herramienta nos permite clasificar autómatas celulares en función de su complejidad. Los autómatas celulares son objetos matemáticos en los que unas reglas definen el estado de células colocadas espacialmente.</a:t>
            </a:r>
          </a:p>
        </p:txBody>
      </p:sp>
      <p:sp>
        <p:nvSpPr>
          <p:cNvPr id="4" name="Marcador de número de diapositiva 3">
            <a:extLst>
              <a:ext uri="{FF2B5EF4-FFF2-40B4-BE49-F238E27FC236}">
                <a16:creationId xmlns:a16="http://schemas.microsoft.com/office/drawing/2014/main" id="{1C4EF9B2-333D-7053-B5B3-BD7709FBFBCF}"/>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3</a:t>
            </a:fld>
            <a:endParaRPr lang="es-ES"/>
          </a:p>
        </p:txBody>
      </p:sp>
    </p:spTree>
    <p:extLst>
      <p:ext uri="{BB962C8B-B14F-4D97-AF65-F5344CB8AC3E}">
        <p14:creationId xmlns:p14="http://schemas.microsoft.com/office/powerpoint/2010/main" val="291058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02EBD-5E91-C8FA-1C72-F9BEE47182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A689273-1E4B-71DB-ABEE-F89E2FF3484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0B6EEF-7348-37DD-476C-1B4BD3ADB481}"/>
              </a:ext>
            </a:extLst>
          </p:cNvPr>
          <p:cNvSpPr>
            <a:spLocks noGrp="1"/>
          </p:cNvSpPr>
          <p:nvPr>
            <p:ph type="body" idx="1"/>
          </p:nvPr>
        </p:nvSpPr>
        <p:spPr/>
        <p:txBody>
          <a:bodyPr/>
          <a:lstStyle/>
          <a:p>
            <a:pPr marL="0" indent="0">
              <a:buNone/>
            </a:pPr>
            <a:r>
              <a:rPr lang="es-ES" dirty="0"/>
              <a:t>Finalmente profundizamos en las técnicas de control parcial.</a:t>
            </a:r>
          </a:p>
          <a:p>
            <a:pPr marL="0" indent="0">
              <a:buNone/>
            </a:pPr>
            <a:endParaRPr lang="es-ES" dirty="0"/>
          </a:p>
          <a:p>
            <a:pPr marL="0" indent="0">
              <a:buNone/>
            </a:pPr>
            <a:r>
              <a:rPr lang="es-ES" dirty="0"/>
              <a:t>Elaboramos un marco que nos permite acelerar el escape que se produce naturalmente en regiones de caos transitorio. Además, podemos controlar la trayectoria dentro de estas regiones para realizar un escape controlado. En vez de permanecer un número indeterminado de iteraciones moviéndose caóticamente por la región, fijaremos zonas por las que deberá pasar en cada iteración para que finalmente escape en un número que nosotros fijemos de iteraciones.</a:t>
            </a:r>
          </a:p>
          <a:p>
            <a:pPr marL="0" indent="0">
              <a:buNone/>
            </a:pPr>
            <a:endParaRPr lang="es-ES" dirty="0"/>
          </a:p>
          <a:p>
            <a:pPr marL="0" indent="0">
              <a:buNone/>
            </a:pPr>
            <a:r>
              <a:rPr lang="es-ES" dirty="0"/>
              <a:t>En ese mismo marco conseguimos controlar trayectorias en sistemas </a:t>
            </a:r>
            <a:r>
              <a:rPr lang="es-ES" dirty="0" err="1"/>
              <a:t>multiestables</a:t>
            </a:r>
            <a:r>
              <a:rPr lang="es-ES" dirty="0"/>
              <a:t>. En estos sistemas la órbita oscila en un atractor global que presenta dos regiones distintivamente, pasando tiempos impredecibles en una región antes de pasar a la otra.  Hemos sido capaces de controlar un sistema </a:t>
            </a:r>
            <a:r>
              <a:rPr lang="es-ES" dirty="0" err="1"/>
              <a:t>multiestable</a:t>
            </a:r>
            <a:r>
              <a:rPr lang="es-ES" dirty="0"/>
              <a:t> para que la órbita permanezca el tiempo que queramos en cada región. De esta manera generamos una órbita </a:t>
            </a:r>
            <a:r>
              <a:rPr lang="es-ES" dirty="0" err="1"/>
              <a:t>cuasiperiódica</a:t>
            </a:r>
            <a:r>
              <a:rPr lang="es-ES" dirty="0"/>
              <a:t>.</a:t>
            </a:r>
          </a:p>
          <a:p>
            <a:pPr marL="0" indent="0">
              <a:buNone/>
            </a:pPr>
            <a:endParaRPr lang="es-ES" dirty="0"/>
          </a:p>
          <a:p>
            <a:pPr marL="0" indent="0">
              <a:buNone/>
            </a:pPr>
            <a:r>
              <a:rPr lang="es-ES" dirty="0"/>
              <a:t>Por último, elaboramos un juego de supervivencia entre dos jugadores que compiten por el control de una trayectoria siguiendo el concepto original ideado por James </a:t>
            </a:r>
            <a:r>
              <a:rPr lang="es-ES" dirty="0" err="1"/>
              <a:t>Yorke</a:t>
            </a:r>
            <a:r>
              <a:rPr lang="es-ES" dirty="0"/>
              <a:t> desarrollada en este artículo.</a:t>
            </a:r>
          </a:p>
        </p:txBody>
      </p:sp>
      <p:sp>
        <p:nvSpPr>
          <p:cNvPr id="4" name="Marcador de número de diapositiva 3">
            <a:extLst>
              <a:ext uri="{FF2B5EF4-FFF2-40B4-BE49-F238E27FC236}">
                <a16:creationId xmlns:a16="http://schemas.microsoft.com/office/drawing/2014/main" id="{4D0FEA11-B49E-A2CC-A649-309DEBBD151E}"/>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4</a:t>
            </a:fld>
            <a:endParaRPr lang="es-ES"/>
          </a:p>
        </p:txBody>
      </p:sp>
    </p:spTree>
    <p:extLst>
      <p:ext uri="{BB962C8B-B14F-4D97-AF65-F5344CB8AC3E}">
        <p14:creationId xmlns:p14="http://schemas.microsoft.com/office/powerpoint/2010/main" val="1390245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Empezaré con este artículo publicado en Chaos </a:t>
            </a:r>
            <a:r>
              <a:rPr lang="es-ES" dirty="0" err="1"/>
              <a:t>Soliton</a:t>
            </a:r>
            <a:r>
              <a:rPr lang="es-ES" dirty="0"/>
              <a:t> and </a:t>
            </a:r>
            <a:r>
              <a:rPr lang="es-ES" dirty="0" err="1"/>
              <a:t>Fractals</a:t>
            </a:r>
            <a:r>
              <a:rPr lang="es-ES" dirty="0"/>
              <a:t>. En él estudiamos el juego de los bienes públicos, que es un juego social. Estudiamos el efecto en la cooperación al introducir cambios dependientes del tiempo que, por ejemplo, afectan a la rentabilidad de las inversiones.</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5</a:t>
            </a:fld>
            <a:endParaRPr lang="es-ES" dirty="0"/>
          </a:p>
        </p:txBody>
      </p:sp>
    </p:spTree>
    <p:extLst>
      <p:ext uri="{BB962C8B-B14F-4D97-AF65-F5344CB8AC3E}">
        <p14:creationId xmlns:p14="http://schemas.microsoft.com/office/powerpoint/2010/main" val="184284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050" dirty="0"/>
              <a:t>Los juegos sociales están diseñados como modelos para entender el comportamiento de sociedades. En concreto, el surgimiento y mantenimiento de la cooperación.</a:t>
            </a:r>
          </a:p>
          <a:p>
            <a:endParaRPr lang="es-ES" sz="1050" dirty="0"/>
          </a:p>
          <a:p>
            <a:r>
              <a:rPr lang="es-ES" sz="1050" dirty="0"/>
              <a:t>Generalmente se simulan las diferencias entre individuos según la definición de ciertas estrategias que pueden adoptar. Estas estrategias simplifican el comportamiento de los agentes y los separa en grupos. Como por ejemplo cooperadores y no cooperadores.</a:t>
            </a:r>
          </a:p>
          <a:p>
            <a:endParaRPr lang="es-ES" sz="1050" dirty="0"/>
          </a:p>
          <a:p>
            <a:r>
              <a:rPr lang="es-ES" sz="1050" dirty="0"/>
              <a:t>En nuestro juego los agentes se repartirán en una red cuadrada y adoptarán una estrategia inicial al azar.</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6</a:t>
            </a:fld>
            <a:endParaRPr lang="es-ES" dirty="0"/>
          </a:p>
        </p:txBody>
      </p:sp>
    </p:spTree>
    <p:extLst>
      <p:ext uri="{BB962C8B-B14F-4D97-AF65-F5344CB8AC3E}">
        <p14:creationId xmlns:p14="http://schemas.microsoft.com/office/powerpoint/2010/main" val="2068047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Estos agentes podrán cambiar de estrategia. Las reglas evolutivas modelan las decisiones que toman los agentes para este cambio.</a:t>
            </a:r>
          </a:p>
          <a:p>
            <a:endParaRPr lang="es-ES" dirty="0"/>
          </a:p>
          <a:p>
            <a:r>
              <a:rPr lang="es-ES" dirty="0"/>
              <a:t>Definimos una dinámica evolutiva de imitación en la que un individuo al azar es elegido para adoptar la estrategia de un vecino.</a:t>
            </a:r>
          </a:p>
          <a:p>
            <a:endParaRPr lang="es-ES" dirty="0"/>
          </a:p>
          <a:p>
            <a:r>
              <a:rPr lang="es-ES" dirty="0"/>
              <a:t>La formula de probabilidad de cambio de estrategia tiene en cuenta la aptitud de cada individuo en el sistema, representada por una recompensa o </a:t>
            </a:r>
            <a:r>
              <a:rPr lang="es-ES" dirty="0" err="1"/>
              <a:t>payoff</a:t>
            </a:r>
            <a:r>
              <a:rPr lang="es-ES" dirty="0"/>
              <a:t> pi. </a:t>
            </a:r>
          </a:p>
          <a:p>
            <a:endParaRPr lang="es-ES" dirty="0"/>
          </a:p>
          <a:p>
            <a:r>
              <a:rPr lang="es-ES" dirty="0"/>
              <a:t>Esta a su vez depende de la estrategia propia del individuo y de la de sus vecinos.</a:t>
            </a:r>
          </a:p>
          <a:p>
            <a:endParaRPr lang="es-ES" dirty="0"/>
          </a:p>
          <a:p>
            <a:r>
              <a:rPr lang="es-ES" dirty="0"/>
              <a:t>El parámetro K determina el ruido en el sistema. Para K tendiendo a cero siempre se adoptará la estrategia de un individuo con mayor </a:t>
            </a:r>
            <a:r>
              <a:rPr lang="es-ES" dirty="0" err="1"/>
              <a:t>pauyoff</a:t>
            </a:r>
            <a:r>
              <a:rPr lang="es-ES" dirty="0"/>
              <a:t>. Con K positivo, existirá una probabilidad de que no la adopte, o que adopte la estrategia de alguien con menor aptitud.</a:t>
            </a:r>
          </a:p>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7</a:t>
            </a:fld>
            <a:endParaRPr lang="es-ES"/>
          </a:p>
        </p:txBody>
      </p:sp>
    </p:spTree>
    <p:extLst>
      <p:ext uri="{BB962C8B-B14F-4D97-AF65-F5344CB8AC3E}">
        <p14:creationId xmlns:p14="http://schemas.microsoft.com/office/powerpoint/2010/main" val="1072903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2C24E-DD6C-8512-AAD2-288F7D68F3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E0E30F-5A7A-05EA-04D5-AF907C7EFD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DE2EAE6-3562-D19A-26CE-543FE7F34E62}"/>
              </a:ext>
            </a:extLst>
          </p:cNvPr>
          <p:cNvSpPr>
            <a:spLocks noGrp="1"/>
          </p:cNvSpPr>
          <p:nvPr>
            <p:ph type="body" idx="1"/>
          </p:nvPr>
        </p:nvSpPr>
        <p:spPr/>
        <p:txBody>
          <a:bodyPr/>
          <a:lstStyle/>
          <a:p>
            <a:r>
              <a:rPr lang="es-ES" dirty="0"/>
              <a:t>La función de probabilidad es la distribución de Fermi. Para el caso sin ruido, los agentes siempre adoptaran la estrategia de uno más apto, mientras que con K positivo hay opción a un error.</a:t>
            </a:r>
          </a:p>
        </p:txBody>
      </p:sp>
      <p:sp>
        <p:nvSpPr>
          <p:cNvPr id="4" name="Marcador de número de diapositiva 3">
            <a:extLst>
              <a:ext uri="{FF2B5EF4-FFF2-40B4-BE49-F238E27FC236}">
                <a16:creationId xmlns:a16="http://schemas.microsoft.com/office/drawing/2014/main" id="{C9B55B99-3410-9B2A-41EA-B535C1C49E4E}"/>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8</a:t>
            </a:fld>
            <a:endParaRPr lang="es-ES"/>
          </a:p>
        </p:txBody>
      </p:sp>
    </p:spTree>
    <p:extLst>
      <p:ext uri="{BB962C8B-B14F-4D97-AF65-F5344CB8AC3E}">
        <p14:creationId xmlns:p14="http://schemas.microsoft.com/office/powerpoint/2010/main" val="1690461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7B988-EC15-A7B6-A247-E5D81DE16E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7F3CBF-D2E0-3422-FA18-198F916AEF29}"/>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3E7E711D-19A2-176B-49E4-1791F03D4F7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BFDE4B0-0AB2-1EC9-BCA8-112C382C1D16}"/>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9</a:t>
            </a:fld>
            <a:endParaRPr lang="es-ES"/>
          </a:p>
        </p:txBody>
      </p:sp>
    </p:spTree>
    <p:extLst>
      <p:ext uri="{BB962C8B-B14F-4D97-AF65-F5344CB8AC3E}">
        <p14:creationId xmlns:p14="http://schemas.microsoft.com/office/powerpoint/2010/main" val="195812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¿Qué es r? r es la </a:t>
            </a:r>
            <a:r>
              <a:rPr lang="es-ES" dirty="0" err="1"/>
              <a:t>rentabildad</a:t>
            </a:r>
            <a:r>
              <a:rPr lang="es-ES" dirty="0"/>
              <a:t> de las inversiones. </a:t>
            </a:r>
            <a:r>
              <a:rPr lang="es-ES" dirty="0" err="1"/>
              <a:t>Imagenemonos</a:t>
            </a:r>
            <a:r>
              <a:rPr lang="es-ES" dirty="0"/>
              <a:t> que invertimos en un fondo paralelo al Ibex 35. Este índice marcará por cuanto se multiplica nuestra inversión comparando el tiempo en el que invertimos y el tiempo en el que vendimos y repartimos las ganancias.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diferencia entre t1 y t2 será lo que tardemos en hacer una iteración de nuestro juego.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Para simular las oscilaciones de los mercados comprobamos qué ocurre al hacer oscilar de manera sinusoidal el parámetro r. Esta oscilación es una simplificación, ya que el mercado es mucho más complicado.</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10</a:t>
            </a:fld>
            <a:endParaRPr lang="es-ES" dirty="0"/>
          </a:p>
        </p:txBody>
      </p:sp>
    </p:spTree>
    <p:extLst>
      <p:ext uri="{BB962C8B-B14F-4D97-AF65-F5344CB8AC3E}">
        <p14:creationId xmlns:p14="http://schemas.microsoft.com/office/powerpoint/2010/main" val="2655825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estas gráficas está representación la población normalizada de cada estrategia en función del tiempo. El tiempo comienza cuando se introduce la oscilación, una vez ya está relajado el sistema. </a:t>
            </a:r>
          </a:p>
          <a:p>
            <a:endParaRPr lang="es-ES" dirty="0"/>
          </a:p>
          <a:p>
            <a:r>
              <a:rPr lang="es-ES" dirty="0"/>
              <a:t>Observamos que la oscilación de r hace oscilar la población, como es natural. Pero nos damos cuenta de que la oscilación favorece a los defraudadores, en rojo, como se ve en esta gráfica, los picos de defraudadores son mayores. Para amplitudes de oscilación mayores, los defraudadores dominan el juego completamente.</a:t>
            </a:r>
          </a:p>
          <a:p>
            <a:endParaRPr lang="es-ES" dirty="0"/>
          </a:p>
          <a:p>
            <a:r>
              <a:rPr lang="es-ES" dirty="0"/>
              <a:t>Con este resultado podemos afirmar que la inestabilidad de las inversiones perjudica la cooperación entre individuos, lo cual es un hecho bien sabido en economía.</a:t>
            </a:r>
          </a:p>
          <a:p>
            <a:endParaRPr lang="es-ES" dirty="0"/>
          </a:p>
          <a:p>
            <a:r>
              <a:rPr lang="es-ES" dirty="0"/>
              <a:t>Mayores frecuencias de oscilación producen series temporales parecidas a las de el ruido aleatorio, pero siguen dando ventaja a los defraudadores.</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11</a:t>
            </a:fld>
            <a:endParaRPr lang="es-ES" dirty="0"/>
          </a:p>
        </p:txBody>
      </p:sp>
    </p:spTree>
    <p:extLst>
      <p:ext uri="{BB962C8B-B14F-4D97-AF65-F5344CB8AC3E}">
        <p14:creationId xmlns:p14="http://schemas.microsoft.com/office/powerpoint/2010/main" val="1671956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También introdujimos un retardo tau que pasa desde que un castigador detecta a un defraudador hasta que se le cobra la multa. </a:t>
            </a:r>
          </a:p>
          <a:p>
            <a:endParaRPr lang="es-ES" dirty="0"/>
          </a:p>
          <a:p>
            <a:r>
              <a:rPr lang="es-ES" dirty="0"/>
              <a:t>En estas gráficas representamos la población normalizada de cada estrategia en función de el parámetro r</a:t>
            </a:r>
          </a:p>
          <a:p>
            <a:endParaRPr lang="es-ES" dirty="0"/>
          </a:p>
          <a:p>
            <a:r>
              <a:rPr lang="es-ES" dirty="0"/>
              <a:t>Cuando hay retardo, podemos observar los defraudadores son más numerosos que cuando no lo hay.</a:t>
            </a:r>
          </a:p>
          <a:p>
            <a:endParaRPr lang="es-ES" dirty="0"/>
          </a:p>
          <a:p>
            <a:r>
              <a:rPr lang="es-ES" dirty="0"/>
              <a:t>Esto se explica, ya que psicológicamente, un castigo inmediato tiende a ser más eficaz.</a:t>
            </a:r>
          </a:p>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12</a:t>
            </a:fld>
            <a:endParaRPr lang="es-ES"/>
          </a:p>
        </p:txBody>
      </p:sp>
    </p:spTree>
    <p:extLst>
      <p:ext uri="{BB962C8B-B14F-4D97-AF65-F5344CB8AC3E}">
        <p14:creationId xmlns:p14="http://schemas.microsoft.com/office/powerpoint/2010/main" val="135117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Esta es una simulación del dilema de los prisioneros. Otro juego social en el que la estrategia de cooperar beneficia a un grupo, pero no </a:t>
            </a:r>
            <a:r>
              <a:rPr lang="es-ES" dirty="0" err="1"/>
              <a:t>coperar</a:t>
            </a:r>
            <a:r>
              <a:rPr lang="es-ES" dirty="0"/>
              <a:t> es una estrategia ganadora en muchos casos. En esta simulación los agentes actualizan su estado según la dinámica evolutiva de imitación todos a la vez. </a:t>
            </a:r>
          </a:p>
          <a:p>
            <a:endParaRPr lang="es-ES" dirty="0"/>
          </a:p>
          <a:p>
            <a:r>
              <a:rPr lang="es-ES" dirty="0"/>
              <a:t>En este artículo de May y </a:t>
            </a:r>
            <a:r>
              <a:rPr lang="es-ES" dirty="0" err="1"/>
              <a:t>Nowak</a:t>
            </a:r>
            <a:r>
              <a:rPr lang="es-ES" dirty="0"/>
              <a:t> descubrieron comportamiento caótico en la dinámica espacio-temporal de las configuraciones. Se producen cambios impredecibles que no se repiten y forman estás estructuras complejas.</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13</a:t>
            </a:fld>
            <a:endParaRPr lang="es-ES" dirty="0"/>
          </a:p>
        </p:txBody>
      </p:sp>
    </p:spTree>
    <p:extLst>
      <p:ext uri="{BB962C8B-B14F-4D97-AF65-F5344CB8AC3E}">
        <p14:creationId xmlns:p14="http://schemas.microsoft.com/office/powerpoint/2010/main" val="2887869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medir este caos espacio-temporal hemos ideado una herramienta que utiliza la distancia de </a:t>
            </a:r>
            <a:r>
              <a:rPr lang="es-ES" dirty="0" err="1"/>
              <a:t>Hamming</a:t>
            </a:r>
            <a:r>
              <a:rPr lang="es-ES" dirty="0"/>
              <a:t>. Los resultados los publicamos en </a:t>
            </a:r>
            <a:r>
              <a:rPr lang="es-ES" dirty="0" err="1"/>
              <a:t>Physical</a:t>
            </a:r>
            <a:r>
              <a:rPr lang="es-ES" dirty="0"/>
              <a:t> </a:t>
            </a:r>
            <a:r>
              <a:rPr lang="es-ES" dirty="0" err="1"/>
              <a:t>Review</a:t>
            </a:r>
            <a:r>
              <a:rPr lang="es-ES" dirty="0"/>
              <a:t> E.</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14</a:t>
            </a:fld>
            <a:endParaRPr lang="es-ES" dirty="0"/>
          </a:p>
        </p:txBody>
      </p:sp>
    </p:spTree>
    <p:extLst>
      <p:ext uri="{BB962C8B-B14F-4D97-AF65-F5344CB8AC3E}">
        <p14:creationId xmlns:p14="http://schemas.microsoft.com/office/powerpoint/2010/main" val="1221510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distancia de </a:t>
            </a:r>
            <a:r>
              <a:rPr lang="es-ES" dirty="0" err="1"/>
              <a:t>Hamming</a:t>
            </a:r>
            <a:r>
              <a:rPr lang="es-ES" dirty="0"/>
              <a:t> es el número de caracteres diferentes entre </a:t>
            </a:r>
            <a:r>
              <a:rPr lang="es-ES" dirty="0" err="1"/>
              <a:t>ds</a:t>
            </a:r>
            <a:r>
              <a:rPr lang="es-ES" dirty="0"/>
              <a:t> objetos del mismo tamaño, ya sean palabras con el mismo número de letras, o imágenes con el mismo número de pixeles. Entre estas dos configuraciones que podrían ser cooperadores y no cooperadores he resaltado los que no coinciden en amarillo, que son 17. Esta sería la distancia de </a:t>
            </a:r>
            <a:r>
              <a:rPr lang="es-ES" dirty="0" err="1"/>
              <a:t>Hamming</a:t>
            </a:r>
            <a:r>
              <a:rPr lang="es-ES" dirty="0"/>
              <a:t> entre ambas.</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15</a:t>
            </a:fld>
            <a:endParaRPr lang="es-ES" dirty="0"/>
          </a:p>
        </p:txBody>
      </p:sp>
    </p:spTree>
    <p:extLst>
      <p:ext uri="{BB962C8B-B14F-4D97-AF65-F5344CB8AC3E}">
        <p14:creationId xmlns:p14="http://schemas.microsoft.com/office/powerpoint/2010/main" val="21606370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80A35-0999-9E32-0A35-43500CB185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2D5BAD-1256-12E3-EDF1-3DD421BAF56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0B30F4-541E-B0CB-9D4B-29A2E3085703}"/>
              </a:ext>
            </a:extLst>
          </p:cNvPr>
          <p:cNvSpPr>
            <a:spLocks noGrp="1"/>
          </p:cNvSpPr>
          <p:nvPr>
            <p:ph type="body" idx="1"/>
          </p:nvPr>
        </p:nvSpPr>
        <p:spPr/>
        <p:txBody>
          <a:bodyPr/>
          <a:lstStyle/>
          <a:p>
            <a:r>
              <a:rPr lang="es-ES" dirty="0"/>
              <a:t>Ahora simulamos el juego de los bienes públicos igual que antes, pero sin ruido a la hora de adoptar nuevas estrategias. Llevamos a relajación una simulación con cooperadores em azul y defraudadores en rojo. Tras eso, cambiamos manualmente la estrategia de uno de los agentes, el del centro en este caso</a:t>
            </a:r>
            <a:r>
              <a:rPr lang="es-ES"/>
              <a:t>. </a:t>
            </a:r>
            <a:endParaRPr lang="es-ES" dirty="0"/>
          </a:p>
        </p:txBody>
      </p:sp>
      <p:sp>
        <p:nvSpPr>
          <p:cNvPr id="4" name="Marcador de número de diapositiva 3">
            <a:extLst>
              <a:ext uri="{FF2B5EF4-FFF2-40B4-BE49-F238E27FC236}">
                <a16:creationId xmlns:a16="http://schemas.microsoft.com/office/drawing/2014/main" id="{E08B8B4C-A9D1-2C5C-2281-36156F8B19D3}"/>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16</a:t>
            </a:fld>
            <a:endParaRPr lang="es-ES"/>
          </a:p>
        </p:txBody>
      </p:sp>
    </p:spTree>
    <p:extLst>
      <p:ext uri="{BB962C8B-B14F-4D97-AF65-F5344CB8AC3E}">
        <p14:creationId xmlns:p14="http://schemas.microsoft.com/office/powerpoint/2010/main" val="1011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 partir de entonces la diferencia entre las configuraciones puede ir aumentando o estancarse y desaparecer. </a:t>
            </a:r>
          </a:p>
          <a:p>
            <a:endParaRPr lang="es-ES" dirty="0"/>
          </a:p>
          <a:p>
            <a:r>
              <a:rPr lang="es-ES" dirty="0"/>
              <a:t>En este caso la diferencia va aumentando radialmente con velocidad constante hasta saturar a un valor que podemos medir teóricamente cuando la diferencia alcance los límites de la rejilla.</a:t>
            </a:r>
          </a:p>
          <a:p>
            <a:endParaRPr lang="es-ES" dirty="0"/>
          </a:p>
          <a:p>
            <a:r>
              <a:rPr lang="es-ES" dirty="0"/>
              <a:t>Hemos normalizado la distancia de </a:t>
            </a:r>
            <a:r>
              <a:rPr lang="es-ES" dirty="0" err="1"/>
              <a:t>Hamming</a:t>
            </a:r>
            <a:r>
              <a:rPr lang="es-ES" dirty="0"/>
              <a:t> a este valor teórico, por lo que esta curva finalmente llegará a 1.</a:t>
            </a:r>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17</a:t>
            </a:fld>
            <a:endParaRPr lang="es-ES"/>
          </a:p>
        </p:txBody>
      </p:sp>
    </p:spTree>
    <p:extLst>
      <p:ext uri="{BB962C8B-B14F-4D97-AF65-F5344CB8AC3E}">
        <p14:creationId xmlns:p14="http://schemas.microsoft.com/office/powerpoint/2010/main" val="21628676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Aquí presentamos la distancia de </a:t>
            </a:r>
            <a:r>
              <a:rPr lang="es-ES" dirty="0" err="1"/>
              <a:t>Hamming</a:t>
            </a:r>
            <a:r>
              <a:rPr lang="es-ES" dirty="0"/>
              <a:t> para diferentes simulaciones a lo largo del tiemplo. En el juego de los bienes públicos, para todos los casos en los que conviven cooperadores con defraudadores, encontramos crecimiento de la distancia de </a:t>
            </a:r>
            <a:r>
              <a:rPr lang="es-ES" dirty="0" err="1"/>
              <a:t>Hamming</a:t>
            </a:r>
            <a:r>
              <a:rPr lang="es-ES" dirty="0"/>
              <a:t>, pero podemos notar que el crecimiento es mucho más lento para el caso en el que las distintas estrategias están más esparcidas. Fijaos en el tiempo que tarda en saturar en estos casos. Es mayor para las curvas naranjas correspondientes a esta configuración.</a:t>
            </a:r>
          </a:p>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18</a:t>
            </a:fld>
            <a:endParaRPr lang="es-ES"/>
          </a:p>
        </p:txBody>
      </p:sp>
    </p:spTree>
    <p:extLst>
      <p:ext uri="{BB962C8B-B14F-4D97-AF65-F5344CB8AC3E}">
        <p14:creationId xmlns:p14="http://schemas.microsoft.com/office/powerpoint/2010/main" val="12739336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85D01-584A-8F75-1C16-E52D73B0DE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77C914-EBAD-B2E0-F243-2A095B8E4A7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F9AB1E-7206-6C8A-777A-64B9EAB13850}"/>
              </a:ext>
            </a:extLst>
          </p:cNvPr>
          <p:cNvSpPr>
            <a:spLocks noGrp="1"/>
          </p:cNvSpPr>
          <p:nvPr>
            <p:ph type="body" idx="1"/>
          </p:nvPr>
        </p:nvSpPr>
        <p:spPr/>
        <p:txBody>
          <a:bodyPr/>
          <a:lstStyle/>
          <a:p>
            <a:r>
              <a:rPr lang="es-ES" dirty="0"/>
              <a:t>Y para r mayor de 5 el tiempo es mucho mayor pues hay escasez de una de las estrategias y es difícil que un cambio se propague rápido</a:t>
            </a:r>
          </a:p>
        </p:txBody>
      </p:sp>
      <p:sp>
        <p:nvSpPr>
          <p:cNvPr id="4" name="Marcador de número de diapositiva 3">
            <a:extLst>
              <a:ext uri="{FF2B5EF4-FFF2-40B4-BE49-F238E27FC236}">
                <a16:creationId xmlns:a16="http://schemas.microsoft.com/office/drawing/2014/main" id="{D7881CC1-F412-6123-9A25-77CB1375F759}"/>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19</a:t>
            </a:fld>
            <a:endParaRPr lang="es-ES"/>
          </a:p>
        </p:txBody>
      </p:sp>
    </p:spTree>
    <p:extLst>
      <p:ext uri="{BB962C8B-B14F-4D97-AF65-F5344CB8AC3E}">
        <p14:creationId xmlns:p14="http://schemas.microsoft.com/office/powerpoint/2010/main" val="3258607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ES" dirty="0"/>
              <a:t>También analizamos el dilema del prisionero, otro juego social. Otro cambio que hacemos es que en este caso todos los agentes actualizan su estado a la vez,</a:t>
            </a:r>
          </a:p>
          <a:p>
            <a:endParaRPr lang="es-ES" dirty="0"/>
          </a:p>
          <a:p>
            <a:r>
              <a:rPr lang="es-ES" dirty="0"/>
              <a:t>La distancia crece hasta un valor de saturación bajo el régimen de parámetros en el que May y </a:t>
            </a:r>
            <a:r>
              <a:rPr lang="es-ES" dirty="0" err="1"/>
              <a:t>Nowak</a:t>
            </a:r>
            <a:r>
              <a:rPr lang="es-ES" dirty="0"/>
              <a:t> observaron caos en el artículo que mencionamos antes.</a:t>
            </a:r>
          </a:p>
          <a:p>
            <a:endParaRPr lang="es-ES" dirty="0"/>
          </a:p>
          <a:p>
            <a:r>
              <a:rPr lang="es-ES" dirty="0"/>
              <a:t>Hemos ajustado la curva de crecimiento según esta función sigmoidal. Elegimos esta función porque es la sigmoide más simple que empieza en 0 y acaba en 1.</a:t>
            </a:r>
          </a:p>
          <a:p>
            <a:endParaRPr lang="es-ES" dirty="0"/>
          </a:p>
          <a:p>
            <a:endParaRPr lang="es-ES" dirty="0"/>
          </a:p>
          <a:p>
            <a:r>
              <a:rPr lang="es-ES" dirty="0"/>
              <a:t>a es el tiempo cuando la curva alcanza un poco más de la mitad del eje vertical. k es lo abrupto que crece alrededor de este punto.</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Tenemos diferentes curvas según el tamaño de rejilla L. Al aumentar este tamaño generalmente aumenta el tiempo a </a:t>
            </a:r>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20</a:t>
            </a:fld>
            <a:endParaRPr lang="es-ES"/>
          </a:p>
        </p:txBody>
      </p:sp>
    </p:spTree>
    <p:extLst>
      <p:ext uri="{BB962C8B-B14F-4D97-AF65-F5344CB8AC3E}">
        <p14:creationId xmlns:p14="http://schemas.microsoft.com/office/powerpoint/2010/main" val="15769845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E7E43-32EE-C20D-F538-64F8AB3356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B37CFC-50BD-840D-C708-253CEC9B6C56}"/>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28E4B95E-AFCE-7EAB-1F45-869DA0697C75}"/>
              </a:ext>
            </a:extLst>
          </p:cNvPr>
          <p:cNvSpPr>
            <a:spLocks noGrp="1"/>
          </p:cNvSpPr>
          <p:nvPr>
            <p:ph type="body" idx="1"/>
          </p:nvPr>
        </p:nvSpPr>
        <p:spPr/>
        <p:txBody>
          <a:bodyPr/>
          <a:lstStyle/>
          <a:p>
            <a:r>
              <a:rPr lang="es-ES" dirty="0"/>
              <a:t>y observamos que el crecimiento es proporcional a L. Con una constante de proporcional, que es la inversa de la velocidad de propagación.</a:t>
            </a:r>
          </a:p>
          <a:p>
            <a:endParaRPr lang="es-ES" dirty="0"/>
          </a:p>
          <a:p>
            <a:r>
              <a:rPr lang="es-ES" dirty="0"/>
              <a:t>La velocidad de propagación máxima es 2 celdas por iteración, pues este es el rango al que afecta en el </a:t>
            </a:r>
            <a:r>
              <a:rPr lang="es-ES" dirty="0" err="1"/>
              <a:t>payoff</a:t>
            </a:r>
            <a:r>
              <a:rPr lang="es-ES" dirty="0"/>
              <a:t> cada agente.</a:t>
            </a:r>
          </a:p>
          <a:p>
            <a:endParaRPr lang="es-ES" dirty="0"/>
          </a:p>
          <a:p>
            <a:r>
              <a:rPr lang="es-ES" dirty="0"/>
              <a:t>Por lo tanto, la constante de propagación mínima es 0.5 lo cual está cerca del valor obtenido. La velocidad de propagación, entonces, es bastante alta.</a:t>
            </a:r>
          </a:p>
        </p:txBody>
      </p:sp>
      <p:sp>
        <p:nvSpPr>
          <p:cNvPr id="4" name="Marcador de número de diapositiva 3">
            <a:extLst>
              <a:ext uri="{FF2B5EF4-FFF2-40B4-BE49-F238E27FC236}">
                <a16:creationId xmlns:a16="http://schemas.microsoft.com/office/drawing/2014/main" id="{FEFF6FBF-3F7A-B81B-074B-7089AFD50E63}"/>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21</a:t>
            </a:fld>
            <a:endParaRPr lang="es-ES"/>
          </a:p>
        </p:txBody>
      </p:sp>
    </p:spTree>
    <p:extLst>
      <p:ext uri="{BB962C8B-B14F-4D97-AF65-F5344CB8AC3E}">
        <p14:creationId xmlns:p14="http://schemas.microsoft.com/office/powerpoint/2010/main" val="18860072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misma herramienta de medición de caos la utilizamos para clasificar autómatas celulares en un artículo que publicamos en la revista Chaos.</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22</a:t>
            </a:fld>
            <a:endParaRPr lang="es-ES" dirty="0"/>
          </a:p>
        </p:txBody>
      </p:sp>
    </p:spTree>
    <p:extLst>
      <p:ext uri="{BB962C8B-B14F-4D97-AF65-F5344CB8AC3E}">
        <p14:creationId xmlns:p14="http://schemas.microsoft.com/office/powerpoint/2010/main" val="17538195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2285F-BE24-E8D3-1388-6378F6C7A6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5F544B-82E8-2746-C262-6F300D1B6D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3088E7-F586-1935-33BC-FEAA3F1029F4}"/>
              </a:ext>
            </a:extLst>
          </p:cNvPr>
          <p:cNvSpPr>
            <a:spLocks noGrp="1"/>
          </p:cNvSpPr>
          <p:nvPr>
            <p:ph type="body" idx="1"/>
          </p:nvPr>
        </p:nvSpPr>
        <p:spPr/>
        <p:txBody>
          <a:bodyPr/>
          <a:lstStyle/>
          <a:p>
            <a:r>
              <a:rPr lang="es-ES" dirty="0"/>
              <a:t>Un autómata celular es una serie de reglas para actualizar el estado de celdas colocadas espacialmente. Cada celda puede tener varios estados, y las reglas tienen en cuenta el estado de las celdas vecinas, y con ello determinan el estado de la celda central en la siguiente iteración.</a:t>
            </a:r>
          </a:p>
        </p:txBody>
      </p:sp>
      <p:sp>
        <p:nvSpPr>
          <p:cNvPr id="4" name="Marcador de número de diapositiva 3">
            <a:extLst>
              <a:ext uri="{FF2B5EF4-FFF2-40B4-BE49-F238E27FC236}">
                <a16:creationId xmlns:a16="http://schemas.microsoft.com/office/drawing/2014/main" id="{EE891229-725E-BFA1-CA49-A2565D4905CF}"/>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23</a:t>
            </a:fld>
            <a:endParaRPr lang="es-ES"/>
          </a:p>
        </p:txBody>
      </p:sp>
    </p:spTree>
    <p:extLst>
      <p:ext uri="{BB962C8B-B14F-4D97-AF65-F5344CB8AC3E}">
        <p14:creationId xmlns:p14="http://schemas.microsoft.com/office/powerpoint/2010/main" val="29546664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Los autómatas celulares más simples se denominan elementales. Tienen solo dos estados posibles, son unidimensionales y el estado siguiente de una celda depende únicamente del estado de sus vecinos más inmediatos.</a:t>
            </a:r>
          </a:p>
          <a:p>
            <a:endParaRPr lang="es-ES" dirty="0"/>
          </a:p>
          <a:p>
            <a:r>
              <a:rPr lang="es-ES" dirty="0"/>
              <a:t>Para mostrar el funcionamiento de estos autómatas celulares he puesto aquí un ejemplo. Una celda negra rodeada de dos blancas se corresponde con el tercer bit, que marca un 0, por lo en la siguiente iteración la celda será blanca.</a:t>
            </a:r>
          </a:p>
          <a:p>
            <a:endParaRPr lang="es-ES" dirty="0"/>
          </a:p>
          <a:p>
            <a:r>
              <a:rPr lang="es-ES" dirty="0"/>
              <a:t>Cada línea es un instante de tiempo diferente donde se ha actualizado el estado de todas las celdas a la vez. Al pasar varias iteraciones se produce un patrón propio de cada regla.</a:t>
            </a:r>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24</a:t>
            </a:fld>
            <a:endParaRPr lang="es-ES"/>
          </a:p>
        </p:txBody>
      </p:sp>
    </p:spTree>
    <p:extLst>
      <p:ext uri="{BB962C8B-B14F-4D97-AF65-F5344CB8AC3E}">
        <p14:creationId xmlns:p14="http://schemas.microsoft.com/office/powerpoint/2010/main" val="7538343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err="1"/>
              <a:t>Wolfram</a:t>
            </a:r>
            <a:r>
              <a:rPr lang="es-ES" dirty="0"/>
              <a:t> clasificó los autómatas celulares en 4 clases según el comportamiento de este patrón…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25</a:t>
            </a:fld>
            <a:endParaRPr lang="es-ES"/>
          </a:p>
        </p:txBody>
      </p:sp>
    </p:spTree>
    <p:extLst>
      <p:ext uri="{BB962C8B-B14F-4D97-AF65-F5344CB8AC3E}">
        <p14:creationId xmlns:p14="http://schemas.microsoft.com/office/powerpoint/2010/main" val="24088600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Como resultado novel de esta investigación. Hemos determinado que si prolongamos mucho el tiempo los autómatas celulares de la clase 4, se estancan en un estado periódico, por lo que presentan caos transitorio.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Esta clasificación es visual, por lo que es difícil la clasificación. Por esta razón hemos elaborado un nuevo método de clasificación más cuantitativa, que también se basa en el nivel de complejidad.</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26</a:t>
            </a:fld>
            <a:endParaRPr lang="es-ES" dirty="0"/>
          </a:p>
        </p:txBody>
      </p:sp>
    </p:spTree>
    <p:extLst>
      <p:ext uri="{BB962C8B-B14F-4D97-AF65-F5344CB8AC3E}">
        <p14:creationId xmlns:p14="http://schemas.microsoft.com/office/powerpoint/2010/main" val="31787661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60063-6112-F510-E051-3EAC89869E9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E37FE4-A7AC-2265-5D74-46B16980C16E}"/>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0EE63C4C-DB20-5771-F0F1-6552C9BBFC5E}"/>
              </a:ext>
            </a:extLst>
          </p:cNvPr>
          <p:cNvSpPr>
            <a:spLocks noGrp="1"/>
          </p:cNvSpPr>
          <p:nvPr>
            <p:ph type="body" idx="1"/>
          </p:nvPr>
        </p:nvSpPr>
        <p:spPr/>
        <p:txBody>
          <a:bodyPr/>
          <a:lstStyle/>
          <a:p>
            <a:r>
              <a:rPr lang="es-ES" dirty="0"/>
              <a:t>Para ello nos fijamos en los patrones de diferencia.</a:t>
            </a:r>
          </a:p>
          <a:p>
            <a:endParaRPr lang="es-ES" dirty="0"/>
          </a:p>
          <a:p>
            <a:r>
              <a:rPr lang="es-ES" dirty="0"/>
              <a:t>Celdas que difieren cuando una de las celdas cambia de estado.</a:t>
            </a:r>
          </a:p>
          <a:p>
            <a:endParaRPr lang="es-ES" dirty="0"/>
          </a:p>
          <a:p>
            <a:r>
              <a:rPr lang="es-ES" dirty="0"/>
              <a:t>Para la clase 1 no hay patrón de diferencia o la diferencia es total, es decir, todas las celdas cambian.</a:t>
            </a:r>
          </a:p>
          <a:p>
            <a:endParaRPr lang="es-ES" dirty="0"/>
          </a:p>
          <a:p>
            <a:r>
              <a:rPr lang="es-ES" dirty="0"/>
              <a:t>En la clase 2 al principio se van cambiando algunas celdas, pero luego el patrón de diferencia se va desplazando hacia un lado, o se queda fijo.</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la clase 3 y 4 los patrones de diferencia son caóticos, pero en la clase 4 tienen cierta estructura y tras un tiempo largo, que no represento aquí, se estanca en un patrón periódico.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Contando el número de celdas rojas en cada instante de tiempo, </a:t>
            </a:r>
            <a:r>
              <a:rPr lang="es-ES" dirty="0" err="1"/>
              <a:t>osea</a:t>
            </a:r>
            <a:r>
              <a:rPr lang="es-ES" dirty="0"/>
              <a:t>, cada línea, conseguimos la distancia de </a:t>
            </a:r>
            <a:r>
              <a:rPr lang="es-ES" dirty="0" err="1"/>
              <a:t>Hamming</a:t>
            </a:r>
            <a:endParaRPr lang="es-ES" dirty="0"/>
          </a:p>
          <a:p>
            <a:endParaRPr lang="es-ES" dirty="0"/>
          </a:p>
          <a:p>
            <a:endParaRPr lang="es-ES" dirty="0"/>
          </a:p>
        </p:txBody>
      </p:sp>
      <p:sp>
        <p:nvSpPr>
          <p:cNvPr id="4" name="Marcador de número de diapositiva 3">
            <a:extLst>
              <a:ext uri="{FF2B5EF4-FFF2-40B4-BE49-F238E27FC236}">
                <a16:creationId xmlns:a16="http://schemas.microsoft.com/office/drawing/2014/main" id="{ADDCC125-D762-2F1B-96D6-8F205295304F}"/>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27</a:t>
            </a:fld>
            <a:endParaRPr lang="es-ES"/>
          </a:p>
        </p:txBody>
      </p:sp>
    </p:spTree>
    <p:extLst>
      <p:ext uri="{BB962C8B-B14F-4D97-AF65-F5344CB8AC3E}">
        <p14:creationId xmlns:p14="http://schemas.microsoft.com/office/powerpoint/2010/main" val="28630890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Analizando la serie temporal de la distancia de </a:t>
            </a:r>
            <a:r>
              <a:rPr lang="es-ES" dirty="0" err="1"/>
              <a:t>Hamming</a:t>
            </a:r>
            <a:r>
              <a:rPr lang="es-ES" dirty="0"/>
              <a:t> clasificamos los autómatas celulares.</a:t>
            </a:r>
          </a:p>
          <a:p>
            <a:endParaRPr lang="es-ES" dirty="0"/>
          </a:p>
          <a:p>
            <a:r>
              <a:rPr lang="es-ES" dirty="0"/>
              <a:t>Los autómatas de la clase 1 tiene distancia de </a:t>
            </a:r>
            <a:r>
              <a:rPr lang="es-ES" dirty="0" err="1"/>
              <a:t>Hamming</a:t>
            </a:r>
            <a:r>
              <a:rPr lang="es-ES" dirty="0"/>
              <a:t> nula.</a:t>
            </a:r>
          </a:p>
          <a:p>
            <a:endParaRPr lang="es-ES" dirty="0"/>
          </a:p>
          <a:p>
            <a:r>
              <a:rPr lang="es-ES" dirty="0"/>
              <a:t>En la clase 2 es </a:t>
            </a:r>
            <a:r>
              <a:rPr lang="es-ES" dirty="0" err="1"/>
              <a:t>periodica</a:t>
            </a:r>
            <a:r>
              <a:rPr lang="es-ES" dirty="0"/>
              <a:t>, ya sea de periodo alto o bajo. </a:t>
            </a:r>
          </a:p>
          <a:p>
            <a:endParaRPr lang="es-ES" dirty="0"/>
          </a:p>
          <a:p>
            <a:r>
              <a:rPr lang="es-ES" dirty="0"/>
              <a:t>En la clase 3 la distancia es caótica para los de la subclase C.</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Distinguimos si son caóticas o periódicas con la autocorrelación, que también nos proporciona el periodo.</a:t>
            </a:r>
          </a:p>
          <a:p>
            <a:endParaRPr lang="es-ES" dirty="0"/>
          </a:p>
          <a:p>
            <a:r>
              <a:rPr lang="es-ES" dirty="0"/>
              <a:t>En la </a:t>
            </a:r>
            <a:r>
              <a:rPr lang="es-ES" dirty="0" err="1"/>
              <a:t>calse</a:t>
            </a:r>
            <a:r>
              <a:rPr lang="es-ES" dirty="0"/>
              <a:t> 3 también hay otra subclase, la U, que produce series temporales de periodo muy largo, pero no son de clase 2 por lo siguiente. La denominamos U, de Uniforme, porque todas las simulaciones de la misma regla presentan la misma serie temporal. Este hecho es sorprendente, ya que no </a:t>
            </a:r>
            <a:r>
              <a:rPr lang="es-ES"/>
              <a:t>importa qué </a:t>
            </a:r>
            <a:r>
              <a:rPr lang="es-ES" dirty="0"/>
              <a:t>celda cambiemos, ni siquiera cuales son las condiciones iniciales del autómata celular.</a:t>
            </a:r>
          </a:p>
          <a:p>
            <a:endParaRPr lang="es-ES" dirty="0"/>
          </a:p>
          <a:p>
            <a:r>
              <a:rPr lang="es-ES" dirty="0"/>
              <a:t>Es más, el patrón de diferencia siempre es el mismo.</a:t>
            </a:r>
          </a:p>
          <a:p>
            <a:endParaRPr lang="es-ES" dirty="0"/>
          </a:p>
          <a:p>
            <a:r>
              <a:rPr lang="es-ES" dirty="0"/>
              <a:t>La clase 4 produce series temporales que presentan caos transitorio.</a:t>
            </a:r>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28</a:t>
            </a:fld>
            <a:endParaRPr lang="es-ES"/>
          </a:p>
        </p:txBody>
      </p:sp>
    </p:spTree>
    <p:extLst>
      <p:ext uri="{BB962C8B-B14F-4D97-AF65-F5344CB8AC3E}">
        <p14:creationId xmlns:p14="http://schemas.microsoft.com/office/powerpoint/2010/main" val="35538994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Volviendo a la subclase U, aquí podemos observar el patrón resultante por una regla de la subclase y su patrón de diferencia.</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Como se ve el patrón de diferencia es el mismo al patrón del autómata cuando este parte de una condición en el que solo una célula es diferente. Si el número de celdas del autómata fuera infinito estos patrones serían fractales. De hecho, esta regla produce el famoso triangulo de </a:t>
            </a:r>
            <a:r>
              <a:rPr lang="es-ES" dirty="0" err="1"/>
              <a:t>Sierpinski</a:t>
            </a:r>
            <a:r>
              <a:rPr lang="es-ES" dirty="0"/>
              <a:t>.</a:t>
            </a:r>
          </a:p>
          <a:p>
            <a:endParaRPr lang="es-ES" dirty="0"/>
          </a:p>
          <a:p>
            <a:endParaRPr lang="es-ES" dirty="0"/>
          </a:p>
          <a:p>
            <a:endParaRPr lang="es-ES" dirty="0"/>
          </a:p>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29</a:t>
            </a:fld>
            <a:endParaRPr lang="es-ES" dirty="0"/>
          </a:p>
        </p:txBody>
      </p:sp>
    </p:spTree>
    <p:extLst>
      <p:ext uri="{BB962C8B-B14F-4D97-AF65-F5344CB8AC3E}">
        <p14:creationId xmlns:p14="http://schemas.microsoft.com/office/powerpoint/2010/main" val="2134804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este gráfico vemos las 88 reglas diferentes clasificadas según están tabuladas en </a:t>
            </a:r>
            <a:r>
              <a:rPr lang="es-ES" dirty="0" err="1"/>
              <a:t>WolframAlpha</a:t>
            </a:r>
            <a:r>
              <a:rPr lang="es-ES" dirty="0"/>
              <a:t>. </a:t>
            </a:r>
          </a:p>
          <a:p>
            <a:endParaRPr lang="es-ES" dirty="0"/>
          </a:p>
          <a:p>
            <a:r>
              <a:rPr lang="es-ES" dirty="0"/>
              <a:t>La clasificación de </a:t>
            </a:r>
            <a:r>
              <a:rPr lang="es-ES" dirty="0" err="1"/>
              <a:t>Wolfram</a:t>
            </a:r>
            <a:r>
              <a:rPr lang="es-ES" dirty="0"/>
              <a:t> está en color, y en el eje vertical, la clasificación que proponemos. Como se ve todas las reglas cuadran excepto estas 2 excepciones.</a:t>
            </a:r>
          </a:p>
          <a:p>
            <a:endParaRPr lang="es-ES" dirty="0"/>
          </a:p>
          <a:p>
            <a:r>
              <a:rPr lang="es-ES" dirty="0"/>
              <a:t>El motivo por el cual estas no cuadran es que creemos que están mal tabuladas en </a:t>
            </a:r>
            <a:r>
              <a:rPr lang="es-ES" dirty="0" err="1"/>
              <a:t>WolframAlpha</a:t>
            </a:r>
            <a:r>
              <a:rPr lang="es-ES" dirty="0"/>
              <a:t>, ya que el criterio anterior era uno bastante subjetivo.</a:t>
            </a:r>
          </a:p>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30</a:t>
            </a:fld>
            <a:endParaRPr lang="es-ES"/>
          </a:p>
        </p:txBody>
      </p:sp>
    </p:spTree>
    <p:extLst>
      <p:ext uri="{BB962C8B-B14F-4D97-AF65-F5344CB8AC3E}">
        <p14:creationId xmlns:p14="http://schemas.microsoft.com/office/powerpoint/2010/main" val="26369026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regla 106 estaba tabulada como clase 4. pero nosotros no creemos que estás zonas blancas sean una región de orden en medio de caos, sino que se producen simplemente porque el autómata produce un blanco siempre que la celda de la izquierda sea negra.</a:t>
            </a:r>
          </a:p>
          <a:p>
            <a:endParaRPr lang="es-ES" dirty="0"/>
          </a:p>
          <a:p>
            <a:r>
              <a:rPr lang="es-ES" dirty="0"/>
              <a:t>A nosotros nos parece que se producen patrones completamente caóticos y se corresponde más bien con la clase 3. De hecho, no hemos encontrado caos transitorio.</a:t>
            </a:r>
          </a:p>
          <a:p>
            <a:endParaRPr lang="es-ES" dirty="0"/>
          </a:p>
          <a:p>
            <a:r>
              <a:rPr lang="es-ES" dirty="0"/>
              <a:t>La regla 73 está clasificada como clase 2, o periódica. Pero nosotros creemos que sí hay un poco de caos transitorio, aunque muy corto, por lo que correspondería con la clase 4.</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31</a:t>
            </a:fld>
            <a:endParaRPr lang="es-ES" dirty="0"/>
          </a:p>
        </p:txBody>
      </p:sp>
    </p:spTree>
    <p:extLst>
      <p:ext uri="{BB962C8B-B14F-4D97-AF65-F5344CB8AC3E}">
        <p14:creationId xmlns:p14="http://schemas.microsoft.com/office/powerpoint/2010/main" val="3286339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Ahora hablaré sobre los artículos referentes al control parcial. Para empezar, quisimos extender la técnica de control parcial, que anteriormente se había utilizado mantener a trayectorias en una región de caos transitorio. Ahora nuestro objetivo es el contrario, acelerar el escape.</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32</a:t>
            </a:fld>
            <a:endParaRPr lang="es-ES" dirty="0"/>
          </a:p>
        </p:txBody>
      </p:sp>
    </p:spTree>
    <p:extLst>
      <p:ext uri="{BB962C8B-B14F-4D97-AF65-F5344CB8AC3E}">
        <p14:creationId xmlns:p14="http://schemas.microsoft.com/office/powerpoint/2010/main" val="8596309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el control parcial tenemos un mapa, f, con un ruido acotado. Podemos ejercer un control aditivo para lograr nuestro objetivo. La pregunta principal es si se puede lograr este objetivo con un control incluso menor que el ruido.</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33</a:t>
            </a:fld>
            <a:endParaRPr lang="es-ES" dirty="0"/>
          </a:p>
        </p:txBody>
      </p:sp>
    </p:spTree>
    <p:extLst>
      <p:ext uri="{BB962C8B-B14F-4D97-AF65-F5344CB8AC3E}">
        <p14:creationId xmlns:p14="http://schemas.microsoft.com/office/powerpoint/2010/main" val="34344803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8C845-AEDD-24BA-688D-3F3FD28E68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232BC9-7681-A1C1-426D-0F60C237E29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491EF36-A8F0-9A48-AD88-06B6247BABA2}"/>
              </a:ext>
            </a:extLst>
          </p:cNvPr>
          <p:cNvSpPr>
            <a:spLocks noGrp="1"/>
          </p:cNvSpPr>
          <p:nvPr>
            <p:ph type="body" idx="1"/>
          </p:nvPr>
        </p:nvSpPr>
        <p:spPr/>
        <p:txBody>
          <a:bodyPr/>
          <a:lstStyle/>
          <a:p>
            <a:r>
              <a:rPr lang="es-ES" dirty="0"/>
              <a:t>Para explicar cómo se aplica el control parcial utilizaré el </a:t>
            </a:r>
            <a:r>
              <a:rPr lang="es-ES" dirty="0" err="1"/>
              <a:t>tent</a:t>
            </a:r>
            <a:r>
              <a:rPr lang="es-ES" dirty="0"/>
              <a:t> </a:t>
            </a:r>
            <a:r>
              <a:rPr lang="es-ES" dirty="0" err="1"/>
              <a:t>map</a:t>
            </a:r>
            <a:r>
              <a:rPr lang="es-ES" dirty="0"/>
              <a:t>. Bajo estas condicione, el mapa presenta caos transitorio, es decir tras un tiempo que depende de la condición inicial, todos los puntos de la región Q acaban escapando de esta región para no volver, excepto el conjunto de Cantor de medida de </a:t>
            </a:r>
            <a:r>
              <a:rPr lang="es-ES" dirty="0" err="1"/>
              <a:t>Levesgue</a:t>
            </a:r>
            <a:r>
              <a:rPr lang="es-ES" dirty="0"/>
              <a:t> 0.</a:t>
            </a:r>
          </a:p>
          <a:p>
            <a:endParaRPr lang="es-ES" dirty="0"/>
          </a:p>
          <a:p>
            <a:r>
              <a:rPr lang="es-ES" dirty="0"/>
              <a:t>Con control parcial podemos hacer que haya zonas que siempre se puedan controlar para volver a esas zonas.</a:t>
            </a:r>
          </a:p>
        </p:txBody>
      </p:sp>
      <p:sp>
        <p:nvSpPr>
          <p:cNvPr id="4" name="Marcador de número de diapositiva 3">
            <a:extLst>
              <a:ext uri="{FF2B5EF4-FFF2-40B4-BE49-F238E27FC236}">
                <a16:creationId xmlns:a16="http://schemas.microsoft.com/office/drawing/2014/main" id="{187389E3-BC7B-4E95-4E7D-79BDC63D3076}"/>
              </a:ext>
            </a:extLst>
          </p:cNvPr>
          <p:cNvSpPr>
            <a:spLocks noGrp="1"/>
          </p:cNvSpPr>
          <p:nvPr>
            <p:ph type="sldNum" sz="quarter" idx="5"/>
          </p:nvPr>
        </p:nvSpPr>
        <p:spPr/>
        <p:txBody>
          <a:bodyPr/>
          <a:lstStyle/>
          <a:p>
            <a:fld id="{28EA7587-D748-4B54-A2B8-6E043C119B23}" type="slidenum">
              <a:rPr lang="es-ES" smtClean="0"/>
              <a:pPr/>
              <a:t>34</a:t>
            </a:fld>
            <a:endParaRPr lang="es-ES" dirty="0"/>
          </a:p>
        </p:txBody>
      </p:sp>
    </p:spTree>
    <p:extLst>
      <p:ext uri="{BB962C8B-B14F-4D97-AF65-F5344CB8AC3E}">
        <p14:creationId xmlns:p14="http://schemas.microsoft.com/office/powerpoint/2010/main" val="32297229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Una manera de calcularlas es con el algoritmo del esculpido. En este algoritmo empezamos eligiendo la región en la que nos queremos mantener. Como vamos a ejercer control sabiendo la acción del ruido, podemos ensanchar esta zona antes de reducirla con ruido.</a:t>
            </a:r>
          </a:p>
          <a:p>
            <a:endParaRPr lang="es-ES" dirty="0"/>
          </a:p>
          <a:p>
            <a:r>
              <a:rPr lang="es-ES" dirty="0"/>
              <a:t>Los puntos que mapeen dentro de esta zona sobrevivirán una iteración en la región.</a:t>
            </a:r>
          </a:p>
          <a:p>
            <a:endParaRPr lang="es-ES" dirty="0"/>
          </a:p>
          <a:p>
            <a:r>
              <a:rPr lang="es-ES" dirty="0"/>
              <a:t>Aplicando este algoritmo sucesivamente encontramos las regiones donde sobrevive durante más iteraciones, y lo interesante es que el algoritmo acaba convergiendo en zonas que aguantan infinito tiempo bajo control Estos son los conjuntos seguros. La convergencia se debe gracias a que, al ensanchar con control, bloques que se encuentran separados se vuelven a unir.</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35</a:t>
            </a:fld>
            <a:endParaRPr lang="es-ES" dirty="0"/>
          </a:p>
        </p:txBody>
      </p:sp>
    </p:spTree>
    <p:extLst>
      <p:ext uri="{BB962C8B-B14F-4D97-AF65-F5344CB8AC3E}">
        <p14:creationId xmlns:p14="http://schemas.microsoft.com/office/powerpoint/2010/main" val="23632200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Otra forma de obtener los conjuntos seguros es con las funciones seguras que nos indican el control necesario para mantener indefinidamente dentro de la región cada condición inicial. Se elaboran de manera recursiva. Primero se elabora U1 como el control necesario para traer de vuelta la trayectoria a la región, después de la iteración del mapa. Las siguientes funciones tendrán en cuenta el control de la función anterior en un algoritmo recursivo que acaba convergiendo.</a:t>
            </a:r>
          </a:p>
          <a:p>
            <a:endParaRPr lang="es-ES" dirty="0"/>
          </a:p>
          <a:p>
            <a:r>
              <a:rPr lang="es-ES" dirty="0"/>
              <a:t>Si tenemos una cota de control u0, los puntos que queden por debajo en la función constituirán nuestro conjunto seguro. Estos puntos siempre los podremos controlar para que vuelvan al conjunto seguro tras la iteración del mapa.</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36</a:t>
            </a:fld>
            <a:endParaRPr lang="es-ES" dirty="0"/>
          </a:p>
        </p:txBody>
      </p:sp>
    </p:spTree>
    <p:extLst>
      <p:ext uri="{BB962C8B-B14F-4D97-AF65-F5344CB8AC3E}">
        <p14:creationId xmlns:p14="http://schemas.microsoft.com/office/powerpoint/2010/main" val="32067467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nuevo objetivo es el contrario. Controlar el escape. Primero acelerándolo, para que escape lo más rápidamente posible, </a:t>
            </a:r>
          </a:p>
          <a:p>
            <a:endParaRPr lang="es-ES" dirty="0"/>
          </a:p>
          <a:p>
            <a:r>
              <a:rPr lang="es-ES" dirty="0"/>
              <a:t>y segundo, controlar exactamente el numero de iteraciones que tarda en escapar.</a:t>
            </a:r>
          </a:p>
          <a:p>
            <a:endParaRPr lang="es-ES" dirty="0"/>
          </a:p>
          <a:p>
            <a:r>
              <a:rPr lang="es-ES" dirty="0"/>
              <a:t>Entonces elaboramos las funciones y conjuntos de escape de manera similar.</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37</a:t>
            </a:fld>
            <a:endParaRPr lang="es-ES" dirty="0"/>
          </a:p>
        </p:txBody>
      </p:sp>
    </p:spTree>
    <p:extLst>
      <p:ext uri="{BB962C8B-B14F-4D97-AF65-F5344CB8AC3E}">
        <p14:creationId xmlns:p14="http://schemas.microsoft.com/office/powerpoint/2010/main" val="10587655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Aplicamos nuestra técnica al mapa logístico, que es un mapa paradigmático que presenta caos transitorio para mu mayor de 4. </a:t>
            </a:r>
          </a:p>
          <a:p>
            <a:endParaRPr lang="es-ES" dirty="0"/>
          </a:p>
          <a:p>
            <a:r>
              <a:rPr lang="es-ES" dirty="0"/>
              <a:t>Tras una iteración estos puntos escaparan de la región 0 1. Los puntos que mapean a esta zona escaparán en 2 iteraciones, y con suficientes iteraciones todos escaparán.</a:t>
            </a:r>
          </a:p>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38</a:t>
            </a:fld>
            <a:endParaRPr lang="es-ES"/>
          </a:p>
        </p:txBody>
      </p:sp>
    </p:spTree>
    <p:extLst>
      <p:ext uri="{BB962C8B-B14F-4D97-AF65-F5344CB8AC3E}">
        <p14:creationId xmlns:p14="http://schemas.microsoft.com/office/powerpoint/2010/main" val="30635823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Represento aquí las funciones y conjuntos de escape. Claramente los conjuntos de escape para escapar en una iteración serán los del centro, para escapar en 2 iteraciones son los que mapeen cerca de esta zona. </a:t>
            </a:r>
          </a:p>
          <a:p>
            <a:endParaRPr lang="es-ES" dirty="0"/>
          </a:p>
          <a:p>
            <a:r>
              <a:rPr lang="es-ES" dirty="0"/>
              <a:t>Los conjuntos de escape rápido son más amplios, pues las restricciones son menores. Podemos escapar en 2, pero no nos importa que escape solo en una.</a:t>
            </a:r>
          </a:p>
          <a:p>
            <a:endParaRPr lang="es-ES" dirty="0"/>
          </a:p>
          <a:p>
            <a:r>
              <a:rPr lang="es-ES" dirty="0"/>
              <a:t>Como veis podemos conseguir el objetivo si la condición inicial empieza en algún punto de estos conjuntos. Y, además, hemos ejercido un control menor que el ruido.</a:t>
            </a:r>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39</a:t>
            </a:fld>
            <a:endParaRPr lang="es-ES"/>
          </a:p>
        </p:txBody>
      </p:sp>
    </p:spTree>
    <p:extLst>
      <p:ext uri="{BB962C8B-B14F-4D97-AF65-F5344CB8AC3E}">
        <p14:creationId xmlns:p14="http://schemas.microsoft.com/office/powerpoint/2010/main" val="4338557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4372C-86E8-1BD2-453A-8307D53DA9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2AB9EA-0AC2-472F-9E9D-1D9C4B1B61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968485-F402-A990-B2D8-E6FD57161647}"/>
              </a:ext>
            </a:extLst>
          </p:cNvPr>
          <p:cNvSpPr>
            <a:spLocks noGrp="1"/>
          </p:cNvSpPr>
          <p:nvPr>
            <p:ph type="body" idx="1"/>
          </p:nvPr>
        </p:nvSpPr>
        <p:spPr/>
        <p:txBody>
          <a:bodyPr/>
          <a:lstStyle/>
          <a:p>
            <a:r>
              <a:rPr lang="es-ES" dirty="0"/>
              <a:t>Represento aquí las funciones y conjuntos de escape. Claramente los conjuntos de escape para escapar en una iteración serán los del centro, para escapar en 2 iteraciones son los que mapeen cerca de esta zona. </a:t>
            </a:r>
          </a:p>
          <a:p>
            <a:endParaRPr lang="es-ES" dirty="0"/>
          </a:p>
          <a:p>
            <a:r>
              <a:rPr lang="es-ES" dirty="0"/>
              <a:t>Los conjuntos de escape rápido son más amplios, pues las restricciones son menores. Podemos escapar en 2, pero no nos importa que escape solo en una.</a:t>
            </a:r>
          </a:p>
          <a:p>
            <a:endParaRPr lang="es-ES" dirty="0"/>
          </a:p>
          <a:p>
            <a:r>
              <a:rPr lang="es-ES" dirty="0"/>
              <a:t>Como veis podemos conseguir el objetivo si la condición inicial empieza en algún punto de estos conjuntos. Y, además, hemos ejercido un control menor que el ruido.</a:t>
            </a:r>
          </a:p>
        </p:txBody>
      </p:sp>
      <p:sp>
        <p:nvSpPr>
          <p:cNvPr id="4" name="Marcador de número de diapositiva 3">
            <a:extLst>
              <a:ext uri="{FF2B5EF4-FFF2-40B4-BE49-F238E27FC236}">
                <a16:creationId xmlns:a16="http://schemas.microsoft.com/office/drawing/2014/main" id="{B0F48C1D-2FC9-3F0B-9475-D22BE39F08B3}"/>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40</a:t>
            </a:fld>
            <a:endParaRPr lang="es-ES"/>
          </a:p>
        </p:txBody>
      </p:sp>
    </p:spTree>
    <p:extLst>
      <p:ext uri="{BB962C8B-B14F-4D97-AF65-F5344CB8AC3E}">
        <p14:creationId xmlns:p14="http://schemas.microsoft.com/office/powerpoint/2010/main" val="14456132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07974-8848-843F-A193-4270955D34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2DAF04-0AEF-EF27-2A93-8CFD5A84EFF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F82E61-13E6-44ED-2C71-E3347A945DFA}"/>
              </a:ext>
            </a:extLst>
          </p:cNvPr>
          <p:cNvSpPr>
            <a:spLocks noGrp="1"/>
          </p:cNvSpPr>
          <p:nvPr>
            <p:ph type="body" idx="1"/>
          </p:nvPr>
        </p:nvSpPr>
        <p:spPr/>
        <p:txBody>
          <a:bodyPr/>
          <a:lstStyle/>
          <a:p>
            <a:r>
              <a:rPr lang="es-ES" dirty="0"/>
              <a:t>Este mapa, en el que las crestas de las parábolas superar ligeramente a 0.5, es un sistema </a:t>
            </a:r>
            <a:r>
              <a:rPr lang="es-ES" dirty="0" err="1"/>
              <a:t>multiestable</a:t>
            </a:r>
            <a:r>
              <a:rPr lang="es-ES" dirty="0"/>
              <a:t>. Esto significa que la trayectoria transita caóticamente entre la zona de la derecha y la izquierda a lo largo del tiempo. </a:t>
            </a:r>
          </a:p>
          <a:p>
            <a:endParaRPr lang="es-ES" dirty="0"/>
          </a:p>
          <a:p>
            <a:r>
              <a:rPr lang="es-ES" dirty="0"/>
              <a:t>Podemos controlarla para que permanezca las iteraciones que queramos en cada zona consiguiendo así una órbita periódica en cuanto a la alternación de regiones, pero que se mueve caóticamente dentro de ellas. Aquí está 20 iteraciones en una región y 30 en otra.</a:t>
            </a:r>
          </a:p>
          <a:p>
            <a:endParaRPr lang="es-ES" dirty="0"/>
          </a:p>
          <a:p>
            <a:r>
              <a:rPr lang="es-ES" dirty="0"/>
              <a:t>Para ello no hemos superado nunca la cota de control que también es menor que el ruido.</a:t>
            </a:r>
          </a:p>
        </p:txBody>
      </p:sp>
      <p:sp>
        <p:nvSpPr>
          <p:cNvPr id="4" name="Marcador de número de diapositiva 3">
            <a:extLst>
              <a:ext uri="{FF2B5EF4-FFF2-40B4-BE49-F238E27FC236}">
                <a16:creationId xmlns:a16="http://schemas.microsoft.com/office/drawing/2014/main" id="{8D691657-9EBF-342D-2DCF-516E092A7A63}"/>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41</a:t>
            </a:fld>
            <a:endParaRPr lang="es-ES"/>
          </a:p>
        </p:txBody>
      </p:sp>
    </p:spTree>
    <p:extLst>
      <p:ext uri="{BB962C8B-B14F-4D97-AF65-F5344CB8AC3E}">
        <p14:creationId xmlns:p14="http://schemas.microsoft.com/office/powerpoint/2010/main" val="7588897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Este mapa, en el que las crestas de las parábolas superar ligeramente a 0.5, es un sistema </a:t>
            </a:r>
            <a:r>
              <a:rPr lang="es-ES" dirty="0" err="1"/>
              <a:t>multiestable</a:t>
            </a:r>
            <a:r>
              <a:rPr lang="es-ES" dirty="0"/>
              <a:t>. Esto significa que la trayectoria transita caóticamente entre la zona de la derecha y la izquierda a lo largo del tiempo. </a:t>
            </a:r>
          </a:p>
          <a:p>
            <a:endParaRPr lang="es-ES" dirty="0"/>
          </a:p>
          <a:p>
            <a:r>
              <a:rPr lang="es-ES" dirty="0"/>
              <a:t>Podemos controlarla para que permanezca las iteraciones que queramos en cada zona consiguiendo así una órbita periódica en cuanto a la alternación de regiones, pero que se mueve caóticamente dentro de ellas. Aquí está 20 iteraciones en una región y 30 en otra.</a:t>
            </a:r>
          </a:p>
          <a:p>
            <a:endParaRPr lang="es-ES" dirty="0"/>
          </a:p>
          <a:p>
            <a:r>
              <a:rPr lang="es-ES" dirty="0"/>
              <a:t>Para ello no hemos superado nunca la cota de control que también es menor que el ruido.</a:t>
            </a:r>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42</a:t>
            </a:fld>
            <a:endParaRPr lang="es-ES"/>
          </a:p>
        </p:txBody>
      </p:sp>
    </p:spTree>
    <p:extLst>
      <p:ext uri="{BB962C8B-B14F-4D97-AF65-F5344CB8AC3E}">
        <p14:creationId xmlns:p14="http://schemas.microsoft.com/office/powerpoint/2010/main" val="4487588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el último artículo que elaboramos, que publicamos en </a:t>
            </a:r>
            <a:r>
              <a:rPr lang="es-ES" dirty="0" err="1"/>
              <a:t>Physical</a:t>
            </a:r>
            <a:r>
              <a:rPr lang="es-ES" dirty="0"/>
              <a:t> </a:t>
            </a:r>
            <a:r>
              <a:rPr lang="es-ES" dirty="0" err="1"/>
              <a:t>Review</a:t>
            </a:r>
            <a:r>
              <a:rPr lang="es-ES" dirty="0"/>
              <a:t> E, diseñamos un juego de control, complementando así todos los ámbitos de esta tesis. </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43</a:t>
            </a:fld>
            <a:endParaRPr lang="es-ES" dirty="0"/>
          </a:p>
        </p:txBody>
      </p:sp>
    </p:spTree>
    <p:extLst>
      <p:ext uri="{BB962C8B-B14F-4D97-AF65-F5344CB8AC3E}">
        <p14:creationId xmlns:p14="http://schemas.microsoft.com/office/powerpoint/2010/main" val="17421030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el juego de </a:t>
            </a:r>
            <a:r>
              <a:rPr lang="es-ES" dirty="0" err="1"/>
              <a:t>Yorke</a:t>
            </a:r>
            <a:r>
              <a:rPr lang="es-ES" dirty="0"/>
              <a:t> dos jugadores compiten por el control de la trayectoria en un sistema dinámico. Ambos jugadores ejercen un control aditivo.</a:t>
            </a:r>
          </a:p>
          <a:p>
            <a:endParaRPr lang="es-ES" dirty="0"/>
          </a:p>
          <a:p>
            <a:r>
              <a:rPr lang="es-ES" dirty="0"/>
              <a:t>En ausencia de un potencial o mapa, la solución es trivial: el jugador que más fuerza ejerza ganará.</a:t>
            </a:r>
          </a:p>
          <a:p>
            <a:endParaRPr lang="es-ES" dirty="0"/>
          </a:p>
          <a:p>
            <a:r>
              <a:rPr lang="es-ES" dirty="0"/>
              <a:t>En cambio, en sistemas dinámicos complejos, la cosa se complica. </a:t>
            </a:r>
          </a:p>
          <a:p>
            <a:endParaRPr lang="es-ES" dirty="0"/>
          </a:p>
          <a:p>
            <a:r>
              <a:rPr lang="es-ES" dirty="0"/>
              <a:t>Un resultado excepcional es que, a veces, el jugador con menor fuerza puede salir victorioso, incluso cuando el sistema dinámico juega en su contra.</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44</a:t>
            </a:fld>
            <a:endParaRPr lang="es-ES" dirty="0"/>
          </a:p>
        </p:txBody>
      </p:sp>
    </p:spTree>
    <p:extLst>
      <p:ext uri="{BB962C8B-B14F-4D97-AF65-F5344CB8AC3E}">
        <p14:creationId xmlns:p14="http://schemas.microsoft.com/office/powerpoint/2010/main" val="35552265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Existen variantes del juego ya que puede haber diferentes objetivos de control.</a:t>
            </a:r>
          </a:p>
          <a:p>
            <a:endParaRPr lang="es-ES" dirty="0"/>
          </a:p>
          <a:p>
            <a:r>
              <a:rPr lang="es-ES" dirty="0"/>
              <a:t>Nosotros tenemos que el jugador A quiere escapar de una región caótica transitoria, mientras que el B quiere permanecer en ella.</a:t>
            </a:r>
          </a:p>
          <a:p>
            <a:endParaRPr lang="es-ES" dirty="0"/>
          </a:p>
          <a:p>
            <a:r>
              <a:rPr lang="es-ES" dirty="0"/>
              <a:t>También puede haber diferentes variantes según el orden de juego, que determina la información que cada jugador posee.</a:t>
            </a:r>
          </a:p>
          <a:p>
            <a:endParaRPr lang="es-ES" dirty="0"/>
          </a:p>
          <a:p>
            <a:r>
              <a:rPr lang="es-ES" dirty="0"/>
              <a:t>Indicamos con un menos cuando el jugador juega primero , y por tanto, desconoce los movimientos del rival. Y con un más cuando juega segundo y sabe la jugada del contrincante.</a:t>
            </a:r>
          </a:p>
          <a:p>
            <a:endParaRPr lang="es-ES" dirty="0"/>
          </a:p>
          <a:p>
            <a:r>
              <a:rPr lang="es-ES" dirty="0"/>
              <a:t>Por lo tanto puede haber 3 posibles juegos. Si A juega primero, si juega segundo, o si ambos desconocen los movimientos del otro. Tal vez porque jueguen simultáneamente.</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45</a:t>
            </a:fld>
            <a:endParaRPr lang="es-ES" dirty="0"/>
          </a:p>
        </p:txBody>
      </p:sp>
    </p:spTree>
    <p:extLst>
      <p:ext uri="{BB962C8B-B14F-4D97-AF65-F5344CB8AC3E}">
        <p14:creationId xmlns:p14="http://schemas.microsoft.com/office/powerpoint/2010/main" val="690783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Utilizando la formulación de los conjuntos seguros y conjuntos de escape que vimos anteriormente llegamos a los conjuntos victoria.</a:t>
            </a:r>
          </a:p>
          <a:p>
            <a:endParaRPr lang="es-ES" dirty="0"/>
          </a:p>
          <a:p>
            <a:r>
              <a:rPr lang="es-ES" dirty="0"/>
              <a:t>Cada jugador tendrá su conjunto de victoria. Si la trayectoria empieza en el conjunto de un jugador este tendrá asegurada la victoria.</a:t>
            </a:r>
          </a:p>
          <a:p>
            <a:endParaRPr lang="es-ES" dirty="0"/>
          </a:p>
          <a:p>
            <a:r>
              <a:rPr lang="es-ES" dirty="0"/>
              <a:t>Vamos a marcar de amarillo los conjuntos de victoria para el jugador A ignorante y de azul para el jugador B informado.</a:t>
            </a:r>
          </a:p>
          <a:p>
            <a:endParaRPr lang="es-ES" dirty="0"/>
          </a:p>
          <a:p>
            <a:r>
              <a:rPr lang="es-ES" dirty="0"/>
              <a:t>Como vemos en la victoria de A, la trayectoria irá pasando de una zona a otra dentro del conjunto amarillo hasta finalmente escapar.</a:t>
            </a:r>
          </a:p>
          <a:p>
            <a:endParaRPr lang="es-ES" dirty="0"/>
          </a:p>
          <a:p>
            <a:r>
              <a:rPr lang="es-ES" dirty="0"/>
              <a:t>En cambio, en la victoria de B, la trayectoria oscila caóticamente en el conjunto azul indefinidamente.</a:t>
            </a:r>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46</a:t>
            </a:fld>
            <a:endParaRPr lang="es-ES"/>
          </a:p>
        </p:txBody>
      </p:sp>
    </p:spTree>
    <p:extLst>
      <p:ext uri="{BB962C8B-B14F-4D97-AF65-F5344CB8AC3E}">
        <p14:creationId xmlns:p14="http://schemas.microsoft.com/office/powerpoint/2010/main" val="472829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esta gráfica represento los valores de control para los cuales cada jugador tiene la victoria asegurada en toda la región o comparten victoria, en las zonas con barras.</a:t>
            </a:r>
          </a:p>
          <a:p>
            <a:endParaRPr lang="es-ES" dirty="0"/>
          </a:p>
          <a:p>
            <a:r>
              <a:rPr lang="es-ES" dirty="0"/>
              <a:t>Estoy representando el caso en el que el jugador que quiere escapar, el A. juega primero e ignorante.</a:t>
            </a:r>
          </a:p>
          <a:p>
            <a:endParaRPr lang="es-ES" dirty="0"/>
          </a:p>
          <a:p>
            <a:r>
              <a:rPr lang="es-ES" dirty="0"/>
              <a:t>A la derecha muestro 5 juegos en estos 5 puntos. </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Podemos observar que los conjuntos de victoria informados de un jugador son complementarios a los ignorantes del rival. Esto es debido a que sus objetivos son complementarios, es decir, la región donde gana uno es donde pierde el otro.</a:t>
            </a:r>
          </a:p>
          <a:p>
            <a:endParaRPr lang="es-ES" dirty="0"/>
          </a:p>
          <a:p>
            <a:endParaRPr lang="es-ES" dirty="0"/>
          </a:p>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47</a:t>
            </a:fld>
            <a:endParaRPr lang="es-ES"/>
          </a:p>
        </p:txBody>
      </p:sp>
    </p:spTree>
    <p:extLst>
      <p:ext uri="{BB962C8B-B14F-4D97-AF65-F5344CB8AC3E}">
        <p14:creationId xmlns:p14="http://schemas.microsoft.com/office/powerpoint/2010/main" val="3341019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CC8A9-D8CA-68EC-7696-B9E1A18C2EB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7A549A-6000-6A3E-A967-B3D075A035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D5C7D8-CC30-9B94-4A7A-AC70A020B4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Ahora el orden de juego se ha cambiado. Claramente se ve que el jugador A tiene mayor ventaja que antes.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endParaRPr lang="es-ES" dirty="0"/>
          </a:p>
        </p:txBody>
      </p:sp>
      <p:sp>
        <p:nvSpPr>
          <p:cNvPr id="4" name="Marcador de número de diapositiva 3">
            <a:extLst>
              <a:ext uri="{FF2B5EF4-FFF2-40B4-BE49-F238E27FC236}">
                <a16:creationId xmlns:a16="http://schemas.microsoft.com/office/drawing/2014/main" id="{066F553E-A658-CB89-4BB9-1EE809096240}"/>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48</a:t>
            </a:fld>
            <a:endParaRPr lang="es-ES"/>
          </a:p>
        </p:txBody>
      </p:sp>
    </p:spTree>
    <p:extLst>
      <p:ext uri="{BB962C8B-B14F-4D97-AF65-F5344CB8AC3E}">
        <p14:creationId xmlns:p14="http://schemas.microsoft.com/office/powerpoint/2010/main" val="33357262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cambio, cuando nadie tiene información del oponente, existen zonas vacías en las que ningún jugador tiene asegurada la victoria definiendo estas zonas como NW, no </a:t>
            </a:r>
            <a:r>
              <a:rPr lang="es-ES" dirty="0" err="1"/>
              <a:t>winning</a:t>
            </a:r>
            <a:r>
              <a:rPr lang="es-ES" dirty="0"/>
              <a:t>.</a:t>
            </a:r>
          </a:p>
          <a:p>
            <a:endParaRPr lang="es-ES" dirty="0"/>
          </a:p>
          <a:p>
            <a:r>
              <a:rPr lang="es-ES" dirty="0"/>
              <a:t>En estos casos la victoria dependerá de la secuencia de movimientos que los jugadores realicen.</a:t>
            </a:r>
          </a:p>
          <a:p>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49</a:t>
            </a:fld>
            <a:endParaRPr lang="es-ES" dirty="0"/>
          </a:p>
        </p:txBody>
      </p:sp>
    </p:spTree>
    <p:extLst>
      <p:ext uri="{BB962C8B-B14F-4D97-AF65-F5344CB8AC3E}">
        <p14:creationId xmlns:p14="http://schemas.microsoft.com/office/powerpoint/2010/main" val="36098212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Sabiendo que los conjuntos informados e ignorantes son complementarios, podemos afirmar que las zonas donde nadie tiene asegurada la victoria son son la diferencia entre los conjuntos informados e ignorantes de los jugadores. </a:t>
            </a:r>
          </a:p>
          <a:p>
            <a:endParaRPr lang="es-ES" dirty="0"/>
          </a:p>
          <a:p>
            <a:r>
              <a:rPr lang="es-ES" dirty="0"/>
              <a:t>Además; la diferencia entre estar informado y no estarlo es la misma en ambos jugadores. Esto se debe a que el hueco que deja uno al ser ignorante, lo ocupa el rival informado.</a:t>
            </a:r>
          </a:p>
          <a:p>
            <a:endParaRPr lang="es-ES" dirty="0"/>
          </a:p>
          <a:p>
            <a:r>
              <a:rPr lang="es-ES" dirty="0"/>
              <a:t>Esto nos sugiere que el hecho de que un jugador no se asegure la victoria es porque le falta la información necesaria para ganar.</a:t>
            </a:r>
          </a:p>
          <a:p>
            <a:endParaRPr lang="es-ES" dirty="0"/>
          </a:p>
          <a:p>
            <a:r>
              <a:rPr lang="es-ES" dirty="0"/>
              <a:t>Entonces como sus acciones no son las mejores posible, no se sabe con certeza quien ganará.</a:t>
            </a:r>
          </a:p>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50</a:t>
            </a:fld>
            <a:endParaRPr lang="es-ES"/>
          </a:p>
        </p:txBody>
      </p:sp>
    </p:spTree>
    <p:extLst>
      <p:ext uri="{BB962C8B-B14F-4D97-AF65-F5344CB8AC3E}">
        <p14:creationId xmlns:p14="http://schemas.microsoft.com/office/powerpoint/2010/main" val="31470926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F3E4E-C732-A219-7983-B71192FD5D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CA9F7F-4F68-389A-16B6-0E05D8DC01D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E2A8F-EB6F-DC32-EF5E-920BD115655F}"/>
              </a:ext>
            </a:extLst>
          </p:cNvPr>
          <p:cNvSpPr>
            <a:spLocks noGrp="1"/>
          </p:cNvSpPr>
          <p:nvPr>
            <p:ph type="body" idx="1"/>
          </p:nvPr>
        </p:nvSpPr>
        <p:spPr/>
        <p:txBody>
          <a:bodyPr/>
          <a:lstStyle/>
          <a:p>
            <a:r>
              <a:rPr lang="es-ES" dirty="0"/>
              <a:t>En esta gráfica vemos la fracción de puntos que ocupan las zonas donde nadie gana.</a:t>
            </a:r>
          </a:p>
          <a:p>
            <a:endParaRPr lang="es-ES" dirty="0"/>
          </a:p>
          <a:p>
            <a:r>
              <a:rPr lang="es-ES" dirty="0"/>
              <a:t>Con esta gráfica podemos evaluar cuando merece la pena luchar por jugar en segundo </a:t>
            </a:r>
            <a:r>
              <a:rPr lang="es-ES" dirty="0" err="1"/>
              <a:t>lugarque</a:t>
            </a:r>
            <a:r>
              <a:rPr lang="es-ES" dirty="0"/>
              <a:t> será en las zonas del centro.</a:t>
            </a:r>
          </a:p>
          <a:p>
            <a:endParaRPr lang="es-ES" dirty="0"/>
          </a:p>
          <a:p>
            <a:r>
              <a:rPr lang="es-ES" dirty="0"/>
              <a:t>En cambio, en la zona azules no es importante estar informado ya que el juego resultará idéntico. Esto es un tanto chocante, dada la abundancia de azul oscuro en la gráfica.</a:t>
            </a:r>
          </a:p>
        </p:txBody>
      </p:sp>
      <p:sp>
        <p:nvSpPr>
          <p:cNvPr id="4" name="Marcador de número de diapositiva 3">
            <a:extLst>
              <a:ext uri="{FF2B5EF4-FFF2-40B4-BE49-F238E27FC236}">
                <a16:creationId xmlns:a16="http://schemas.microsoft.com/office/drawing/2014/main" id="{2E6401B4-D36B-09BC-0F2E-36CDEEA8BC59}"/>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51</a:t>
            </a:fld>
            <a:endParaRPr lang="es-ES"/>
          </a:p>
        </p:txBody>
      </p:sp>
    </p:spTree>
    <p:extLst>
      <p:ext uri="{BB962C8B-B14F-4D97-AF65-F5344CB8AC3E}">
        <p14:creationId xmlns:p14="http://schemas.microsoft.com/office/powerpoint/2010/main" val="922068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Aquí representamos los conjuntos de victoria para diferentes valores de control a lo largo de las líneas frontera.</a:t>
            </a:r>
          </a:p>
          <a:p>
            <a:endParaRPr lang="es-ES" dirty="0"/>
          </a:p>
          <a:p>
            <a:r>
              <a:rPr lang="es-ES" dirty="0"/>
              <a:t>Estas líneas representan el límite para el cual el jugador A, que quiere escapar, gana en toda la región.</a:t>
            </a:r>
          </a:p>
          <a:p>
            <a:endParaRPr lang="es-ES" dirty="0"/>
          </a:p>
          <a:p>
            <a:r>
              <a:rPr lang="es-ES" dirty="0"/>
              <a:t>Se forman patrones interesantes con cierta </a:t>
            </a:r>
            <a:r>
              <a:rPr lang="es-ES" dirty="0" err="1"/>
              <a:t>fractalidad</a:t>
            </a:r>
            <a:r>
              <a:rPr lang="es-ES" dirty="0"/>
              <a:t> que proviene de la naturaleza fractal del escape en el mapa logístico.</a:t>
            </a:r>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52</a:t>
            </a:fld>
            <a:endParaRPr lang="es-ES" dirty="0"/>
          </a:p>
        </p:txBody>
      </p:sp>
    </p:spTree>
    <p:extLst>
      <p:ext uri="{BB962C8B-B14F-4D97-AF65-F5344CB8AC3E}">
        <p14:creationId xmlns:p14="http://schemas.microsoft.com/office/powerpoint/2010/main" val="13320883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53</a:t>
            </a:fld>
            <a:endParaRPr lang="es-ES"/>
          </a:p>
        </p:txBody>
      </p:sp>
    </p:spTree>
    <p:extLst>
      <p:ext uri="{BB962C8B-B14F-4D97-AF65-F5344CB8AC3E}">
        <p14:creationId xmlns:p14="http://schemas.microsoft.com/office/powerpoint/2010/main" val="37083955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Esta </a:t>
            </a:r>
            <a:r>
              <a:rPr lang="es-ES" dirty="0" err="1"/>
              <a:t>fractalidad</a:t>
            </a:r>
            <a:r>
              <a:rPr lang="es-ES" dirty="0"/>
              <a:t> es algo propio de la regla en sí que es </a:t>
            </a:r>
            <a:r>
              <a:rPr lang="es-ES" dirty="0" err="1"/>
              <a:t>autosemejante</a:t>
            </a:r>
            <a:r>
              <a:rPr lang="es-ES" dirty="0"/>
              <a:t>. Me explico.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Esta es la primera </a:t>
            </a:r>
            <a:r>
              <a:rPr lang="es-ES" dirty="0" err="1"/>
              <a:t>peculiariedad</a:t>
            </a:r>
            <a:r>
              <a:rPr lang="es-ES" dirty="0"/>
              <a:t> que cumple la subclase U. Pero hay más.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Como tiene diferente número le pongo un 1, y voy elaborando una nueva regla de 8 bits con cada posible cambio que puedo hacer. Pues bien, esta nueva regla es exactamente la misma que la original. Esto ocurre exclusivamente en las reglas de la subclase 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Esto es una clase de autosimilitud, que la regla 90 produce la regla 90.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Hay una excepción en la regla 105 que es de la clase U y produce la 150, pero esta vuelve a producir el 150. Por lo que también la 105 es de la clase U, pero presenta una </a:t>
            </a:r>
            <a:r>
              <a:rPr lang="es-ES" dirty="0" err="1"/>
              <a:t>autosemejanza</a:t>
            </a:r>
            <a:r>
              <a:rPr lang="es-ES" dirty="0"/>
              <a:t> en el segundo paso.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5"/>
          </p:nvPr>
        </p:nvSpPr>
        <p:spPr/>
        <p:txBody>
          <a:bodyPr/>
          <a:lstStyle/>
          <a:p>
            <a:fld id="{28EA7587-D748-4B54-A2B8-6E043C119B23}" type="slidenum">
              <a:rPr lang="es-ES" smtClean="0"/>
              <a:pPr/>
              <a:t>63</a:t>
            </a:fld>
            <a:endParaRPr lang="es-ES" dirty="0"/>
          </a:p>
        </p:txBody>
      </p:sp>
    </p:spTree>
    <p:extLst>
      <p:ext uri="{BB962C8B-B14F-4D97-AF65-F5344CB8AC3E}">
        <p14:creationId xmlns:p14="http://schemas.microsoft.com/office/powerpoint/2010/main" val="19076371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D5751-94DD-29FB-9BA7-476E5294F7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89FD6C-D580-57D4-3245-ED51D21465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AFBC78-10AB-FC4E-B4EE-65AC80652766}"/>
              </a:ext>
            </a:extLst>
          </p:cNvPr>
          <p:cNvSpPr>
            <a:spLocks noGrp="1"/>
          </p:cNvSpPr>
          <p:nvPr>
            <p:ph type="body" idx="1"/>
          </p:nvPr>
        </p:nvSpPr>
        <p:spPr/>
        <p:txBody>
          <a:bodyPr/>
          <a:lstStyle/>
          <a:p>
            <a:r>
              <a:rPr lang="es-ES" dirty="0"/>
              <a:t>Analizando la serie temporal de la distancia de </a:t>
            </a:r>
            <a:r>
              <a:rPr lang="es-ES" dirty="0" err="1"/>
              <a:t>Hamming</a:t>
            </a:r>
            <a:r>
              <a:rPr lang="es-ES" dirty="0"/>
              <a:t> clasificamos los autómatas celulares.</a:t>
            </a:r>
          </a:p>
          <a:p>
            <a:endParaRPr lang="es-ES" dirty="0"/>
          </a:p>
          <a:p>
            <a:r>
              <a:rPr lang="es-ES" dirty="0"/>
              <a:t>Los autómatas de la clase 1 tiene distancia de </a:t>
            </a:r>
            <a:r>
              <a:rPr lang="es-ES" dirty="0" err="1"/>
              <a:t>Hamming</a:t>
            </a:r>
            <a:r>
              <a:rPr lang="es-ES" dirty="0"/>
              <a:t> nula.</a:t>
            </a:r>
          </a:p>
          <a:p>
            <a:endParaRPr lang="es-ES" dirty="0"/>
          </a:p>
          <a:p>
            <a:r>
              <a:rPr lang="es-ES" dirty="0"/>
              <a:t>En la clase 2 es </a:t>
            </a:r>
            <a:r>
              <a:rPr lang="es-ES" dirty="0" err="1"/>
              <a:t>periodica</a:t>
            </a:r>
            <a:r>
              <a:rPr lang="es-ES" dirty="0"/>
              <a:t>, ya sea de periodo alto o bajo. </a:t>
            </a:r>
          </a:p>
          <a:p>
            <a:endParaRPr lang="es-ES" dirty="0"/>
          </a:p>
          <a:p>
            <a:r>
              <a:rPr lang="es-ES" dirty="0"/>
              <a:t>En la clase 3 la distancia es caótica para los de la subclase C.</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Distinguimos si son caóticas o periódicas con la autocorrelación, que también nos proporciona el periodo.</a:t>
            </a:r>
          </a:p>
          <a:p>
            <a:endParaRPr lang="es-ES" dirty="0"/>
          </a:p>
          <a:p>
            <a:r>
              <a:rPr lang="es-ES" dirty="0"/>
              <a:t>En la </a:t>
            </a:r>
            <a:r>
              <a:rPr lang="es-ES" dirty="0" err="1"/>
              <a:t>calse</a:t>
            </a:r>
            <a:r>
              <a:rPr lang="es-ES" dirty="0"/>
              <a:t> 3 también hay otra subclase, la U, que produce series temporales de periodo muy largo, pero no son de clase 2 por lo siguiente. La denominamos U, de Uniforme, porque todas las simulaciones de la misma regla presentan la misma serie temporal. Este hecho es sorprendente, ya que no </a:t>
            </a:r>
            <a:r>
              <a:rPr lang="es-ES"/>
              <a:t>importa qué </a:t>
            </a:r>
            <a:r>
              <a:rPr lang="es-ES" dirty="0"/>
              <a:t>celda cambiemos, ni siquiera cuales son las condiciones iniciales del autómata celular.</a:t>
            </a:r>
          </a:p>
          <a:p>
            <a:endParaRPr lang="es-ES" dirty="0"/>
          </a:p>
          <a:p>
            <a:r>
              <a:rPr lang="es-ES" dirty="0"/>
              <a:t>Es más, el patrón de diferencia siempre es el mismo.</a:t>
            </a:r>
          </a:p>
          <a:p>
            <a:endParaRPr lang="es-ES" dirty="0"/>
          </a:p>
          <a:p>
            <a:r>
              <a:rPr lang="es-ES" dirty="0"/>
              <a:t>La clase 4 produce series temporales que presentan caos transitorio.</a:t>
            </a:r>
          </a:p>
        </p:txBody>
      </p:sp>
      <p:sp>
        <p:nvSpPr>
          <p:cNvPr id="4" name="Marcador de número de diapositiva 3">
            <a:extLst>
              <a:ext uri="{FF2B5EF4-FFF2-40B4-BE49-F238E27FC236}">
                <a16:creationId xmlns:a16="http://schemas.microsoft.com/office/drawing/2014/main" id="{825F6305-71CE-76C8-1B9F-7EFF0C2CFC84}"/>
              </a:ext>
            </a:extLst>
          </p:cNvPr>
          <p:cNvSpPr>
            <a:spLocks noGrp="1"/>
          </p:cNvSpPr>
          <p:nvPr>
            <p:ph type="sldNum" sz="quarter" idx="5"/>
          </p:nvPr>
        </p:nvSpPr>
        <p:spPr>
          <a:xfrm>
            <a:off x="3884613" y="8685213"/>
            <a:ext cx="2971800" cy="458787"/>
          </a:xfrm>
          <a:prstGeom prst="rect">
            <a:avLst/>
          </a:prstGeom>
        </p:spPr>
        <p:txBody>
          <a:bodyPr/>
          <a:lstStyle/>
          <a:p>
            <a:fld id="{28EA7587-D748-4B54-A2B8-6E043C119B23}" type="slidenum">
              <a:rPr lang="es-ES" smtClean="0"/>
              <a:t>67</a:t>
            </a:fld>
            <a:endParaRPr lang="es-ES"/>
          </a:p>
        </p:txBody>
      </p:sp>
    </p:spTree>
    <p:extLst>
      <p:ext uri="{BB962C8B-B14F-4D97-AF65-F5344CB8AC3E}">
        <p14:creationId xmlns:p14="http://schemas.microsoft.com/office/powerpoint/2010/main" val="495370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26443" y="1122363"/>
            <a:ext cx="5691116" cy="2621154"/>
          </a:xfrm>
        </p:spPr>
        <p:txBody>
          <a:bodyPr anchor="b">
            <a:normAutofit/>
          </a:bodyPr>
          <a:lstStyle>
            <a:lvl1pPr algn="ctr">
              <a:defRPr sz="3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726443" y="3843709"/>
            <a:ext cx="5691116" cy="1414091"/>
          </a:xfrm>
        </p:spPr>
        <p:txBody>
          <a:bodyPr>
            <a:normAutofit/>
          </a:bodyPr>
          <a:lstStyle>
            <a:lvl1pPr marL="0" indent="0" algn="ctr">
              <a:buNone/>
              <a:defRPr sz="135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C57155C-B6E1-4935-BE06-9032353438EF}" type="datetime1">
              <a:rPr lang="en-US" smtClean="0"/>
              <a:t>5/4/25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1120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F4375F-CDE4-40E5-B21D-E20609A4E148}" type="datetime1">
              <a:rPr lang="en-US" smtClean="0"/>
              <a:t>5/4/25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7" name="Slide Number Placeholder 5">
            <a:extLst>
              <a:ext uri="{FF2B5EF4-FFF2-40B4-BE49-F238E27FC236}">
                <a16:creationId xmlns:a16="http://schemas.microsoft.com/office/drawing/2014/main" id="{902AA5B0-6739-5D86-B0F7-D881B618ADD8}"/>
              </a:ext>
            </a:extLst>
          </p:cNvPr>
          <p:cNvSpPr>
            <a:spLocks noGrp="1"/>
          </p:cNvSpPr>
          <p:nvPr>
            <p:ph type="sldNum" sz="quarter" idx="12"/>
          </p:nvPr>
        </p:nvSpPr>
        <p:spPr>
          <a:xfrm>
            <a:off x="7470588" y="6453003"/>
            <a:ext cx="1575440" cy="365125"/>
          </a:xfrm>
        </p:spPr>
        <p:txBody>
          <a:bodyPr/>
          <a:lstStyle>
            <a:lvl1pPr>
              <a:defRPr sz="1600"/>
            </a:lvl1pPr>
          </a:lstStyle>
          <a:p>
            <a:fld id="{CC057153-B650-4DEB-B370-79DDCFDCE934}" type="slidenum">
              <a:rPr lang="en-US" smtClean="0"/>
              <a:pPr/>
              <a:t>‹#›</a:t>
            </a:fld>
            <a:r>
              <a:rPr lang="en-US" dirty="0"/>
              <a:t> / 57</a:t>
            </a:r>
          </a:p>
        </p:txBody>
      </p:sp>
    </p:spTree>
    <p:extLst>
      <p:ext uri="{BB962C8B-B14F-4D97-AF65-F5344CB8AC3E}">
        <p14:creationId xmlns:p14="http://schemas.microsoft.com/office/powerpoint/2010/main" val="2124807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52536" y="553617"/>
            <a:ext cx="6204855" cy="4008859"/>
          </a:xfrm>
        </p:spPr>
        <p:txBody>
          <a:bodyPr anchor="t">
            <a:normAutofit/>
          </a:bodyPr>
          <a:lstStyle>
            <a:lvl1pPr>
              <a:defRPr sz="405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52535" y="4589464"/>
            <a:ext cx="6204855" cy="1384617"/>
          </a:xfrm>
        </p:spPr>
        <p:txBody>
          <a:bodyPr anchor="b">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36460BC2-4C80-4D31-8155-5ED27992A87E}" type="datetime1">
              <a:rPr lang="en-US" smtClean="0"/>
              <a:t>5/4/25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12078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548640"/>
            <a:ext cx="8055864"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459486"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D3EC44B-FC61-4B3E-86D5-B3F24BF4EB83}" type="datetime1">
              <a:rPr lang="en-US" smtClean="0"/>
              <a:t>5/4/25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81702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547396"/>
            <a:ext cx="8059341"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1" y="1685735"/>
            <a:ext cx="3868340" cy="559834"/>
          </a:xfrm>
        </p:spPr>
        <p:txBody>
          <a:bodyPr anchor="b">
            <a:normAutofit/>
          </a:bodyPr>
          <a:lstStyle>
            <a:lvl1pPr marL="0" indent="0">
              <a:lnSpc>
                <a:spcPct val="90000"/>
              </a:lnSpc>
              <a:buNone/>
              <a:defRPr sz="15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457201" y="2386895"/>
            <a:ext cx="3868340"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29150" y="1685735"/>
            <a:ext cx="3887391" cy="559834"/>
          </a:xfrm>
        </p:spPr>
        <p:txBody>
          <a:bodyPr anchor="b">
            <a:normAutofit/>
          </a:bodyPr>
          <a:lstStyle>
            <a:lvl1pPr marL="0" indent="0">
              <a:lnSpc>
                <a:spcPct val="90000"/>
              </a:lnSpc>
              <a:buNone/>
              <a:defRPr sz="15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4629150" y="2386895"/>
            <a:ext cx="3887392"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072C79D-E3C3-48AF-A7B2-8A8F60367656}" type="datetime1">
              <a:rPr lang="en-US" smtClean="0"/>
              <a:t>5/4/25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40153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654CD0-3543-438A-AA2F-7FE50278C0C2}" type="datetime1">
              <a:rPr lang="en-US" smtClean="0"/>
              <a:t>5/4/25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96311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32223C0-E0A8-43FA-BCD5-49927369741F}" type="datetime1">
              <a:rPr lang="en-US" smtClean="0"/>
              <a:t>5/4/25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44890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47870" y="553617"/>
            <a:ext cx="2696726" cy="1757505"/>
          </a:xfrm>
        </p:spPr>
        <p:txBody>
          <a:bodyPr anchor="t">
            <a:normAutofit/>
          </a:bodyPr>
          <a:lstStyle>
            <a:lvl1pPr>
              <a:defRPr sz="21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3851031" y="553616"/>
            <a:ext cx="4709806" cy="5486400"/>
          </a:xfrm>
        </p:spPr>
        <p:txBody>
          <a:bodyPr>
            <a:normAutofit/>
          </a:bodyPr>
          <a:lstStyle>
            <a:lvl1pPr>
              <a:defRPr sz="2100"/>
            </a:lvl1pPr>
            <a:lvl2pPr>
              <a:defRPr sz="1800"/>
            </a:lvl2pPr>
            <a:lvl3pPr>
              <a:defRPr sz="1500"/>
            </a:lvl3pPr>
            <a:lvl4pPr>
              <a:defRPr sz="1350"/>
            </a:lvl4pPr>
            <a:lvl5pPr>
              <a:defRPr sz="13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47870" y="2311122"/>
            <a:ext cx="2696726" cy="3728895"/>
          </a:xfrm>
        </p:spPr>
        <p:txBody>
          <a:bodyPr anchor="t">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419FF59-61B6-4524-B657-2D764A7DA484}" type="datetime1">
              <a:rPr lang="en-US" smtClean="0"/>
              <a:t>5/4/25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6354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45770" y="557785"/>
            <a:ext cx="2696726" cy="2212313"/>
          </a:xfrm>
        </p:spPr>
        <p:txBody>
          <a:bodyPr anchor="t">
            <a:normAutofit/>
          </a:bodyPr>
          <a:lstStyle>
            <a:lvl1pPr>
              <a:defRPr sz="21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3797490" y="657103"/>
            <a:ext cx="4862765" cy="555590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1" y="2826137"/>
            <a:ext cx="2689190" cy="3434638"/>
          </a:xfrm>
        </p:spPr>
        <p:txBody>
          <a:bodyPr anchor="b"/>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2934447-F881-4BBB-AC3A-3D93964301A2}" type="datetime1">
              <a:rPr lang="en-US" smtClean="0"/>
              <a:t>5/4/25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82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459486" y="548640"/>
            <a:ext cx="78867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459486" y="1680899"/>
            <a:ext cx="78867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A98B0F48-46E2-450E-A55A-BB7FC2345B20}" type="datetime1">
              <a:rPr lang="en-US" smtClean="0"/>
              <a:t>5/4/25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44860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7226166" y="578497"/>
            <a:ext cx="1535278"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628650" y="578498"/>
            <a:ext cx="6597516"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C3EB552D-5DAC-4E73-BBDF-F77BC2E4CD68}" type="datetime1">
              <a:rPr lang="en-US" smtClean="0"/>
              <a:t>5/4/25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88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9486" y="548640"/>
            <a:ext cx="7990184"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9486" y="1715532"/>
            <a:ext cx="7990184"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2870" y="6453003"/>
            <a:ext cx="2620736" cy="365125"/>
          </a:xfrm>
          <a:prstGeom prst="rect">
            <a:avLst/>
          </a:prstGeom>
        </p:spPr>
        <p:txBody>
          <a:bodyPr vert="horz" lIns="91440" tIns="45720" rIns="91440" bIns="45720" rtlCol="0" anchor="ctr"/>
          <a:lstStyle>
            <a:lvl1pPr algn="l">
              <a:defRPr sz="675">
                <a:solidFill>
                  <a:schemeClr val="tx1"/>
                </a:solidFill>
              </a:defRPr>
            </a:lvl1pPr>
          </a:lstStyle>
          <a:p>
            <a:fld id="{A595AF1D-D879-4BB9-8545-B80C3772AF7C}" type="datetime1">
              <a:rPr lang="en-US" smtClean="0"/>
              <a:t>5/4/25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657391" y="6453003"/>
            <a:ext cx="2104054" cy="365125"/>
          </a:xfrm>
          <a:prstGeom prst="rect">
            <a:avLst/>
          </a:prstGeom>
        </p:spPr>
        <p:txBody>
          <a:bodyPr vert="horz" lIns="91440" tIns="45720" rIns="91440" bIns="45720" rtlCol="0" anchor="ctr"/>
          <a:lstStyle>
            <a:lvl1pPr algn="r">
              <a:defRPr sz="675">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724122" y="6453003"/>
            <a:ext cx="321905" cy="365125"/>
          </a:xfrm>
          <a:prstGeom prst="rect">
            <a:avLst/>
          </a:prstGeom>
        </p:spPr>
        <p:txBody>
          <a:bodyPr vert="horz" lIns="91440" tIns="45720" rIns="91440" bIns="45720" rtlCol="0" anchor="ctr"/>
          <a:lstStyle>
            <a:lvl1pPr algn="r">
              <a:defRPr sz="675">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782547269"/>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hf hdr="0" ftr="0" dt="0"/>
  <p:txStyles>
    <p:titleStyle>
      <a:lvl1pPr algn="l" defTabSz="685800" rtl="0" eaLnBrk="1" latinLnBrk="0" hangingPunct="1">
        <a:lnSpc>
          <a:spcPct val="90000"/>
        </a:lnSpc>
        <a:spcBef>
          <a:spcPct val="0"/>
        </a:spcBef>
        <a:buNone/>
        <a:defRPr sz="2700" b="1"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500" kern="1200">
          <a:solidFill>
            <a:schemeClr val="tx1"/>
          </a:solidFill>
          <a:latin typeface="+mn-lt"/>
          <a:ea typeface="+mn-ea"/>
          <a:cs typeface="+mn-cs"/>
        </a:defRPr>
      </a:lvl1pPr>
      <a:lvl2pPr marL="342900" indent="-171450" algn="l" defTabSz="685800" rtl="0" eaLnBrk="1" latinLnBrk="0" hangingPunct="1">
        <a:lnSpc>
          <a:spcPct val="120000"/>
        </a:lnSpc>
        <a:spcBef>
          <a:spcPts val="375"/>
        </a:spcBef>
        <a:buFont typeface="Arial" panose="020B0604020202020204" pitchFamily="34" charset="0"/>
        <a:buChar char="•"/>
        <a:defRPr sz="1350" kern="1200">
          <a:solidFill>
            <a:schemeClr val="tx1"/>
          </a:solidFill>
          <a:latin typeface="+mn-lt"/>
          <a:ea typeface="+mn-ea"/>
          <a:cs typeface="+mn-cs"/>
        </a:defRPr>
      </a:lvl2pPr>
      <a:lvl3pPr marL="514350" indent="-171450" algn="l" defTabSz="685800" rtl="0" eaLnBrk="1" latinLnBrk="0" hangingPunct="1">
        <a:lnSpc>
          <a:spcPct val="120000"/>
        </a:lnSpc>
        <a:spcBef>
          <a:spcPts val="375"/>
        </a:spcBef>
        <a:buFont typeface="Arial" panose="020B0604020202020204" pitchFamily="34" charset="0"/>
        <a:buChar char="•"/>
        <a:defRPr sz="1200" kern="1200">
          <a:solidFill>
            <a:schemeClr val="tx1"/>
          </a:solidFill>
          <a:latin typeface="+mn-lt"/>
          <a:ea typeface="+mn-ea"/>
          <a:cs typeface="+mn-cs"/>
        </a:defRPr>
      </a:lvl3pPr>
      <a:lvl4pPr marL="685800" indent="-171450"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4pPr>
      <a:lvl5pPr marL="8572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20.png"/><Relationship Id="rId3" Type="http://schemas.openxmlformats.org/officeDocument/2006/relationships/image" Target="../media/image131.png"/><Relationship Id="rId21" Type="http://schemas.openxmlformats.org/officeDocument/2006/relationships/image" Target="../media/image22.png"/><Relationship Id="rId7" Type="http://schemas.openxmlformats.org/officeDocument/2006/relationships/image" Target="../media/image16.png"/><Relationship Id="rId12" Type="http://schemas.openxmlformats.org/officeDocument/2006/relationships/image" Target="../media/image27.png"/><Relationship Id="rId2" Type="http://schemas.openxmlformats.org/officeDocument/2006/relationships/notesSlide" Target="../notesSlides/notesSlide10.xml"/><Relationship Id="rId16" Type="http://schemas.openxmlformats.org/officeDocument/2006/relationships/image" Target="../media/image21.png"/><Relationship Id="rId20"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15.png"/><Relationship Id="rId15" Type="http://schemas.openxmlformats.org/officeDocument/2006/relationships/image" Target="../media/image19.png"/><Relationship Id="rId4" Type="http://schemas.openxmlformats.org/officeDocument/2006/relationships/image" Target="../media/image130.png"/><Relationship Id="rId9" Type="http://schemas.openxmlformats.org/officeDocument/2006/relationships/image" Target="../media/image17.png"/><Relationship Id="rId14" Type="http://schemas.openxmlformats.org/officeDocument/2006/relationships/image" Target="../media/image18.png"/><Relationship Id="rId22"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6.gif"/></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3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40.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41.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0.png"/><Relationship Id="rId4" Type="http://schemas.openxmlformats.org/officeDocument/2006/relationships/image" Target="../media/image89.png"/></Relationships>
</file>

<file path=ppt/slides/_rels/slide4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43.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46.xml.rels><?xml version="1.0" encoding="UTF-8" standalone="yes"?>
<Relationships xmlns="http://schemas.openxmlformats.org/package/2006/relationships"><Relationship Id="rId3" Type="http://schemas.openxmlformats.org/officeDocument/2006/relationships/image" Target="../media/image960.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980.png"/><Relationship Id="rId4" Type="http://schemas.openxmlformats.org/officeDocument/2006/relationships/image" Target="../media/image970.png"/></Relationships>
</file>

<file path=ppt/slides/_rels/slide4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4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4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5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5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image" Target="../media/image111.png"/></Relationships>
</file>

<file path=ppt/slides/_rels/slide5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64.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10" Type="http://schemas.openxmlformats.org/officeDocument/2006/relationships/image" Target="../media/image55.png"/><Relationship Id="rId4" Type="http://schemas.openxmlformats.org/officeDocument/2006/relationships/image" Target="../media/image57.png"/><Relationship Id="rId9" Type="http://schemas.openxmlformats.org/officeDocument/2006/relationships/image" Target="../media/image62.png"/></Relationships>
</file>

<file path=ppt/slides/_rels/slide6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55.png"/></Relationships>
</file>

<file path=ppt/slides/_rels/slide6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55.png"/></Relationships>
</file>

<file path=ppt/slides/_rels/slide6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2.png"/></Relationships>
</file>

<file path=ppt/slides/_rels/slide68.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122.png"/><Relationship Id="rId7" Type="http://schemas.openxmlformats.org/officeDocument/2006/relationships/image" Target="../media/image126.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34707C17-BE51-9A64-2A2D-5392C924C6CA}"/>
              </a:ext>
            </a:extLst>
          </p:cNvPr>
          <p:cNvPicPr>
            <a:picLocks noChangeAspect="1"/>
          </p:cNvPicPr>
          <p:nvPr/>
        </p:nvPicPr>
        <p:blipFill>
          <a:blip r:embed="rId3"/>
          <a:stretch>
            <a:fillRect/>
          </a:stretch>
        </p:blipFill>
        <p:spPr>
          <a:xfrm>
            <a:off x="0" y="-297267"/>
            <a:ext cx="9144000" cy="7988969"/>
          </a:xfrm>
          <a:prstGeom prst="rect">
            <a:avLst/>
          </a:prstGeom>
        </p:spPr>
      </p:pic>
      <p:sp>
        <p:nvSpPr>
          <p:cNvPr id="12" name="Rectángulo 11">
            <a:extLst>
              <a:ext uri="{FF2B5EF4-FFF2-40B4-BE49-F238E27FC236}">
                <a16:creationId xmlns:a16="http://schemas.microsoft.com/office/drawing/2014/main" id="{71372F54-BBD9-E50F-1DA6-C585BA7AB926}"/>
              </a:ext>
            </a:extLst>
          </p:cNvPr>
          <p:cNvSpPr/>
          <p:nvPr/>
        </p:nvSpPr>
        <p:spPr>
          <a:xfrm>
            <a:off x="0" y="622345"/>
            <a:ext cx="9144000" cy="56451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B3748729-50C7-8599-6D3C-E12C17D6E64E}"/>
              </a:ext>
            </a:extLst>
          </p:cNvPr>
          <p:cNvSpPr txBox="1"/>
          <p:nvPr/>
        </p:nvSpPr>
        <p:spPr>
          <a:xfrm>
            <a:off x="0" y="2250668"/>
            <a:ext cx="9144000" cy="1446550"/>
          </a:xfrm>
          <a:prstGeom prst="rect">
            <a:avLst/>
          </a:prstGeom>
          <a:noFill/>
        </p:spPr>
        <p:txBody>
          <a:bodyPr wrap="square" rtlCol="0">
            <a:spAutoFit/>
          </a:bodyPr>
          <a:lstStyle/>
          <a:p>
            <a:pPr algn="ctr"/>
            <a:r>
              <a:rPr lang="en-US" sz="4400" dirty="0">
                <a:solidFill>
                  <a:srgbClr val="0070C0"/>
                </a:solidFill>
                <a:latin typeface="Amasis MT Pro" panose="02040504050005020304" pitchFamily="18" charset="0"/>
                <a:ea typeface="ADLaM Display" panose="020F0502020204030204" pitchFamily="2" charset="0"/>
                <a:cs typeface="Adobe Devanagari" panose="02040503050201020203" pitchFamily="18" charset="0"/>
              </a:rPr>
              <a:t>Game Theory, Complexity and Control</a:t>
            </a:r>
            <a:endParaRPr lang="es-ES" sz="4400" dirty="0">
              <a:solidFill>
                <a:srgbClr val="0070C0"/>
              </a:solidFill>
              <a:latin typeface="Amasis MT Pro" panose="02040504050005020304" pitchFamily="18" charset="0"/>
              <a:ea typeface="ADLaM Display" panose="020F0502020204030204" pitchFamily="2" charset="0"/>
              <a:cs typeface="Adobe Devanagari" panose="02040503050201020203" pitchFamily="18" charset="0"/>
            </a:endParaRPr>
          </a:p>
        </p:txBody>
      </p:sp>
      <p:sp>
        <p:nvSpPr>
          <p:cNvPr id="6" name="CuadroTexto 5">
            <a:extLst>
              <a:ext uri="{FF2B5EF4-FFF2-40B4-BE49-F238E27FC236}">
                <a16:creationId xmlns:a16="http://schemas.microsoft.com/office/drawing/2014/main" id="{1115F3DB-6A7A-DADC-D795-8726BC1AC44E}"/>
              </a:ext>
            </a:extLst>
          </p:cNvPr>
          <p:cNvSpPr txBox="1"/>
          <p:nvPr/>
        </p:nvSpPr>
        <p:spPr>
          <a:xfrm>
            <a:off x="0" y="3967291"/>
            <a:ext cx="9144000" cy="1015663"/>
          </a:xfrm>
          <a:prstGeom prst="rect">
            <a:avLst/>
          </a:prstGeom>
          <a:noFill/>
        </p:spPr>
        <p:txBody>
          <a:bodyPr wrap="square" rtlCol="0">
            <a:spAutoFit/>
          </a:bodyPr>
          <a:lstStyle/>
          <a:p>
            <a:pPr algn="ctr"/>
            <a:r>
              <a:rPr lang="es-ES" sz="2000" u="sng" dirty="0">
                <a:solidFill>
                  <a:srgbClr val="C00000"/>
                </a:solidFill>
                <a:latin typeface="Amasis MT Pro" panose="02040504050005020304" pitchFamily="18" charset="0"/>
                <a:cs typeface="Adobe Devanagari" panose="02040503050201020203" pitchFamily="18" charset="0"/>
              </a:rPr>
              <a:t>Realizada por</a:t>
            </a:r>
            <a:r>
              <a:rPr lang="es-ES" sz="2000" dirty="0">
                <a:solidFill>
                  <a:srgbClr val="C00000"/>
                </a:solidFill>
                <a:latin typeface="Amasis MT Pro" panose="02040504050005020304" pitchFamily="18" charset="0"/>
                <a:cs typeface="Adobe Devanagari" panose="02040503050201020203" pitchFamily="18" charset="0"/>
              </a:rPr>
              <a:t> </a:t>
            </a:r>
            <a:r>
              <a:rPr lang="es-ES" sz="2000" dirty="0">
                <a:latin typeface="Amasis MT Pro" panose="02040504050005020304" pitchFamily="18" charset="0"/>
                <a:cs typeface="Adobe Devanagari" panose="02040503050201020203" pitchFamily="18" charset="0"/>
              </a:rPr>
              <a:t>Gaspar Alfaro García.</a:t>
            </a:r>
          </a:p>
          <a:p>
            <a:pPr algn="ctr"/>
            <a:endParaRPr lang="es-ES" sz="2000" dirty="0">
              <a:solidFill>
                <a:schemeClr val="bg2">
                  <a:lumMod val="25000"/>
                </a:schemeClr>
              </a:solidFill>
              <a:latin typeface="Amasis MT Pro" panose="02040504050005020304" pitchFamily="18" charset="0"/>
              <a:cs typeface="Adobe Devanagari" panose="02040503050201020203" pitchFamily="18" charset="0"/>
            </a:endParaRPr>
          </a:p>
          <a:p>
            <a:pPr algn="ctr"/>
            <a:r>
              <a:rPr lang="es-ES" sz="2000" u="sng" dirty="0">
                <a:solidFill>
                  <a:srgbClr val="C00000"/>
                </a:solidFill>
                <a:latin typeface="Amasis MT Pro" panose="02040504050005020304" pitchFamily="18" charset="0"/>
                <a:cs typeface="Adobe Devanagari" panose="02040503050201020203" pitchFamily="18" charset="0"/>
              </a:rPr>
              <a:t>Co-dirigida por</a:t>
            </a:r>
            <a:r>
              <a:rPr lang="es-ES" sz="2000" dirty="0">
                <a:solidFill>
                  <a:srgbClr val="C00000"/>
                </a:solidFill>
                <a:latin typeface="Amasis MT Pro" panose="02040504050005020304" pitchFamily="18" charset="0"/>
                <a:cs typeface="Adobe Devanagari" panose="02040503050201020203" pitchFamily="18" charset="0"/>
              </a:rPr>
              <a:t> </a:t>
            </a:r>
            <a:r>
              <a:rPr lang="es-ES" sz="2000" dirty="0">
                <a:latin typeface="Amasis MT Pro" panose="02040504050005020304" pitchFamily="18" charset="0"/>
                <a:cs typeface="Adobe Devanagari" panose="02040503050201020203" pitchFamily="18" charset="0"/>
              </a:rPr>
              <a:t>Miguel Ángel Fernández Sanjuán y Rubén Capeáns Rivas.</a:t>
            </a:r>
          </a:p>
        </p:txBody>
      </p:sp>
      <p:pic>
        <p:nvPicPr>
          <p:cNvPr id="7" name="Imagen 6" descr="Dibujo en blanco y negro&#10;&#10;Descripción generada automáticamente con confianza media">
            <a:extLst>
              <a:ext uri="{FF2B5EF4-FFF2-40B4-BE49-F238E27FC236}">
                <a16:creationId xmlns:a16="http://schemas.microsoft.com/office/drawing/2014/main" id="{6EBF8777-F184-ED9A-071E-EB2A565EC0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37" y="5022759"/>
            <a:ext cx="2452849" cy="1379728"/>
          </a:xfrm>
          <a:prstGeom prst="rect">
            <a:avLst/>
          </a:prstGeom>
        </p:spPr>
      </p:pic>
      <p:sp>
        <p:nvSpPr>
          <p:cNvPr id="3" name="CuadroTexto 2">
            <a:extLst>
              <a:ext uri="{FF2B5EF4-FFF2-40B4-BE49-F238E27FC236}">
                <a16:creationId xmlns:a16="http://schemas.microsoft.com/office/drawing/2014/main" id="{8EA7B590-3272-57F7-BC6F-64F930DF8108}"/>
              </a:ext>
            </a:extLst>
          </p:cNvPr>
          <p:cNvSpPr txBox="1"/>
          <p:nvPr/>
        </p:nvSpPr>
        <p:spPr>
          <a:xfrm>
            <a:off x="1648618" y="1530856"/>
            <a:ext cx="5846763" cy="584775"/>
          </a:xfrm>
          <a:prstGeom prst="rect">
            <a:avLst/>
          </a:prstGeom>
          <a:noFill/>
        </p:spPr>
        <p:txBody>
          <a:bodyPr wrap="square" rtlCol="0">
            <a:spAutoFit/>
          </a:bodyPr>
          <a:lstStyle/>
          <a:p>
            <a:pPr algn="ctr"/>
            <a:r>
              <a:rPr lang="es-ES" sz="3200" dirty="0">
                <a:solidFill>
                  <a:srgbClr val="C00000"/>
                </a:solidFill>
                <a:latin typeface="Amasis MT Pro" panose="02040504050005020304" pitchFamily="18" charset="0"/>
              </a:rPr>
              <a:t>Tesis Doctoral</a:t>
            </a:r>
          </a:p>
        </p:txBody>
      </p:sp>
    </p:spTree>
    <p:extLst>
      <p:ext uri="{BB962C8B-B14F-4D97-AF65-F5344CB8AC3E}">
        <p14:creationId xmlns:p14="http://schemas.microsoft.com/office/powerpoint/2010/main" val="2131548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D6D59BAF-ACE8-3A88-A119-BDDFEEA0B9AE}"/>
              </a:ext>
            </a:extLst>
          </p:cNvPr>
          <p:cNvSpPr txBox="1"/>
          <p:nvPr/>
        </p:nvSpPr>
        <p:spPr>
          <a:xfrm>
            <a:off x="321347" y="2787135"/>
            <a:ext cx="2798064" cy="1938992"/>
          </a:xfrm>
          <a:prstGeom prst="rect">
            <a:avLst/>
          </a:prstGeom>
          <a:noFill/>
        </p:spPr>
        <p:txBody>
          <a:bodyPr wrap="square">
            <a:spAutoFit/>
          </a:bodyPr>
          <a:lstStyle/>
          <a:p>
            <a:pPr algn="ctr"/>
            <a:r>
              <a:rPr lang="en-US" sz="6000" dirty="0">
                <a:solidFill>
                  <a:srgbClr val="00B050"/>
                </a:solidFill>
                <a:latin typeface="Amasis MT Pro" panose="02040504050005020304" pitchFamily="18" charset="0"/>
                <a:ea typeface="ADLaM Display" panose="020F0502020204030204" pitchFamily="2" charset="0"/>
                <a:cs typeface="Adobe Devanagari" panose="02040503050201020203" pitchFamily="18" charset="0"/>
              </a:rPr>
              <a:t>Game Theory</a:t>
            </a:r>
            <a:endParaRPr lang="es-ES" sz="6000" dirty="0">
              <a:solidFill>
                <a:srgbClr val="00B050"/>
              </a:solidFill>
            </a:endParaRPr>
          </a:p>
        </p:txBody>
      </p:sp>
      <p:sp>
        <p:nvSpPr>
          <p:cNvPr id="7" name="CuadroTexto 6">
            <a:extLst>
              <a:ext uri="{FF2B5EF4-FFF2-40B4-BE49-F238E27FC236}">
                <a16:creationId xmlns:a16="http://schemas.microsoft.com/office/drawing/2014/main" id="{BE6C3A8B-2717-810D-BCE0-D584FFF9B704}"/>
              </a:ext>
            </a:extLst>
          </p:cNvPr>
          <p:cNvSpPr txBox="1"/>
          <p:nvPr/>
        </p:nvSpPr>
        <p:spPr>
          <a:xfrm>
            <a:off x="3502587" y="657390"/>
            <a:ext cx="4098254" cy="1015663"/>
          </a:xfrm>
          <a:prstGeom prst="rect">
            <a:avLst/>
          </a:prstGeom>
          <a:noFill/>
        </p:spPr>
        <p:txBody>
          <a:bodyPr wrap="square">
            <a:spAutoFit/>
          </a:bodyPr>
          <a:lstStyle/>
          <a:p>
            <a:pPr algn="ctr"/>
            <a:r>
              <a:rPr lang="en-US" sz="6000" dirty="0">
                <a:solidFill>
                  <a:srgbClr val="C00000"/>
                </a:solidFill>
                <a:latin typeface="Amasis MT Pro" panose="02040504050005020304" pitchFamily="18" charset="0"/>
                <a:ea typeface="ADLaM Display" panose="020F0502020204030204" pitchFamily="2" charset="0"/>
                <a:cs typeface="Adobe Devanagari" panose="02040503050201020203" pitchFamily="18" charset="0"/>
              </a:rPr>
              <a:t>Complexity</a:t>
            </a:r>
            <a:endParaRPr lang="es-ES" sz="6000" dirty="0">
              <a:solidFill>
                <a:srgbClr val="C00000"/>
              </a:solidFill>
            </a:endParaRPr>
          </a:p>
        </p:txBody>
      </p:sp>
      <p:sp>
        <p:nvSpPr>
          <p:cNvPr id="8" name="CuadroTexto 7">
            <a:extLst>
              <a:ext uri="{FF2B5EF4-FFF2-40B4-BE49-F238E27FC236}">
                <a16:creationId xmlns:a16="http://schemas.microsoft.com/office/drawing/2014/main" id="{0C059651-9E66-EF64-E6B8-85A72EB4C7EF}"/>
              </a:ext>
            </a:extLst>
          </p:cNvPr>
          <p:cNvSpPr txBox="1"/>
          <p:nvPr/>
        </p:nvSpPr>
        <p:spPr>
          <a:xfrm>
            <a:off x="5207727" y="4552459"/>
            <a:ext cx="2798064" cy="1015663"/>
          </a:xfrm>
          <a:prstGeom prst="rect">
            <a:avLst/>
          </a:prstGeom>
          <a:noFill/>
        </p:spPr>
        <p:txBody>
          <a:bodyPr wrap="square">
            <a:spAutoFit/>
          </a:bodyPr>
          <a:lstStyle/>
          <a:p>
            <a:pPr algn="ctr"/>
            <a:r>
              <a:rPr lang="en-US" sz="6000" dirty="0">
                <a:solidFill>
                  <a:srgbClr val="0070C0"/>
                </a:solidFill>
                <a:latin typeface="Amasis MT Pro" panose="02040504050005020304" pitchFamily="18" charset="0"/>
                <a:ea typeface="ADLaM Display" panose="020F0502020204030204" pitchFamily="2" charset="0"/>
                <a:cs typeface="Adobe Devanagari" panose="02040503050201020203" pitchFamily="18" charset="0"/>
              </a:rPr>
              <a:t>Control</a:t>
            </a:r>
            <a:endParaRPr lang="es-ES" sz="6000" dirty="0">
              <a:solidFill>
                <a:srgbClr val="0070C0"/>
              </a:solidFill>
            </a:endParaRPr>
          </a:p>
        </p:txBody>
      </p:sp>
      <p:sp>
        <p:nvSpPr>
          <p:cNvPr id="9" name="Arco 8">
            <a:extLst>
              <a:ext uri="{FF2B5EF4-FFF2-40B4-BE49-F238E27FC236}">
                <a16:creationId xmlns:a16="http://schemas.microsoft.com/office/drawing/2014/main" id="{3044502E-3BD3-7C12-9BBA-2236BDD29433}"/>
              </a:ext>
            </a:extLst>
          </p:cNvPr>
          <p:cNvSpPr>
            <a:spLocks noChangeAspect="1"/>
          </p:cNvSpPr>
          <p:nvPr/>
        </p:nvSpPr>
        <p:spPr>
          <a:xfrm flipH="1">
            <a:off x="1773922" y="1302654"/>
            <a:ext cx="2889518" cy="2889518"/>
          </a:xfrm>
          <a:prstGeom prst="arc">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1" name="Arco 10">
            <a:extLst>
              <a:ext uri="{FF2B5EF4-FFF2-40B4-BE49-F238E27FC236}">
                <a16:creationId xmlns:a16="http://schemas.microsoft.com/office/drawing/2014/main" id="{54D0E6C1-778E-EAA0-BA1E-A51752AAD56A}"/>
              </a:ext>
            </a:extLst>
          </p:cNvPr>
          <p:cNvSpPr>
            <a:spLocks noChangeAspect="1"/>
          </p:cNvSpPr>
          <p:nvPr/>
        </p:nvSpPr>
        <p:spPr>
          <a:xfrm rot="-2700000" flipV="1">
            <a:off x="4185937" y="1591486"/>
            <a:ext cx="2889518" cy="2889518"/>
          </a:xfrm>
          <a:prstGeom prst="arc">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2" name="Arco 11">
            <a:extLst>
              <a:ext uri="{FF2B5EF4-FFF2-40B4-BE49-F238E27FC236}">
                <a16:creationId xmlns:a16="http://schemas.microsoft.com/office/drawing/2014/main" id="{FADE572B-996C-220A-2DB5-502F31F2322C}"/>
              </a:ext>
            </a:extLst>
          </p:cNvPr>
          <p:cNvSpPr>
            <a:spLocks noChangeAspect="1"/>
          </p:cNvSpPr>
          <p:nvPr/>
        </p:nvSpPr>
        <p:spPr>
          <a:xfrm rot="3600000" flipV="1">
            <a:off x="2533472" y="2847136"/>
            <a:ext cx="2889518" cy="2889518"/>
          </a:xfrm>
          <a:prstGeom prst="arc">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3" name="Triángulo isósceles 12">
            <a:extLst>
              <a:ext uri="{FF2B5EF4-FFF2-40B4-BE49-F238E27FC236}">
                <a16:creationId xmlns:a16="http://schemas.microsoft.com/office/drawing/2014/main" id="{4F32E295-1E95-01BA-E2AB-E2A84874AA0D}"/>
              </a:ext>
            </a:extLst>
          </p:cNvPr>
          <p:cNvSpPr/>
          <p:nvPr/>
        </p:nvSpPr>
        <p:spPr>
          <a:xfrm rot="4327564">
            <a:off x="2979624" y="1041705"/>
            <a:ext cx="478115" cy="41216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Triángulo isósceles 13">
            <a:extLst>
              <a:ext uri="{FF2B5EF4-FFF2-40B4-BE49-F238E27FC236}">
                <a16:creationId xmlns:a16="http://schemas.microsoft.com/office/drawing/2014/main" id="{A15BEBE8-4261-D0B2-07AD-B3D477D6C6FC}"/>
              </a:ext>
            </a:extLst>
          </p:cNvPr>
          <p:cNvSpPr/>
          <p:nvPr/>
        </p:nvSpPr>
        <p:spPr>
          <a:xfrm rot="4327564">
            <a:off x="1626355" y="2403004"/>
            <a:ext cx="478115" cy="41216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Triángulo isósceles 14">
            <a:extLst>
              <a:ext uri="{FF2B5EF4-FFF2-40B4-BE49-F238E27FC236}">
                <a16:creationId xmlns:a16="http://schemas.microsoft.com/office/drawing/2014/main" id="{794E957D-9116-5991-8510-A868925513EC}"/>
              </a:ext>
            </a:extLst>
          </p:cNvPr>
          <p:cNvSpPr/>
          <p:nvPr/>
        </p:nvSpPr>
        <p:spPr>
          <a:xfrm rot="4327564">
            <a:off x="6514703" y="1832898"/>
            <a:ext cx="478115" cy="41216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Triángulo isósceles 15">
            <a:extLst>
              <a:ext uri="{FF2B5EF4-FFF2-40B4-BE49-F238E27FC236}">
                <a16:creationId xmlns:a16="http://schemas.microsoft.com/office/drawing/2014/main" id="{B903A930-04E2-8A8F-20FB-B7E76318F4C3}"/>
              </a:ext>
            </a:extLst>
          </p:cNvPr>
          <p:cNvSpPr/>
          <p:nvPr/>
        </p:nvSpPr>
        <p:spPr>
          <a:xfrm rot="5400000">
            <a:off x="6451276" y="3930084"/>
            <a:ext cx="478115" cy="41216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Triángulo isósceles 16">
            <a:extLst>
              <a:ext uri="{FF2B5EF4-FFF2-40B4-BE49-F238E27FC236}">
                <a16:creationId xmlns:a16="http://schemas.microsoft.com/office/drawing/2014/main" id="{F02FDFCB-6B66-91AB-4EF1-947BECF59ADE}"/>
              </a:ext>
            </a:extLst>
          </p:cNvPr>
          <p:cNvSpPr/>
          <p:nvPr/>
        </p:nvSpPr>
        <p:spPr>
          <a:xfrm rot="4327564">
            <a:off x="4484577" y="5307622"/>
            <a:ext cx="478115" cy="41216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Triángulo isósceles 19">
            <a:extLst>
              <a:ext uri="{FF2B5EF4-FFF2-40B4-BE49-F238E27FC236}">
                <a16:creationId xmlns:a16="http://schemas.microsoft.com/office/drawing/2014/main" id="{05F0FE8A-D48D-BE79-7DFD-518EB4A387FB}"/>
              </a:ext>
            </a:extLst>
          </p:cNvPr>
          <p:cNvSpPr/>
          <p:nvPr/>
        </p:nvSpPr>
        <p:spPr>
          <a:xfrm rot="5400000">
            <a:off x="2561095" y="4749804"/>
            <a:ext cx="478115" cy="41216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uadroTexto 20">
            <a:extLst>
              <a:ext uri="{FF2B5EF4-FFF2-40B4-BE49-F238E27FC236}">
                <a16:creationId xmlns:a16="http://schemas.microsoft.com/office/drawing/2014/main" id="{A47EE02A-BA30-2535-A0AC-28767AEA3207}"/>
              </a:ext>
            </a:extLst>
          </p:cNvPr>
          <p:cNvSpPr txBox="1"/>
          <p:nvPr/>
        </p:nvSpPr>
        <p:spPr>
          <a:xfrm>
            <a:off x="2915762" y="4248714"/>
            <a:ext cx="2234933" cy="1077218"/>
          </a:xfrm>
          <a:prstGeom prst="rect">
            <a:avLst/>
          </a:prstGeom>
          <a:noFill/>
        </p:spPr>
        <p:txBody>
          <a:bodyPr wrap="square" rtlCol="0">
            <a:spAutoFit/>
          </a:bodyPr>
          <a:lstStyle/>
          <a:p>
            <a:pPr algn="ctr"/>
            <a:r>
              <a:rPr lang="es-ES" sz="3200" dirty="0" err="1">
                <a:latin typeface="Amasis MT Pro" panose="02040504050005020304" pitchFamily="18" charset="0"/>
              </a:rPr>
              <a:t>Yorke’s</a:t>
            </a:r>
            <a:r>
              <a:rPr lang="es-ES" sz="3200" dirty="0">
                <a:latin typeface="Amasis MT Pro" panose="02040504050005020304" pitchFamily="18" charset="0"/>
              </a:rPr>
              <a:t> </a:t>
            </a:r>
            <a:r>
              <a:rPr lang="es-ES" sz="3200" dirty="0" err="1">
                <a:latin typeface="Amasis MT Pro" panose="02040504050005020304" pitchFamily="18" charset="0"/>
              </a:rPr>
              <a:t>game</a:t>
            </a:r>
            <a:endParaRPr lang="es-ES" sz="3200" dirty="0">
              <a:latin typeface="Amasis MT Pro" panose="02040504050005020304" pitchFamily="18" charset="0"/>
            </a:endParaRPr>
          </a:p>
        </p:txBody>
      </p:sp>
      <p:sp>
        <p:nvSpPr>
          <p:cNvPr id="22" name="CuadroTexto 21">
            <a:extLst>
              <a:ext uri="{FF2B5EF4-FFF2-40B4-BE49-F238E27FC236}">
                <a16:creationId xmlns:a16="http://schemas.microsoft.com/office/drawing/2014/main" id="{6C0ACC03-045E-C267-4DB3-D1C2339966E5}"/>
              </a:ext>
            </a:extLst>
          </p:cNvPr>
          <p:cNvSpPr txBox="1"/>
          <p:nvPr/>
        </p:nvSpPr>
        <p:spPr>
          <a:xfrm>
            <a:off x="5261930" y="2544271"/>
            <a:ext cx="1716870" cy="1077218"/>
          </a:xfrm>
          <a:prstGeom prst="rect">
            <a:avLst/>
          </a:prstGeom>
          <a:noFill/>
        </p:spPr>
        <p:txBody>
          <a:bodyPr wrap="square" rtlCol="0">
            <a:spAutoFit/>
          </a:bodyPr>
          <a:lstStyle/>
          <a:p>
            <a:pPr algn="ctr"/>
            <a:r>
              <a:rPr lang="es-ES" sz="3200" dirty="0" err="1">
                <a:latin typeface="Amasis MT Pro" panose="02040504050005020304" pitchFamily="18" charset="0"/>
              </a:rPr>
              <a:t>Partial</a:t>
            </a:r>
            <a:r>
              <a:rPr lang="es-ES" sz="3200" dirty="0">
                <a:latin typeface="Amasis MT Pro" panose="02040504050005020304" pitchFamily="18" charset="0"/>
              </a:rPr>
              <a:t> Control</a:t>
            </a:r>
          </a:p>
        </p:txBody>
      </p:sp>
      <p:pic>
        <p:nvPicPr>
          <p:cNvPr id="26" name="Imagen 25">
            <a:extLst>
              <a:ext uri="{FF2B5EF4-FFF2-40B4-BE49-F238E27FC236}">
                <a16:creationId xmlns:a16="http://schemas.microsoft.com/office/drawing/2014/main" id="{EDA5F1C8-1D21-07C5-F1C0-BCD719E1AF43}"/>
              </a:ext>
            </a:extLst>
          </p:cNvPr>
          <p:cNvPicPr>
            <a:picLocks noChangeAspect="1"/>
          </p:cNvPicPr>
          <p:nvPr/>
        </p:nvPicPr>
        <p:blipFill>
          <a:blip r:embed="rId3"/>
          <a:stretch>
            <a:fillRect/>
          </a:stretch>
        </p:blipFill>
        <p:spPr>
          <a:xfrm>
            <a:off x="989918" y="5823151"/>
            <a:ext cx="3753949" cy="997727"/>
          </a:xfrm>
          <a:prstGeom prst="rect">
            <a:avLst/>
          </a:prstGeom>
        </p:spPr>
      </p:pic>
      <p:pic>
        <p:nvPicPr>
          <p:cNvPr id="29" name="Imagen 28">
            <a:extLst>
              <a:ext uri="{FF2B5EF4-FFF2-40B4-BE49-F238E27FC236}">
                <a16:creationId xmlns:a16="http://schemas.microsoft.com/office/drawing/2014/main" id="{A6B8093A-BED8-FA34-3947-39477868A184}"/>
              </a:ext>
            </a:extLst>
          </p:cNvPr>
          <p:cNvPicPr>
            <a:picLocks noChangeAspect="1"/>
          </p:cNvPicPr>
          <p:nvPr/>
        </p:nvPicPr>
        <p:blipFill>
          <a:blip r:embed="rId4"/>
          <a:stretch>
            <a:fillRect/>
          </a:stretch>
        </p:blipFill>
        <p:spPr>
          <a:xfrm>
            <a:off x="185826" y="89397"/>
            <a:ext cx="1755898" cy="1735239"/>
          </a:xfrm>
          <a:prstGeom prst="rect">
            <a:avLst/>
          </a:prstGeom>
        </p:spPr>
      </p:pic>
      <p:sp>
        <p:nvSpPr>
          <p:cNvPr id="30" name="CuadroTexto 29">
            <a:extLst>
              <a:ext uri="{FF2B5EF4-FFF2-40B4-BE49-F238E27FC236}">
                <a16:creationId xmlns:a16="http://schemas.microsoft.com/office/drawing/2014/main" id="{19D882E1-5494-656B-F138-776430E27406}"/>
              </a:ext>
            </a:extLst>
          </p:cNvPr>
          <p:cNvSpPr txBox="1"/>
          <p:nvPr/>
        </p:nvSpPr>
        <p:spPr>
          <a:xfrm>
            <a:off x="2118040" y="1709917"/>
            <a:ext cx="2983341" cy="1077218"/>
          </a:xfrm>
          <a:prstGeom prst="rect">
            <a:avLst/>
          </a:prstGeom>
          <a:noFill/>
        </p:spPr>
        <p:txBody>
          <a:bodyPr wrap="square" rtlCol="0">
            <a:spAutoFit/>
          </a:bodyPr>
          <a:lstStyle/>
          <a:p>
            <a:pPr algn="ctr"/>
            <a:r>
              <a:rPr lang="es-ES" sz="3200" dirty="0" err="1">
                <a:latin typeface="Amasis MT Pro" panose="02040504050005020304" pitchFamily="18" charset="0"/>
              </a:rPr>
              <a:t>Spatio</a:t>
            </a:r>
            <a:r>
              <a:rPr lang="es-ES" sz="3200" dirty="0">
                <a:latin typeface="Amasis MT Pro" panose="02040504050005020304" pitchFamily="18" charset="0"/>
              </a:rPr>
              <a:t>-temporal chaos</a:t>
            </a:r>
          </a:p>
        </p:txBody>
      </p:sp>
      <p:sp>
        <p:nvSpPr>
          <p:cNvPr id="31" name="Rectángulo 30">
            <a:extLst>
              <a:ext uri="{FF2B5EF4-FFF2-40B4-BE49-F238E27FC236}">
                <a16:creationId xmlns:a16="http://schemas.microsoft.com/office/drawing/2014/main" id="{EAD86E04-34C2-CFD6-F6D6-93DDBAB43E74}"/>
              </a:ext>
            </a:extLst>
          </p:cNvPr>
          <p:cNvSpPr/>
          <p:nvPr/>
        </p:nvSpPr>
        <p:spPr>
          <a:xfrm>
            <a:off x="1337405" y="5823151"/>
            <a:ext cx="154511" cy="192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31">
            <a:extLst>
              <a:ext uri="{FF2B5EF4-FFF2-40B4-BE49-F238E27FC236}">
                <a16:creationId xmlns:a16="http://schemas.microsoft.com/office/drawing/2014/main" id="{1122EA26-D09F-F11C-F99E-FDB0116EAE05}"/>
              </a:ext>
            </a:extLst>
          </p:cNvPr>
          <p:cNvSpPr/>
          <p:nvPr/>
        </p:nvSpPr>
        <p:spPr>
          <a:xfrm>
            <a:off x="1378355" y="6575965"/>
            <a:ext cx="154511" cy="192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Rectángulo 32">
            <a:extLst>
              <a:ext uri="{FF2B5EF4-FFF2-40B4-BE49-F238E27FC236}">
                <a16:creationId xmlns:a16="http://schemas.microsoft.com/office/drawing/2014/main" id="{AB47A39B-4F5B-B68A-5D64-E3AAFE3E15CA}"/>
              </a:ext>
            </a:extLst>
          </p:cNvPr>
          <p:cNvSpPr/>
          <p:nvPr/>
        </p:nvSpPr>
        <p:spPr>
          <a:xfrm>
            <a:off x="1435969" y="6679749"/>
            <a:ext cx="154511" cy="1149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ángulo 33">
            <a:extLst>
              <a:ext uri="{FF2B5EF4-FFF2-40B4-BE49-F238E27FC236}">
                <a16:creationId xmlns:a16="http://schemas.microsoft.com/office/drawing/2014/main" id="{FCCEC5BC-97D6-70A5-6B92-796351D28C12}"/>
              </a:ext>
            </a:extLst>
          </p:cNvPr>
          <p:cNvSpPr/>
          <p:nvPr/>
        </p:nvSpPr>
        <p:spPr>
          <a:xfrm>
            <a:off x="3577186" y="6602103"/>
            <a:ext cx="154511" cy="192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84353E1A-9C48-2FEE-3AC7-66E08DF573BD}"/>
              </a:ext>
            </a:extLst>
          </p:cNvPr>
          <p:cNvSpPr/>
          <p:nvPr/>
        </p:nvSpPr>
        <p:spPr>
          <a:xfrm>
            <a:off x="3455989" y="6707187"/>
            <a:ext cx="178812" cy="875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A6D94853-6096-5E72-0BAC-AC473B84DF96}"/>
              </a:ext>
            </a:extLst>
          </p:cNvPr>
          <p:cNvSpPr/>
          <p:nvPr/>
        </p:nvSpPr>
        <p:spPr>
          <a:xfrm>
            <a:off x="2487760" y="6725239"/>
            <a:ext cx="206949" cy="1149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 name="Imagen 1">
            <a:extLst>
              <a:ext uri="{FF2B5EF4-FFF2-40B4-BE49-F238E27FC236}">
                <a16:creationId xmlns:a16="http://schemas.microsoft.com/office/drawing/2014/main" id="{E39379E9-F830-8CA2-7AAA-9D24885E20C1}"/>
              </a:ext>
            </a:extLst>
          </p:cNvPr>
          <p:cNvPicPr>
            <a:picLocks noChangeAspect="1"/>
          </p:cNvPicPr>
          <p:nvPr/>
        </p:nvPicPr>
        <p:blipFill>
          <a:blip r:embed="rId5"/>
          <a:stretch>
            <a:fillRect/>
          </a:stretch>
        </p:blipFill>
        <p:spPr>
          <a:xfrm>
            <a:off x="7094448" y="2038982"/>
            <a:ext cx="1936368" cy="1944552"/>
          </a:xfrm>
          <a:prstGeom prst="rect">
            <a:avLst/>
          </a:prstGeom>
        </p:spPr>
      </p:pic>
      <p:sp>
        <p:nvSpPr>
          <p:cNvPr id="5" name="Marcador de número de diapositiva 4">
            <a:extLst>
              <a:ext uri="{FF2B5EF4-FFF2-40B4-BE49-F238E27FC236}">
                <a16:creationId xmlns:a16="http://schemas.microsoft.com/office/drawing/2014/main" id="{A353823F-0425-8598-EE51-EB8921213702}"/>
              </a:ext>
            </a:extLst>
          </p:cNvPr>
          <p:cNvSpPr>
            <a:spLocks noGrp="1"/>
          </p:cNvSpPr>
          <p:nvPr>
            <p:ph type="sldNum" sz="quarter" idx="12"/>
          </p:nvPr>
        </p:nvSpPr>
        <p:spPr/>
        <p:txBody>
          <a:bodyPr/>
          <a:lstStyle/>
          <a:p>
            <a:fld id="{CC057153-B650-4DEB-B370-79DDCFDCE934}" type="slidenum">
              <a:rPr lang="en-US" smtClean="0"/>
              <a:pPr/>
              <a:t>1</a:t>
            </a:fld>
            <a:r>
              <a:rPr lang="en-US"/>
              <a:t> / 57</a:t>
            </a:r>
            <a:endParaRPr lang="en-US" dirty="0"/>
          </a:p>
        </p:txBody>
      </p:sp>
    </p:spTree>
    <p:extLst>
      <p:ext uri="{BB962C8B-B14F-4D97-AF65-F5344CB8AC3E}">
        <p14:creationId xmlns:p14="http://schemas.microsoft.com/office/powerpoint/2010/main" val="4107285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48455-E3E7-3180-361F-0CE704CE5D61}"/>
            </a:ext>
          </a:extLst>
        </p:cNvPr>
        <p:cNvGrpSpPr/>
        <p:nvPr/>
      </p:nvGrpSpPr>
      <p:grpSpPr>
        <a:xfrm>
          <a:off x="0" y="0"/>
          <a:ext cx="0" cy="0"/>
          <a:chOff x="0" y="0"/>
          <a:chExt cx="0" cy="0"/>
        </a:xfrm>
      </p:grpSpPr>
      <p:sp>
        <p:nvSpPr>
          <p:cNvPr id="12" name="CuadroTexto 11">
            <a:extLst>
              <a:ext uri="{FF2B5EF4-FFF2-40B4-BE49-F238E27FC236}">
                <a16:creationId xmlns:a16="http://schemas.microsoft.com/office/drawing/2014/main" id="{77625F9C-0A37-5090-4B46-95EEBE4B9472}"/>
              </a:ext>
            </a:extLst>
          </p:cNvPr>
          <p:cNvSpPr txBox="1"/>
          <p:nvPr/>
        </p:nvSpPr>
        <p:spPr>
          <a:xfrm>
            <a:off x="0" y="0"/>
            <a:ext cx="9144000" cy="646331"/>
          </a:xfrm>
          <a:prstGeom prst="rect">
            <a:avLst/>
          </a:prstGeom>
          <a:noFill/>
        </p:spPr>
        <p:txBody>
          <a:bodyPr wrap="square" rtlCol="0">
            <a:spAutoFit/>
          </a:bodyPr>
          <a:lstStyle/>
          <a:p>
            <a:pPr algn="ctr"/>
            <a:r>
              <a:rPr lang="es-ES" sz="3600" b="1" dirty="0" err="1">
                <a:solidFill>
                  <a:srgbClr val="C00000"/>
                </a:solidFill>
                <a:latin typeface="Amasis MT Pro Light" panose="02040304050005020304" pitchFamily="18" charset="0"/>
                <a:cs typeface="Adobe Devanagari" panose="02040503050201020203" pitchFamily="18" charset="0"/>
              </a:rPr>
              <a:t>Game</a:t>
            </a:r>
            <a:r>
              <a:rPr lang="es-ES" sz="3600" b="1" dirty="0">
                <a:solidFill>
                  <a:srgbClr val="C00000"/>
                </a:solidFill>
                <a:latin typeface="Amasis MT Pro Light" panose="02040304050005020304" pitchFamily="18" charset="0"/>
                <a:cs typeface="Adobe Devanagari" panose="02040503050201020203" pitchFamily="18" charset="0"/>
              </a:rPr>
              <a:t> </a:t>
            </a:r>
            <a:r>
              <a:rPr lang="es-ES" sz="3600" b="1" dirty="0" err="1">
                <a:solidFill>
                  <a:srgbClr val="C00000"/>
                </a:solidFill>
                <a:latin typeface="Amasis MT Pro Light" panose="02040304050005020304" pitchFamily="18" charset="0"/>
                <a:cs typeface="Adobe Devanagari" panose="02040503050201020203" pitchFamily="18" charset="0"/>
              </a:rPr>
              <a:t>Theory</a:t>
            </a:r>
            <a:r>
              <a:rPr lang="es-ES" sz="3600" b="1" dirty="0">
                <a:solidFill>
                  <a:srgbClr val="0070C0"/>
                </a:solidFill>
                <a:latin typeface="Amasis MT Pro Light" panose="02040304050005020304" pitchFamily="18" charset="0"/>
                <a:cs typeface="Adobe Devanagari" panose="02040503050201020203" pitchFamily="18" charset="0"/>
              </a:rPr>
              <a:t>, </a:t>
            </a:r>
            <a:r>
              <a:rPr lang="es-ES" sz="3600" b="1" dirty="0" err="1">
                <a:solidFill>
                  <a:srgbClr val="0070C0"/>
                </a:solidFill>
                <a:latin typeface="Amasis MT Pro Light" panose="02040304050005020304" pitchFamily="18" charset="0"/>
                <a:cs typeface="Adobe Devanagari" panose="02040503050201020203" pitchFamily="18" charset="0"/>
              </a:rPr>
              <a:t>Complexity</a:t>
            </a:r>
            <a:r>
              <a:rPr lang="es-ES" sz="3600" b="1" dirty="0">
                <a:solidFill>
                  <a:srgbClr val="0070C0"/>
                </a:solidFill>
                <a:latin typeface="Amasis MT Pro Light" panose="02040304050005020304" pitchFamily="18" charset="0"/>
                <a:cs typeface="Adobe Devanagari" panose="02040503050201020203" pitchFamily="18" charset="0"/>
              </a:rPr>
              <a:t> and Control</a:t>
            </a:r>
          </a:p>
        </p:txBody>
      </p:sp>
      <p:pic>
        <p:nvPicPr>
          <p:cNvPr id="3" name="Imagen 2">
            <a:extLst>
              <a:ext uri="{FF2B5EF4-FFF2-40B4-BE49-F238E27FC236}">
                <a16:creationId xmlns:a16="http://schemas.microsoft.com/office/drawing/2014/main" id="{DE3B202A-3D3F-AA51-23D3-D044BD32C3D5}"/>
              </a:ext>
            </a:extLst>
          </p:cNvPr>
          <p:cNvPicPr>
            <a:picLocks noChangeAspect="1"/>
          </p:cNvPicPr>
          <p:nvPr/>
        </p:nvPicPr>
        <p:blipFill>
          <a:blip r:embed="rId3"/>
          <a:stretch>
            <a:fillRect/>
          </a:stretch>
        </p:blipFill>
        <p:spPr>
          <a:xfrm>
            <a:off x="6347551" y="2982467"/>
            <a:ext cx="2579500" cy="1528337"/>
          </a:xfrm>
          <a:prstGeom prst="rect">
            <a:avLst/>
          </a:prstGeom>
        </p:spPr>
      </p:pic>
      <p:cxnSp>
        <p:nvCxnSpPr>
          <p:cNvPr id="6" name="Conector recto 5">
            <a:extLst>
              <a:ext uri="{FF2B5EF4-FFF2-40B4-BE49-F238E27FC236}">
                <a16:creationId xmlns:a16="http://schemas.microsoft.com/office/drawing/2014/main" id="{2BF495A9-66A7-CACD-14A5-5566933063B8}"/>
              </a:ext>
            </a:extLst>
          </p:cNvPr>
          <p:cNvCxnSpPr/>
          <p:nvPr/>
        </p:nvCxnSpPr>
        <p:spPr>
          <a:xfrm>
            <a:off x="625642" y="769441"/>
            <a:ext cx="0" cy="51425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9252F9E0-8FE4-0B05-3E65-161AD6E8F2AB}"/>
              </a:ext>
            </a:extLst>
          </p:cNvPr>
          <p:cNvCxnSpPr>
            <a:cxnSpLocks/>
          </p:cNvCxnSpPr>
          <p:nvPr/>
        </p:nvCxnSpPr>
        <p:spPr>
          <a:xfrm>
            <a:off x="768417" y="1220224"/>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0EFE8756-6C5D-F8A2-C2F7-4375CB7A338F}"/>
              </a:ext>
            </a:extLst>
          </p:cNvPr>
          <p:cNvSpPr txBox="1"/>
          <p:nvPr/>
        </p:nvSpPr>
        <p:spPr>
          <a:xfrm>
            <a:off x="1337912" y="958614"/>
            <a:ext cx="5986910" cy="523220"/>
          </a:xfrm>
          <a:prstGeom prst="rect">
            <a:avLst/>
          </a:prstGeom>
          <a:noFill/>
        </p:spPr>
        <p:txBody>
          <a:bodyPr wrap="square" rtlCol="0">
            <a:spAutoFit/>
          </a:bodyPr>
          <a:lstStyle/>
          <a:p>
            <a:r>
              <a:rPr lang="es-ES" sz="2800" dirty="0">
                <a:latin typeface="Amasis MT Pro" panose="02040504050005020304" pitchFamily="18" charset="0"/>
              </a:rPr>
              <a:t>Juegos evolutivos sociales espaciales</a:t>
            </a:r>
          </a:p>
        </p:txBody>
      </p:sp>
      <p:cxnSp>
        <p:nvCxnSpPr>
          <p:cNvPr id="19" name="Conector recto 18">
            <a:extLst>
              <a:ext uri="{FF2B5EF4-FFF2-40B4-BE49-F238E27FC236}">
                <a16:creationId xmlns:a16="http://schemas.microsoft.com/office/drawing/2014/main" id="{60792EC7-8271-007F-516E-02BE339AB04B}"/>
              </a:ext>
            </a:extLst>
          </p:cNvPr>
          <p:cNvCxnSpPr>
            <a:cxnSpLocks/>
          </p:cNvCxnSpPr>
          <p:nvPr/>
        </p:nvCxnSpPr>
        <p:spPr>
          <a:xfrm>
            <a:off x="928036" y="1481834"/>
            <a:ext cx="0" cy="3001266"/>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2940841F-B566-998F-602A-F9736A787770}"/>
              </a:ext>
            </a:extLst>
          </p:cNvPr>
          <p:cNvCxnSpPr>
            <a:cxnSpLocks/>
          </p:cNvCxnSpPr>
          <p:nvPr/>
        </p:nvCxnSpPr>
        <p:spPr>
          <a:xfrm>
            <a:off x="1080896" y="2403832"/>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C08BC3FE-0E3D-7224-2158-5F613C47919B}"/>
              </a:ext>
            </a:extLst>
          </p:cNvPr>
          <p:cNvSpPr txBox="1"/>
          <p:nvPr/>
        </p:nvSpPr>
        <p:spPr>
          <a:xfrm>
            <a:off x="1650390" y="2142222"/>
            <a:ext cx="7395635" cy="830997"/>
          </a:xfrm>
          <a:prstGeom prst="rect">
            <a:avLst/>
          </a:prstGeom>
          <a:noFill/>
        </p:spPr>
        <p:txBody>
          <a:bodyPr wrap="square" rtlCol="0">
            <a:spAutoFit/>
          </a:bodyPr>
          <a:lstStyle/>
          <a:p>
            <a:r>
              <a:rPr lang="es-ES" sz="2400" dirty="0">
                <a:latin typeface="Amasis MT Pro" panose="02040504050005020304" pitchFamily="18" charset="0"/>
              </a:rPr>
              <a:t>Juego de los bienes públicos / Dilema del prisionero</a:t>
            </a:r>
          </a:p>
          <a:p>
            <a:endParaRPr lang="es-ES" sz="2400" dirty="0">
              <a:latin typeface="Amasis MT Pro" panose="02040504050005020304" pitchFamily="18" charset="0"/>
            </a:endParaRPr>
          </a:p>
        </p:txBody>
      </p:sp>
      <p:cxnSp>
        <p:nvCxnSpPr>
          <p:cNvPr id="25" name="Conector recto 24">
            <a:extLst>
              <a:ext uri="{FF2B5EF4-FFF2-40B4-BE49-F238E27FC236}">
                <a16:creationId xmlns:a16="http://schemas.microsoft.com/office/drawing/2014/main" id="{3AAC4F74-8C01-5846-FBFE-75AFF23F89EE}"/>
              </a:ext>
            </a:extLst>
          </p:cNvPr>
          <p:cNvCxnSpPr>
            <a:cxnSpLocks/>
          </p:cNvCxnSpPr>
          <p:nvPr/>
        </p:nvCxnSpPr>
        <p:spPr>
          <a:xfrm>
            <a:off x="1080896" y="3714688"/>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1628FC4B-D069-6289-3FA3-D7DACFC97FE1}"/>
              </a:ext>
            </a:extLst>
          </p:cNvPr>
          <p:cNvSpPr txBox="1"/>
          <p:nvPr/>
        </p:nvSpPr>
        <p:spPr>
          <a:xfrm>
            <a:off x="1650391" y="3453078"/>
            <a:ext cx="5986910" cy="461665"/>
          </a:xfrm>
          <a:prstGeom prst="rect">
            <a:avLst/>
          </a:prstGeom>
          <a:noFill/>
        </p:spPr>
        <p:txBody>
          <a:bodyPr wrap="square" rtlCol="0">
            <a:spAutoFit/>
          </a:bodyPr>
          <a:lstStyle/>
          <a:p>
            <a:r>
              <a:rPr lang="es-ES" sz="2400">
                <a:latin typeface="Amasis MT Pro" panose="02040504050005020304" pitchFamily="18" charset="0"/>
              </a:rPr>
              <a:t>Cooperación entre individuos</a:t>
            </a:r>
            <a:endParaRPr lang="es-ES" sz="2400" dirty="0">
              <a:latin typeface="Amasis MT Pro" panose="02040504050005020304" pitchFamily="18" charset="0"/>
            </a:endParaRPr>
          </a:p>
        </p:txBody>
      </p:sp>
      <p:cxnSp>
        <p:nvCxnSpPr>
          <p:cNvPr id="30" name="Conector recto 29">
            <a:extLst>
              <a:ext uri="{FF2B5EF4-FFF2-40B4-BE49-F238E27FC236}">
                <a16:creationId xmlns:a16="http://schemas.microsoft.com/office/drawing/2014/main" id="{02691637-9A7C-C9DF-3FA0-57841C428F53}"/>
              </a:ext>
            </a:extLst>
          </p:cNvPr>
          <p:cNvCxnSpPr>
            <a:cxnSpLocks/>
          </p:cNvCxnSpPr>
          <p:nvPr/>
        </p:nvCxnSpPr>
        <p:spPr>
          <a:xfrm>
            <a:off x="768417" y="5225598"/>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53AED0DD-4C41-09CF-7AE5-3DDFDD6C681C}"/>
              </a:ext>
            </a:extLst>
          </p:cNvPr>
          <p:cNvSpPr txBox="1"/>
          <p:nvPr/>
        </p:nvSpPr>
        <p:spPr>
          <a:xfrm>
            <a:off x="1337911" y="4963988"/>
            <a:ext cx="7708111" cy="954107"/>
          </a:xfrm>
          <a:prstGeom prst="rect">
            <a:avLst/>
          </a:prstGeom>
          <a:noFill/>
        </p:spPr>
        <p:txBody>
          <a:bodyPr wrap="square" rtlCol="0">
            <a:spAutoFit/>
          </a:bodyPr>
          <a:lstStyle/>
          <a:p>
            <a:r>
              <a:rPr lang="es-ES" sz="2800" dirty="0">
                <a:latin typeface="Amasis MT Pro" panose="02040504050005020304" pitchFamily="18" charset="0"/>
              </a:rPr>
              <a:t>Integración de técnicas de </a:t>
            </a:r>
            <a:r>
              <a:rPr lang="es-ES" sz="2800" dirty="0">
                <a:solidFill>
                  <a:srgbClr val="0070C0"/>
                </a:solidFill>
                <a:latin typeface="Amasis MT Pro" panose="02040504050005020304" pitchFamily="18" charset="0"/>
              </a:rPr>
              <a:t>control parcial</a:t>
            </a:r>
            <a:r>
              <a:rPr lang="es-ES" sz="2800" dirty="0">
                <a:latin typeface="Amasis MT Pro" panose="02040504050005020304" pitchFamily="18" charset="0"/>
              </a:rPr>
              <a:t> en teoría de juegos</a:t>
            </a:r>
          </a:p>
        </p:txBody>
      </p:sp>
      <p:sp>
        <p:nvSpPr>
          <p:cNvPr id="5" name="Marcador de número de diapositiva 4">
            <a:extLst>
              <a:ext uri="{FF2B5EF4-FFF2-40B4-BE49-F238E27FC236}">
                <a16:creationId xmlns:a16="http://schemas.microsoft.com/office/drawing/2014/main" id="{E1800871-EE7D-94CF-9DF9-F77DFE270976}"/>
              </a:ext>
            </a:extLst>
          </p:cNvPr>
          <p:cNvSpPr>
            <a:spLocks noGrp="1"/>
          </p:cNvSpPr>
          <p:nvPr>
            <p:ph type="sldNum" sz="quarter" idx="12"/>
          </p:nvPr>
        </p:nvSpPr>
        <p:spPr/>
        <p:txBody>
          <a:bodyPr/>
          <a:lstStyle/>
          <a:p>
            <a:fld id="{CC057153-B650-4DEB-B370-79DDCFDCE934}" type="slidenum">
              <a:rPr lang="en-US" smtClean="0"/>
              <a:pPr/>
              <a:t>2</a:t>
            </a:fld>
            <a:r>
              <a:rPr lang="en-US"/>
              <a:t> / 57</a:t>
            </a:r>
            <a:endParaRPr lang="en-US" dirty="0"/>
          </a:p>
        </p:txBody>
      </p:sp>
    </p:spTree>
    <p:extLst>
      <p:ext uri="{BB962C8B-B14F-4D97-AF65-F5344CB8AC3E}">
        <p14:creationId xmlns:p14="http://schemas.microsoft.com/office/powerpoint/2010/main" val="881939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B1C4E-BBA4-2B86-EF2A-8A1CBD203300}"/>
            </a:ext>
          </a:extLst>
        </p:cNvPr>
        <p:cNvGrpSpPr/>
        <p:nvPr/>
      </p:nvGrpSpPr>
      <p:grpSpPr>
        <a:xfrm>
          <a:off x="0" y="0"/>
          <a:ext cx="0" cy="0"/>
          <a:chOff x="0" y="0"/>
          <a:chExt cx="0" cy="0"/>
        </a:xfrm>
      </p:grpSpPr>
      <p:sp>
        <p:nvSpPr>
          <p:cNvPr id="12" name="CuadroTexto 11">
            <a:extLst>
              <a:ext uri="{FF2B5EF4-FFF2-40B4-BE49-F238E27FC236}">
                <a16:creationId xmlns:a16="http://schemas.microsoft.com/office/drawing/2014/main" id="{C7E17F82-ADEF-C8FB-0F3D-0E632225B48B}"/>
              </a:ext>
            </a:extLst>
          </p:cNvPr>
          <p:cNvSpPr txBox="1"/>
          <p:nvPr/>
        </p:nvSpPr>
        <p:spPr>
          <a:xfrm>
            <a:off x="0" y="0"/>
            <a:ext cx="9144000" cy="646331"/>
          </a:xfrm>
          <a:prstGeom prst="rect">
            <a:avLst/>
          </a:prstGeom>
          <a:noFill/>
        </p:spPr>
        <p:txBody>
          <a:bodyPr wrap="square" rtlCol="0">
            <a:spAutoFit/>
          </a:bodyPr>
          <a:lstStyle/>
          <a:p>
            <a:pPr algn="ctr"/>
            <a:r>
              <a:rPr lang="es-ES" sz="3600" b="1" dirty="0" err="1">
                <a:solidFill>
                  <a:srgbClr val="0070C0"/>
                </a:solidFill>
                <a:latin typeface="Amasis MT Pro Light" panose="02040304050005020304" pitchFamily="18" charset="0"/>
                <a:cs typeface="Adobe Devanagari" panose="02040503050201020203" pitchFamily="18" charset="0"/>
              </a:rPr>
              <a:t>Game</a:t>
            </a:r>
            <a:r>
              <a:rPr lang="es-ES" sz="3600" b="1" dirty="0">
                <a:solidFill>
                  <a:srgbClr val="0070C0"/>
                </a:solidFill>
                <a:latin typeface="Amasis MT Pro Light" panose="02040304050005020304" pitchFamily="18" charset="0"/>
                <a:cs typeface="Adobe Devanagari" panose="02040503050201020203" pitchFamily="18" charset="0"/>
              </a:rPr>
              <a:t> </a:t>
            </a:r>
            <a:r>
              <a:rPr lang="es-ES" sz="3600" b="1" dirty="0" err="1">
                <a:solidFill>
                  <a:srgbClr val="0070C0"/>
                </a:solidFill>
                <a:latin typeface="Amasis MT Pro Light" panose="02040304050005020304" pitchFamily="18" charset="0"/>
                <a:cs typeface="Adobe Devanagari" panose="02040503050201020203" pitchFamily="18" charset="0"/>
              </a:rPr>
              <a:t>Theory</a:t>
            </a:r>
            <a:r>
              <a:rPr lang="es-ES" sz="3600" b="1" dirty="0">
                <a:solidFill>
                  <a:srgbClr val="0070C0"/>
                </a:solidFill>
                <a:latin typeface="Amasis MT Pro Light" panose="02040304050005020304" pitchFamily="18" charset="0"/>
                <a:cs typeface="Adobe Devanagari" panose="02040503050201020203" pitchFamily="18" charset="0"/>
              </a:rPr>
              <a:t>, </a:t>
            </a:r>
            <a:r>
              <a:rPr lang="es-ES" sz="3600" b="1" dirty="0" err="1">
                <a:solidFill>
                  <a:srgbClr val="C00000"/>
                </a:solidFill>
                <a:latin typeface="Amasis MT Pro Light" panose="02040304050005020304" pitchFamily="18" charset="0"/>
                <a:cs typeface="Adobe Devanagari" panose="02040503050201020203" pitchFamily="18" charset="0"/>
              </a:rPr>
              <a:t>Complexity</a:t>
            </a:r>
            <a:r>
              <a:rPr lang="es-ES" sz="3600" b="1" dirty="0">
                <a:solidFill>
                  <a:srgbClr val="0070C0"/>
                </a:solidFill>
                <a:latin typeface="Amasis MT Pro Light" panose="02040304050005020304" pitchFamily="18" charset="0"/>
                <a:cs typeface="Adobe Devanagari" panose="02040503050201020203" pitchFamily="18" charset="0"/>
              </a:rPr>
              <a:t> and Control</a:t>
            </a:r>
          </a:p>
        </p:txBody>
      </p:sp>
      <p:cxnSp>
        <p:nvCxnSpPr>
          <p:cNvPr id="2" name="Conector recto 1">
            <a:extLst>
              <a:ext uri="{FF2B5EF4-FFF2-40B4-BE49-F238E27FC236}">
                <a16:creationId xmlns:a16="http://schemas.microsoft.com/office/drawing/2014/main" id="{E30FD814-92EC-D5A1-4E57-7EB3928104D3}"/>
              </a:ext>
            </a:extLst>
          </p:cNvPr>
          <p:cNvCxnSpPr>
            <a:cxnSpLocks/>
          </p:cNvCxnSpPr>
          <p:nvPr/>
        </p:nvCxnSpPr>
        <p:spPr>
          <a:xfrm>
            <a:off x="625642" y="1098550"/>
            <a:ext cx="0" cy="481348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Conector recto 2">
            <a:extLst>
              <a:ext uri="{FF2B5EF4-FFF2-40B4-BE49-F238E27FC236}">
                <a16:creationId xmlns:a16="http://schemas.microsoft.com/office/drawing/2014/main" id="{69521998-0B2B-4AF2-72AB-C147032C0011}"/>
              </a:ext>
            </a:extLst>
          </p:cNvPr>
          <p:cNvCxnSpPr>
            <a:cxnSpLocks/>
          </p:cNvCxnSpPr>
          <p:nvPr/>
        </p:nvCxnSpPr>
        <p:spPr>
          <a:xfrm>
            <a:off x="625642" y="1126628"/>
            <a:ext cx="3442591"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1836B983-D185-4B51-C807-9DDA016EA481}"/>
              </a:ext>
            </a:extLst>
          </p:cNvPr>
          <p:cNvCxnSpPr>
            <a:cxnSpLocks/>
          </p:cNvCxnSpPr>
          <p:nvPr/>
        </p:nvCxnSpPr>
        <p:spPr>
          <a:xfrm>
            <a:off x="4039658" y="804333"/>
            <a:ext cx="0" cy="34134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59DE1231-E518-C83D-D0BA-7230F4BBE6A1}"/>
              </a:ext>
            </a:extLst>
          </p:cNvPr>
          <p:cNvCxnSpPr>
            <a:cxnSpLocks/>
          </p:cNvCxnSpPr>
          <p:nvPr/>
        </p:nvCxnSpPr>
        <p:spPr>
          <a:xfrm>
            <a:off x="743017" y="1710534"/>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8E29B8AE-F043-497C-1A35-CE93E9AC1632}"/>
              </a:ext>
            </a:extLst>
          </p:cNvPr>
          <p:cNvSpPr txBox="1"/>
          <p:nvPr/>
        </p:nvSpPr>
        <p:spPr>
          <a:xfrm>
            <a:off x="1312512" y="1448924"/>
            <a:ext cx="4763078" cy="954107"/>
          </a:xfrm>
          <a:prstGeom prst="rect">
            <a:avLst/>
          </a:prstGeom>
          <a:noFill/>
        </p:spPr>
        <p:txBody>
          <a:bodyPr wrap="square" rtlCol="0">
            <a:spAutoFit/>
          </a:bodyPr>
          <a:lstStyle/>
          <a:p>
            <a:r>
              <a:rPr lang="es-ES" sz="2800" dirty="0">
                <a:solidFill>
                  <a:srgbClr val="0070C0"/>
                </a:solidFill>
                <a:latin typeface="Amasis MT Pro" panose="02040504050005020304" pitchFamily="18" charset="0"/>
              </a:rPr>
              <a:t>Caos espacio-temporal </a:t>
            </a:r>
            <a:r>
              <a:rPr lang="es-ES" sz="2800" dirty="0">
                <a:latin typeface="Amasis MT Pro" panose="02040504050005020304" pitchFamily="18" charset="0"/>
              </a:rPr>
              <a:t>en juegos sociales espaciales</a:t>
            </a:r>
          </a:p>
        </p:txBody>
      </p:sp>
      <p:pic>
        <p:nvPicPr>
          <p:cNvPr id="25" name="Imagen 24">
            <a:extLst>
              <a:ext uri="{FF2B5EF4-FFF2-40B4-BE49-F238E27FC236}">
                <a16:creationId xmlns:a16="http://schemas.microsoft.com/office/drawing/2014/main" id="{2A7A1580-1829-AE66-3837-65F5036BA916}"/>
              </a:ext>
            </a:extLst>
          </p:cNvPr>
          <p:cNvPicPr>
            <a:picLocks noChangeAspect="1"/>
          </p:cNvPicPr>
          <p:nvPr/>
        </p:nvPicPr>
        <p:blipFill>
          <a:blip r:embed="rId3"/>
          <a:stretch>
            <a:fillRect/>
          </a:stretch>
        </p:blipFill>
        <p:spPr>
          <a:xfrm>
            <a:off x="6075590" y="1145678"/>
            <a:ext cx="1755898" cy="1735239"/>
          </a:xfrm>
          <a:prstGeom prst="rect">
            <a:avLst/>
          </a:prstGeom>
        </p:spPr>
      </p:pic>
      <p:cxnSp>
        <p:nvCxnSpPr>
          <p:cNvPr id="26" name="Conector recto 25">
            <a:extLst>
              <a:ext uri="{FF2B5EF4-FFF2-40B4-BE49-F238E27FC236}">
                <a16:creationId xmlns:a16="http://schemas.microsoft.com/office/drawing/2014/main" id="{B08EC499-2DE1-A385-8AAE-F8C6A574DC2B}"/>
              </a:ext>
            </a:extLst>
          </p:cNvPr>
          <p:cNvCxnSpPr>
            <a:cxnSpLocks/>
          </p:cNvCxnSpPr>
          <p:nvPr/>
        </p:nvCxnSpPr>
        <p:spPr>
          <a:xfrm>
            <a:off x="750281" y="3563929"/>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008BE33D-1A29-3BA0-D5D1-BEDAAE1B2601}"/>
              </a:ext>
            </a:extLst>
          </p:cNvPr>
          <p:cNvSpPr txBox="1"/>
          <p:nvPr/>
        </p:nvSpPr>
        <p:spPr>
          <a:xfrm>
            <a:off x="1319774" y="3302319"/>
            <a:ext cx="5611515" cy="1384995"/>
          </a:xfrm>
          <a:prstGeom prst="rect">
            <a:avLst/>
          </a:prstGeom>
          <a:noFill/>
        </p:spPr>
        <p:txBody>
          <a:bodyPr wrap="square" rtlCol="0">
            <a:spAutoFit/>
          </a:bodyPr>
          <a:lstStyle/>
          <a:p>
            <a:r>
              <a:rPr lang="es-ES" sz="2800" dirty="0">
                <a:latin typeface="Amasis MT Pro" panose="02040504050005020304" pitchFamily="18" charset="0"/>
              </a:rPr>
              <a:t>Herramienta de </a:t>
            </a:r>
            <a:r>
              <a:rPr lang="es-ES" sz="2800" dirty="0">
                <a:solidFill>
                  <a:srgbClr val="0070C0"/>
                </a:solidFill>
                <a:latin typeface="Amasis MT Pro" panose="02040504050005020304" pitchFamily="18" charset="0"/>
              </a:rPr>
              <a:t>medición del caos </a:t>
            </a:r>
            <a:r>
              <a:rPr lang="es-ES" sz="2800" dirty="0">
                <a:latin typeface="Amasis MT Pro" panose="02040504050005020304" pitchFamily="18" charset="0"/>
              </a:rPr>
              <a:t>espacio-temporal mediante la </a:t>
            </a:r>
            <a:r>
              <a:rPr lang="es-ES" sz="2800" dirty="0">
                <a:solidFill>
                  <a:srgbClr val="C00000"/>
                </a:solidFill>
                <a:latin typeface="Amasis MT Pro" panose="02040504050005020304" pitchFamily="18" charset="0"/>
              </a:rPr>
              <a:t>distancia de </a:t>
            </a:r>
            <a:r>
              <a:rPr lang="es-ES" sz="2800" dirty="0" err="1">
                <a:solidFill>
                  <a:srgbClr val="C00000"/>
                </a:solidFill>
                <a:latin typeface="Amasis MT Pro" panose="02040504050005020304" pitchFamily="18" charset="0"/>
              </a:rPr>
              <a:t>Hamming</a:t>
            </a:r>
            <a:endParaRPr lang="es-ES" sz="2800" dirty="0">
              <a:solidFill>
                <a:srgbClr val="C00000"/>
              </a:solidFill>
              <a:latin typeface="Amasis MT Pro" panose="02040504050005020304" pitchFamily="18" charset="0"/>
            </a:endParaRPr>
          </a:p>
        </p:txBody>
      </p:sp>
      <p:cxnSp>
        <p:nvCxnSpPr>
          <p:cNvPr id="28" name="Conector recto 27">
            <a:extLst>
              <a:ext uri="{FF2B5EF4-FFF2-40B4-BE49-F238E27FC236}">
                <a16:creationId xmlns:a16="http://schemas.microsoft.com/office/drawing/2014/main" id="{A43C4242-A8DE-EF57-53E8-CDAFAAF2CE1A}"/>
              </a:ext>
            </a:extLst>
          </p:cNvPr>
          <p:cNvCxnSpPr>
            <a:cxnSpLocks/>
          </p:cNvCxnSpPr>
          <p:nvPr/>
        </p:nvCxnSpPr>
        <p:spPr>
          <a:xfrm>
            <a:off x="743018" y="5411093"/>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CuadroTexto 28">
            <a:extLst>
              <a:ext uri="{FF2B5EF4-FFF2-40B4-BE49-F238E27FC236}">
                <a16:creationId xmlns:a16="http://schemas.microsoft.com/office/drawing/2014/main" id="{015A8E41-B395-2C30-9510-911E3CEAC156}"/>
              </a:ext>
            </a:extLst>
          </p:cNvPr>
          <p:cNvSpPr txBox="1"/>
          <p:nvPr/>
        </p:nvSpPr>
        <p:spPr>
          <a:xfrm>
            <a:off x="1312512" y="5149483"/>
            <a:ext cx="7733515" cy="954107"/>
          </a:xfrm>
          <a:prstGeom prst="rect">
            <a:avLst/>
          </a:prstGeom>
          <a:noFill/>
        </p:spPr>
        <p:txBody>
          <a:bodyPr wrap="square" rtlCol="0">
            <a:spAutoFit/>
          </a:bodyPr>
          <a:lstStyle/>
          <a:p>
            <a:r>
              <a:rPr lang="es-ES" sz="2800" dirty="0">
                <a:latin typeface="Amasis MT Pro" panose="02040504050005020304" pitchFamily="18" charset="0"/>
              </a:rPr>
              <a:t>Clasificación de menor a mayor complejidad de los </a:t>
            </a:r>
            <a:r>
              <a:rPr lang="es-ES" sz="2800" dirty="0">
                <a:solidFill>
                  <a:srgbClr val="0070C0"/>
                </a:solidFill>
                <a:latin typeface="Amasis MT Pro" panose="02040504050005020304" pitchFamily="18" charset="0"/>
              </a:rPr>
              <a:t>autómatas celulares</a:t>
            </a:r>
          </a:p>
        </p:txBody>
      </p:sp>
      <p:sp>
        <p:nvSpPr>
          <p:cNvPr id="7" name="Marcador de número de diapositiva 6">
            <a:extLst>
              <a:ext uri="{FF2B5EF4-FFF2-40B4-BE49-F238E27FC236}">
                <a16:creationId xmlns:a16="http://schemas.microsoft.com/office/drawing/2014/main" id="{467DDB19-7C3F-5191-9C05-4AF2C59032F9}"/>
              </a:ext>
            </a:extLst>
          </p:cNvPr>
          <p:cNvSpPr>
            <a:spLocks noGrp="1"/>
          </p:cNvSpPr>
          <p:nvPr>
            <p:ph type="sldNum" sz="quarter" idx="12"/>
          </p:nvPr>
        </p:nvSpPr>
        <p:spPr/>
        <p:txBody>
          <a:bodyPr/>
          <a:lstStyle/>
          <a:p>
            <a:fld id="{CC057153-B650-4DEB-B370-79DDCFDCE934}" type="slidenum">
              <a:rPr lang="en-US" smtClean="0"/>
              <a:pPr/>
              <a:t>3</a:t>
            </a:fld>
            <a:r>
              <a:rPr lang="en-US"/>
              <a:t> / 57</a:t>
            </a:r>
            <a:endParaRPr lang="en-US" dirty="0"/>
          </a:p>
        </p:txBody>
      </p:sp>
    </p:spTree>
    <p:extLst>
      <p:ext uri="{BB962C8B-B14F-4D97-AF65-F5344CB8AC3E}">
        <p14:creationId xmlns:p14="http://schemas.microsoft.com/office/powerpoint/2010/main" val="4282653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89F5F-15CF-A0A4-74A5-F89CC7C5B107}"/>
            </a:ext>
          </a:extLst>
        </p:cNvPr>
        <p:cNvGrpSpPr/>
        <p:nvPr/>
      </p:nvGrpSpPr>
      <p:grpSpPr>
        <a:xfrm>
          <a:off x="0" y="0"/>
          <a:ext cx="0" cy="0"/>
          <a:chOff x="0" y="0"/>
          <a:chExt cx="0" cy="0"/>
        </a:xfrm>
      </p:grpSpPr>
      <p:sp>
        <p:nvSpPr>
          <p:cNvPr id="12" name="CuadroTexto 11">
            <a:extLst>
              <a:ext uri="{FF2B5EF4-FFF2-40B4-BE49-F238E27FC236}">
                <a16:creationId xmlns:a16="http://schemas.microsoft.com/office/drawing/2014/main" id="{D6370EB9-D1AF-F54C-388B-005404A3CAC4}"/>
              </a:ext>
            </a:extLst>
          </p:cNvPr>
          <p:cNvSpPr txBox="1"/>
          <p:nvPr/>
        </p:nvSpPr>
        <p:spPr>
          <a:xfrm>
            <a:off x="0" y="0"/>
            <a:ext cx="9144000" cy="646331"/>
          </a:xfrm>
          <a:prstGeom prst="rect">
            <a:avLst/>
          </a:prstGeom>
          <a:noFill/>
        </p:spPr>
        <p:txBody>
          <a:bodyPr wrap="square" rtlCol="0">
            <a:spAutoFit/>
          </a:bodyPr>
          <a:lstStyle/>
          <a:p>
            <a:pPr algn="ctr"/>
            <a:r>
              <a:rPr lang="es-ES" sz="3600" b="1" dirty="0" err="1">
                <a:solidFill>
                  <a:srgbClr val="0070C0"/>
                </a:solidFill>
                <a:latin typeface="Amasis MT Pro Light" panose="02040304050005020304" pitchFamily="18" charset="0"/>
                <a:cs typeface="Adobe Devanagari" panose="02040503050201020203" pitchFamily="18" charset="0"/>
              </a:rPr>
              <a:t>Game</a:t>
            </a:r>
            <a:r>
              <a:rPr lang="es-ES" sz="3600" b="1" dirty="0">
                <a:solidFill>
                  <a:srgbClr val="0070C0"/>
                </a:solidFill>
                <a:latin typeface="Amasis MT Pro Light" panose="02040304050005020304" pitchFamily="18" charset="0"/>
                <a:cs typeface="Adobe Devanagari" panose="02040503050201020203" pitchFamily="18" charset="0"/>
              </a:rPr>
              <a:t> </a:t>
            </a:r>
            <a:r>
              <a:rPr lang="es-ES" sz="3600" b="1" dirty="0" err="1">
                <a:solidFill>
                  <a:srgbClr val="0070C0"/>
                </a:solidFill>
                <a:latin typeface="Amasis MT Pro Light" panose="02040304050005020304" pitchFamily="18" charset="0"/>
                <a:cs typeface="Adobe Devanagari" panose="02040503050201020203" pitchFamily="18" charset="0"/>
              </a:rPr>
              <a:t>Theory</a:t>
            </a:r>
            <a:r>
              <a:rPr lang="es-ES" sz="3600" b="1" dirty="0">
                <a:solidFill>
                  <a:srgbClr val="0070C0"/>
                </a:solidFill>
                <a:latin typeface="Amasis MT Pro Light" panose="02040304050005020304" pitchFamily="18" charset="0"/>
                <a:cs typeface="Adobe Devanagari" panose="02040503050201020203" pitchFamily="18" charset="0"/>
              </a:rPr>
              <a:t>, </a:t>
            </a:r>
            <a:r>
              <a:rPr lang="es-ES" sz="3600" b="1" dirty="0" err="1">
                <a:solidFill>
                  <a:srgbClr val="0070C0"/>
                </a:solidFill>
                <a:latin typeface="Amasis MT Pro Light" panose="02040304050005020304" pitchFamily="18" charset="0"/>
                <a:cs typeface="Adobe Devanagari" panose="02040503050201020203" pitchFamily="18" charset="0"/>
              </a:rPr>
              <a:t>Complexity</a:t>
            </a:r>
            <a:r>
              <a:rPr lang="es-ES" sz="3600" b="1" dirty="0">
                <a:solidFill>
                  <a:srgbClr val="0070C0"/>
                </a:solidFill>
                <a:latin typeface="Amasis MT Pro Light" panose="02040304050005020304" pitchFamily="18" charset="0"/>
                <a:cs typeface="Adobe Devanagari" panose="02040503050201020203" pitchFamily="18" charset="0"/>
              </a:rPr>
              <a:t> and </a:t>
            </a:r>
            <a:r>
              <a:rPr lang="es-ES" sz="3600" b="1" dirty="0">
                <a:solidFill>
                  <a:srgbClr val="C00000"/>
                </a:solidFill>
                <a:latin typeface="Amasis MT Pro Light" panose="02040304050005020304" pitchFamily="18" charset="0"/>
                <a:cs typeface="Adobe Devanagari" panose="02040503050201020203" pitchFamily="18" charset="0"/>
              </a:rPr>
              <a:t>Control</a:t>
            </a:r>
          </a:p>
        </p:txBody>
      </p:sp>
      <p:cxnSp>
        <p:nvCxnSpPr>
          <p:cNvPr id="3" name="Conector recto 2">
            <a:extLst>
              <a:ext uri="{FF2B5EF4-FFF2-40B4-BE49-F238E27FC236}">
                <a16:creationId xmlns:a16="http://schemas.microsoft.com/office/drawing/2014/main" id="{57525234-7925-9204-2EE0-F32A27A4322B}"/>
              </a:ext>
            </a:extLst>
          </p:cNvPr>
          <p:cNvCxnSpPr>
            <a:cxnSpLocks/>
          </p:cNvCxnSpPr>
          <p:nvPr/>
        </p:nvCxnSpPr>
        <p:spPr>
          <a:xfrm>
            <a:off x="625642" y="1098550"/>
            <a:ext cx="0" cy="481348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 name="Conector recto 3">
            <a:extLst>
              <a:ext uri="{FF2B5EF4-FFF2-40B4-BE49-F238E27FC236}">
                <a16:creationId xmlns:a16="http://schemas.microsoft.com/office/drawing/2014/main" id="{AB37F89F-0DFD-0A8D-25C0-D5CCCEEB8323}"/>
              </a:ext>
            </a:extLst>
          </p:cNvPr>
          <p:cNvCxnSpPr>
            <a:cxnSpLocks/>
          </p:cNvCxnSpPr>
          <p:nvPr/>
        </p:nvCxnSpPr>
        <p:spPr>
          <a:xfrm>
            <a:off x="625642" y="1126628"/>
            <a:ext cx="7137233"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 name="Conector recto 4">
            <a:extLst>
              <a:ext uri="{FF2B5EF4-FFF2-40B4-BE49-F238E27FC236}">
                <a16:creationId xmlns:a16="http://schemas.microsoft.com/office/drawing/2014/main" id="{E3BC96AA-05EC-07EA-2475-51E1388C9B61}"/>
              </a:ext>
            </a:extLst>
          </p:cNvPr>
          <p:cNvCxnSpPr>
            <a:cxnSpLocks/>
          </p:cNvCxnSpPr>
          <p:nvPr/>
        </p:nvCxnSpPr>
        <p:spPr>
          <a:xfrm>
            <a:off x="7733554" y="809128"/>
            <a:ext cx="0" cy="34134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A1D613BE-9347-AD22-3CFB-F844A68E1F42}"/>
              </a:ext>
            </a:extLst>
          </p:cNvPr>
          <p:cNvCxnSpPr>
            <a:cxnSpLocks/>
          </p:cNvCxnSpPr>
          <p:nvPr/>
        </p:nvCxnSpPr>
        <p:spPr>
          <a:xfrm>
            <a:off x="746645" y="1857201"/>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0FC47380-A842-6FE8-9CC5-D18C83C94E87}"/>
              </a:ext>
            </a:extLst>
          </p:cNvPr>
          <p:cNvSpPr txBox="1"/>
          <p:nvPr/>
        </p:nvSpPr>
        <p:spPr>
          <a:xfrm>
            <a:off x="1316140" y="1595591"/>
            <a:ext cx="5986910" cy="523220"/>
          </a:xfrm>
          <a:prstGeom prst="rect">
            <a:avLst/>
          </a:prstGeom>
          <a:noFill/>
        </p:spPr>
        <p:txBody>
          <a:bodyPr wrap="square" rtlCol="0">
            <a:spAutoFit/>
          </a:bodyPr>
          <a:lstStyle/>
          <a:p>
            <a:r>
              <a:rPr lang="es-ES" sz="2800" dirty="0">
                <a:latin typeface="Amasis MT Pro" panose="02040504050005020304" pitchFamily="18" charset="0"/>
              </a:rPr>
              <a:t>Control parcial</a:t>
            </a:r>
          </a:p>
        </p:txBody>
      </p:sp>
      <p:cxnSp>
        <p:nvCxnSpPr>
          <p:cNvPr id="22" name="Conector recto 21">
            <a:extLst>
              <a:ext uri="{FF2B5EF4-FFF2-40B4-BE49-F238E27FC236}">
                <a16:creationId xmlns:a16="http://schemas.microsoft.com/office/drawing/2014/main" id="{3D5E6FAE-C357-3038-D83A-AC4F90E78C31}"/>
              </a:ext>
            </a:extLst>
          </p:cNvPr>
          <p:cNvCxnSpPr>
            <a:cxnSpLocks/>
          </p:cNvCxnSpPr>
          <p:nvPr/>
        </p:nvCxnSpPr>
        <p:spPr>
          <a:xfrm>
            <a:off x="1065882" y="5049408"/>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8D6C2ED5-A395-CFE3-B450-58FD1B370527}"/>
              </a:ext>
            </a:extLst>
          </p:cNvPr>
          <p:cNvSpPr txBox="1"/>
          <p:nvPr/>
        </p:nvSpPr>
        <p:spPr>
          <a:xfrm>
            <a:off x="1522967" y="4830720"/>
            <a:ext cx="4090660" cy="830997"/>
          </a:xfrm>
          <a:prstGeom prst="rect">
            <a:avLst/>
          </a:prstGeom>
          <a:noFill/>
        </p:spPr>
        <p:txBody>
          <a:bodyPr wrap="square" rtlCol="0">
            <a:spAutoFit/>
          </a:bodyPr>
          <a:lstStyle/>
          <a:p>
            <a:r>
              <a:rPr lang="es-ES" sz="2400" dirty="0">
                <a:latin typeface="Amasis MT Pro" panose="02040504050005020304" pitchFamily="18" charset="0"/>
              </a:rPr>
              <a:t>Juego de supervivencia y control entre dos jugadores</a:t>
            </a:r>
          </a:p>
        </p:txBody>
      </p:sp>
      <p:cxnSp>
        <p:nvCxnSpPr>
          <p:cNvPr id="24" name="Conector recto 23">
            <a:extLst>
              <a:ext uri="{FF2B5EF4-FFF2-40B4-BE49-F238E27FC236}">
                <a16:creationId xmlns:a16="http://schemas.microsoft.com/office/drawing/2014/main" id="{0053A46C-5BC2-9123-516E-DA869976097B}"/>
              </a:ext>
            </a:extLst>
          </p:cNvPr>
          <p:cNvCxnSpPr>
            <a:cxnSpLocks/>
          </p:cNvCxnSpPr>
          <p:nvPr/>
        </p:nvCxnSpPr>
        <p:spPr>
          <a:xfrm>
            <a:off x="928036" y="2091434"/>
            <a:ext cx="12717" cy="340772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B555CDF7-E99C-7A1B-F46A-45C36CBDF552}"/>
              </a:ext>
            </a:extLst>
          </p:cNvPr>
          <p:cNvCxnSpPr>
            <a:cxnSpLocks/>
          </p:cNvCxnSpPr>
          <p:nvPr/>
        </p:nvCxnSpPr>
        <p:spPr>
          <a:xfrm>
            <a:off x="1065883" y="2632432"/>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A39E1C70-ABA8-4599-515F-1CFE22D6412F}"/>
              </a:ext>
            </a:extLst>
          </p:cNvPr>
          <p:cNvSpPr txBox="1"/>
          <p:nvPr/>
        </p:nvSpPr>
        <p:spPr>
          <a:xfrm>
            <a:off x="1522967" y="2405726"/>
            <a:ext cx="7395635" cy="1200329"/>
          </a:xfrm>
          <a:prstGeom prst="rect">
            <a:avLst/>
          </a:prstGeom>
          <a:noFill/>
        </p:spPr>
        <p:txBody>
          <a:bodyPr wrap="square" rtlCol="0">
            <a:spAutoFit/>
          </a:bodyPr>
          <a:lstStyle/>
          <a:p>
            <a:r>
              <a:rPr lang="es-ES" sz="2400" dirty="0">
                <a:latin typeface="Amasis MT Pro" panose="02040504050005020304" pitchFamily="18" charset="0"/>
              </a:rPr>
              <a:t>Escape lo antes posible de una </a:t>
            </a:r>
            <a:r>
              <a:rPr lang="es-ES" sz="2400" dirty="0">
                <a:solidFill>
                  <a:srgbClr val="C00000"/>
                </a:solidFill>
                <a:latin typeface="Amasis MT Pro" panose="02040504050005020304" pitchFamily="18" charset="0"/>
              </a:rPr>
              <a:t>región caótica transitoria</a:t>
            </a:r>
          </a:p>
          <a:p>
            <a:endParaRPr lang="es-ES" sz="2400" dirty="0">
              <a:latin typeface="Amasis MT Pro" panose="02040504050005020304" pitchFamily="18" charset="0"/>
            </a:endParaRPr>
          </a:p>
        </p:txBody>
      </p:sp>
      <p:sp>
        <p:nvSpPr>
          <p:cNvPr id="29" name="CuadroTexto 28">
            <a:extLst>
              <a:ext uri="{FF2B5EF4-FFF2-40B4-BE49-F238E27FC236}">
                <a16:creationId xmlns:a16="http://schemas.microsoft.com/office/drawing/2014/main" id="{3FA236F4-FC6A-F70A-982E-A535246D61E1}"/>
              </a:ext>
            </a:extLst>
          </p:cNvPr>
          <p:cNvSpPr txBox="1"/>
          <p:nvPr/>
        </p:nvSpPr>
        <p:spPr>
          <a:xfrm>
            <a:off x="1522967" y="3203652"/>
            <a:ext cx="7395635" cy="830997"/>
          </a:xfrm>
          <a:prstGeom prst="rect">
            <a:avLst/>
          </a:prstGeom>
          <a:noFill/>
        </p:spPr>
        <p:txBody>
          <a:bodyPr wrap="square" rtlCol="0">
            <a:spAutoFit/>
          </a:bodyPr>
          <a:lstStyle/>
          <a:p>
            <a:r>
              <a:rPr lang="es-ES" sz="2400" dirty="0">
                <a:latin typeface="Amasis MT Pro" panose="02040504050005020304" pitchFamily="18" charset="0"/>
              </a:rPr>
              <a:t>Escape exacto, </a:t>
            </a:r>
            <a:r>
              <a:rPr lang="es-ES" sz="2400" dirty="0">
                <a:solidFill>
                  <a:srgbClr val="0070C0"/>
                </a:solidFill>
                <a:latin typeface="Amasis MT Pro" panose="02040504050005020304" pitchFamily="18" charset="0"/>
              </a:rPr>
              <a:t>fijando el número de iteraciones </a:t>
            </a:r>
            <a:r>
              <a:rPr lang="es-ES" sz="2400" dirty="0">
                <a:latin typeface="Amasis MT Pro" panose="02040504050005020304" pitchFamily="18" charset="0"/>
              </a:rPr>
              <a:t>hasta el escape</a:t>
            </a:r>
          </a:p>
        </p:txBody>
      </p:sp>
      <p:cxnSp>
        <p:nvCxnSpPr>
          <p:cNvPr id="30" name="Conector recto 29">
            <a:extLst>
              <a:ext uri="{FF2B5EF4-FFF2-40B4-BE49-F238E27FC236}">
                <a16:creationId xmlns:a16="http://schemas.microsoft.com/office/drawing/2014/main" id="{F6A3F084-3335-A2BB-E3E6-9891F42277EE}"/>
              </a:ext>
            </a:extLst>
          </p:cNvPr>
          <p:cNvCxnSpPr>
            <a:cxnSpLocks/>
          </p:cNvCxnSpPr>
          <p:nvPr/>
        </p:nvCxnSpPr>
        <p:spPr>
          <a:xfrm>
            <a:off x="1065883" y="3429714"/>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65" name="CuadroTexto 64">
            <a:extLst>
              <a:ext uri="{FF2B5EF4-FFF2-40B4-BE49-F238E27FC236}">
                <a16:creationId xmlns:a16="http://schemas.microsoft.com/office/drawing/2014/main" id="{95CAEE30-3796-127B-1C80-4CF69B69CF25}"/>
              </a:ext>
            </a:extLst>
          </p:cNvPr>
          <p:cNvSpPr txBox="1"/>
          <p:nvPr/>
        </p:nvSpPr>
        <p:spPr>
          <a:xfrm>
            <a:off x="1522967" y="4112688"/>
            <a:ext cx="7395635" cy="461665"/>
          </a:xfrm>
          <a:prstGeom prst="rect">
            <a:avLst/>
          </a:prstGeom>
          <a:noFill/>
        </p:spPr>
        <p:txBody>
          <a:bodyPr wrap="square" rtlCol="0">
            <a:spAutoFit/>
          </a:bodyPr>
          <a:lstStyle/>
          <a:p>
            <a:r>
              <a:rPr lang="es-ES" sz="2400" dirty="0">
                <a:latin typeface="Amasis MT Pro" panose="02040504050005020304" pitchFamily="18" charset="0"/>
              </a:rPr>
              <a:t>Órbitas periódicas en </a:t>
            </a:r>
            <a:r>
              <a:rPr lang="es-ES" sz="2400" dirty="0">
                <a:solidFill>
                  <a:srgbClr val="00B050"/>
                </a:solidFill>
                <a:latin typeface="Amasis MT Pro" panose="02040504050005020304" pitchFamily="18" charset="0"/>
              </a:rPr>
              <a:t>sistemas </a:t>
            </a:r>
            <a:r>
              <a:rPr lang="es-ES" sz="2400" dirty="0" err="1">
                <a:solidFill>
                  <a:srgbClr val="00B050"/>
                </a:solidFill>
                <a:latin typeface="Amasis MT Pro" panose="02040504050005020304" pitchFamily="18" charset="0"/>
              </a:rPr>
              <a:t>multiestables</a:t>
            </a:r>
            <a:endParaRPr lang="es-ES" sz="2400" dirty="0">
              <a:solidFill>
                <a:srgbClr val="00B050"/>
              </a:solidFill>
              <a:latin typeface="Amasis MT Pro" panose="02040504050005020304" pitchFamily="18" charset="0"/>
            </a:endParaRPr>
          </a:p>
        </p:txBody>
      </p:sp>
      <p:cxnSp>
        <p:nvCxnSpPr>
          <p:cNvPr id="66" name="Conector recto 65">
            <a:extLst>
              <a:ext uri="{FF2B5EF4-FFF2-40B4-BE49-F238E27FC236}">
                <a16:creationId xmlns:a16="http://schemas.microsoft.com/office/drawing/2014/main" id="{4410F0FE-5061-61BC-6E7C-D501E2653227}"/>
              </a:ext>
            </a:extLst>
          </p:cNvPr>
          <p:cNvCxnSpPr>
            <a:cxnSpLocks/>
          </p:cNvCxnSpPr>
          <p:nvPr/>
        </p:nvCxnSpPr>
        <p:spPr>
          <a:xfrm>
            <a:off x="1065883" y="4338750"/>
            <a:ext cx="31923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pic>
        <p:nvPicPr>
          <p:cNvPr id="70" name="Imagen 69" descr="Gráfico, Gráfico radial&#10;&#10;El contenido generado por IA puede ser incorrecto.">
            <a:extLst>
              <a:ext uri="{FF2B5EF4-FFF2-40B4-BE49-F238E27FC236}">
                <a16:creationId xmlns:a16="http://schemas.microsoft.com/office/drawing/2014/main" id="{3BD5FD3F-BF72-FFF1-D0FE-AA5AE9B416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7298" y="4521367"/>
            <a:ext cx="2798103" cy="2331752"/>
          </a:xfrm>
          <a:prstGeom prst="rect">
            <a:avLst/>
          </a:prstGeom>
        </p:spPr>
      </p:pic>
      <p:sp>
        <p:nvSpPr>
          <p:cNvPr id="7" name="CuadroTexto 6">
            <a:extLst>
              <a:ext uri="{FF2B5EF4-FFF2-40B4-BE49-F238E27FC236}">
                <a16:creationId xmlns:a16="http://schemas.microsoft.com/office/drawing/2014/main" id="{577DF57E-FFF8-193D-DBA7-9688C66CFEBA}"/>
              </a:ext>
            </a:extLst>
          </p:cNvPr>
          <p:cNvSpPr txBox="1"/>
          <p:nvPr/>
        </p:nvSpPr>
        <p:spPr>
          <a:xfrm>
            <a:off x="0" y="6067652"/>
            <a:ext cx="4964905" cy="707886"/>
          </a:xfrm>
          <a:prstGeom prst="rect">
            <a:avLst/>
          </a:prstGeom>
          <a:noFill/>
        </p:spPr>
        <p:txBody>
          <a:bodyPr wrap="square" rtlCol="0">
            <a:spAutoFit/>
          </a:bodyPr>
          <a:lstStyle/>
          <a:p>
            <a:r>
              <a:rPr lang="es-ES" sz="2000" dirty="0">
                <a:latin typeface="Amasis MT Pro" panose="02040504050005020304" pitchFamily="18" charset="0"/>
              </a:rPr>
              <a:t>J. Aguirre, F. </a:t>
            </a:r>
            <a:r>
              <a:rPr lang="es-ES" sz="2000" dirty="0" err="1">
                <a:latin typeface="Amasis MT Pro" panose="02040504050005020304" pitchFamily="18" charset="0"/>
              </a:rPr>
              <a:t>d’Ovidio</a:t>
            </a:r>
            <a:r>
              <a:rPr lang="es-ES" sz="2000" dirty="0">
                <a:latin typeface="Amasis MT Pro" panose="02040504050005020304" pitchFamily="18" charset="0"/>
              </a:rPr>
              <a:t>, and M. A. F. Sanjuán, </a:t>
            </a:r>
            <a:r>
              <a:rPr lang="es-ES" sz="2000" dirty="0" err="1">
                <a:latin typeface="Amasis MT Pro" panose="02040504050005020304" pitchFamily="18" charset="0"/>
              </a:rPr>
              <a:t>Phys</a:t>
            </a:r>
            <a:r>
              <a:rPr lang="es-ES" sz="2000" dirty="0">
                <a:latin typeface="Amasis MT Pro" panose="02040504050005020304" pitchFamily="18" charset="0"/>
              </a:rPr>
              <a:t>. Rev. E </a:t>
            </a:r>
            <a:r>
              <a:rPr lang="es-ES" sz="2000" b="1" dirty="0">
                <a:latin typeface="Amasis MT Pro" panose="02040504050005020304" pitchFamily="18" charset="0"/>
              </a:rPr>
              <a:t>69,</a:t>
            </a:r>
            <a:r>
              <a:rPr lang="es-ES" sz="2000" dirty="0">
                <a:latin typeface="Amasis MT Pro" panose="02040504050005020304" pitchFamily="18" charset="0"/>
              </a:rPr>
              <a:t> 016203 (2004)</a:t>
            </a:r>
          </a:p>
        </p:txBody>
      </p:sp>
      <p:sp>
        <p:nvSpPr>
          <p:cNvPr id="9" name="Rectángulo: esquinas redondeadas 8">
            <a:extLst>
              <a:ext uri="{FF2B5EF4-FFF2-40B4-BE49-F238E27FC236}">
                <a16:creationId xmlns:a16="http://schemas.microsoft.com/office/drawing/2014/main" id="{F082DAD5-C155-80C6-31F3-3824A9AE93FE}"/>
              </a:ext>
            </a:extLst>
          </p:cNvPr>
          <p:cNvSpPr/>
          <p:nvPr/>
        </p:nvSpPr>
        <p:spPr>
          <a:xfrm>
            <a:off x="0" y="5990072"/>
            <a:ext cx="4964905" cy="863046"/>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8" name="Marcador de número de diapositiva 7">
            <a:extLst>
              <a:ext uri="{FF2B5EF4-FFF2-40B4-BE49-F238E27FC236}">
                <a16:creationId xmlns:a16="http://schemas.microsoft.com/office/drawing/2014/main" id="{418EBC51-6C81-31CC-EFA4-CF4802F04950}"/>
              </a:ext>
            </a:extLst>
          </p:cNvPr>
          <p:cNvSpPr>
            <a:spLocks noGrp="1"/>
          </p:cNvSpPr>
          <p:nvPr>
            <p:ph type="sldNum" sz="quarter" idx="12"/>
          </p:nvPr>
        </p:nvSpPr>
        <p:spPr/>
        <p:txBody>
          <a:bodyPr/>
          <a:lstStyle/>
          <a:p>
            <a:fld id="{CC057153-B650-4DEB-B370-79DDCFDCE934}" type="slidenum">
              <a:rPr lang="en-US" smtClean="0"/>
              <a:pPr/>
              <a:t>4</a:t>
            </a:fld>
            <a:r>
              <a:rPr lang="en-US"/>
              <a:t> / 57</a:t>
            </a:r>
            <a:endParaRPr lang="en-US" dirty="0"/>
          </a:p>
        </p:txBody>
      </p:sp>
    </p:spTree>
    <p:extLst>
      <p:ext uri="{BB962C8B-B14F-4D97-AF65-F5344CB8AC3E}">
        <p14:creationId xmlns:p14="http://schemas.microsoft.com/office/powerpoint/2010/main" val="447890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8B071-DCF6-ABC1-B062-A9F6DCDFFB0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F92BCE5-4796-BA4C-1555-BA6A58204DD4}"/>
              </a:ext>
            </a:extLst>
          </p:cNvPr>
          <p:cNvSpPr txBox="1"/>
          <p:nvPr/>
        </p:nvSpPr>
        <p:spPr>
          <a:xfrm>
            <a:off x="0" y="1940137"/>
            <a:ext cx="9144000" cy="2308324"/>
          </a:xfrm>
          <a:prstGeom prst="rect">
            <a:avLst/>
          </a:prstGeom>
          <a:noFill/>
        </p:spPr>
        <p:txBody>
          <a:bodyPr wrap="square" rtlCol="0">
            <a:spAutoFit/>
          </a:bodyPr>
          <a:lstStyle/>
          <a:p>
            <a:pPr algn="ctr"/>
            <a:r>
              <a:rPr lang="en-US" sz="4800" b="1" dirty="0">
                <a:solidFill>
                  <a:srgbClr val="0070C0"/>
                </a:solidFill>
                <a:latin typeface="Amasis MT Pro Light" panose="02040304050005020304" pitchFamily="18" charset="0"/>
                <a:cs typeface="Adobe Devanagari" panose="02040503050201020203" pitchFamily="18" charset="0"/>
              </a:rPr>
              <a:t>Time-dependent effects hinder cooperation on the public goods game</a:t>
            </a:r>
          </a:p>
        </p:txBody>
      </p:sp>
      <p:sp>
        <p:nvSpPr>
          <p:cNvPr id="3" name="Rectángulo: esquinas redondeadas 2">
            <a:extLst>
              <a:ext uri="{FF2B5EF4-FFF2-40B4-BE49-F238E27FC236}">
                <a16:creationId xmlns:a16="http://schemas.microsoft.com/office/drawing/2014/main" id="{309F9282-0B70-BCDC-7B98-DB97F935B682}"/>
              </a:ext>
            </a:extLst>
          </p:cNvPr>
          <p:cNvSpPr/>
          <p:nvPr/>
        </p:nvSpPr>
        <p:spPr>
          <a:xfrm>
            <a:off x="742950" y="4800600"/>
            <a:ext cx="7724775" cy="1494971"/>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5" name="CuadroTexto 4">
            <a:extLst>
              <a:ext uri="{FF2B5EF4-FFF2-40B4-BE49-F238E27FC236}">
                <a16:creationId xmlns:a16="http://schemas.microsoft.com/office/drawing/2014/main" id="{B19DA592-9B9A-14D5-A007-A834FD34E7B8}"/>
              </a:ext>
            </a:extLst>
          </p:cNvPr>
          <p:cNvSpPr txBox="1"/>
          <p:nvPr/>
        </p:nvSpPr>
        <p:spPr>
          <a:xfrm>
            <a:off x="742949" y="4947920"/>
            <a:ext cx="7724776" cy="1200329"/>
          </a:xfrm>
          <a:prstGeom prst="rect">
            <a:avLst/>
          </a:prstGeom>
          <a:noFill/>
        </p:spPr>
        <p:txBody>
          <a:bodyPr wrap="square" rtlCol="0">
            <a:spAutoFit/>
          </a:bodyPr>
          <a:lstStyle/>
          <a:p>
            <a:pPr algn="ctr"/>
            <a:r>
              <a:rPr lang="en-US" sz="3600" b="0" i="0" u="none" strike="noStrike" baseline="0" dirty="0">
                <a:latin typeface="Amasis MT Pro" panose="02040504050005020304" pitchFamily="18" charset="0"/>
              </a:rPr>
              <a:t>G. Alfaro and M. A. F. Sanjuán, Chaos Solitons Fractals </a:t>
            </a:r>
            <a:r>
              <a:rPr lang="en-US" sz="3600" b="1" i="0" u="none" strike="noStrike" baseline="0" dirty="0">
                <a:latin typeface="Amasis MT Pro" panose="02040504050005020304" pitchFamily="18" charset="0"/>
              </a:rPr>
              <a:t>160</a:t>
            </a:r>
            <a:r>
              <a:rPr lang="en-US" sz="3600" b="0" i="0" u="none" strike="noStrike" baseline="0" dirty="0">
                <a:latin typeface="Amasis MT Pro" panose="02040504050005020304" pitchFamily="18" charset="0"/>
              </a:rPr>
              <a:t>, 112206 (2022)</a:t>
            </a:r>
            <a:endParaRPr lang="es-ES" sz="3600" dirty="0">
              <a:latin typeface="Amasis MT Pro" panose="02040504050005020304" pitchFamily="18" charset="0"/>
            </a:endParaRPr>
          </a:p>
        </p:txBody>
      </p:sp>
      <p:sp>
        <p:nvSpPr>
          <p:cNvPr id="7" name="Marcador de número de diapositiva 6">
            <a:extLst>
              <a:ext uri="{FF2B5EF4-FFF2-40B4-BE49-F238E27FC236}">
                <a16:creationId xmlns:a16="http://schemas.microsoft.com/office/drawing/2014/main" id="{97361D61-556D-F715-2540-5429A3EE332A}"/>
              </a:ext>
            </a:extLst>
          </p:cNvPr>
          <p:cNvSpPr>
            <a:spLocks noGrp="1"/>
          </p:cNvSpPr>
          <p:nvPr>
            <p:ph type="sldNum" sz="quarter" idx="12"/>
          </p:nvPr>
        </p:nvSpPr>
        <p:spPr/>
        <p:txBody>
          <a:bodyPr/>
          <a:lstStyle/>
          <a:p>
            <a:fld id="{CC057153-B650-4DEB-B370-79DDCFDCE934}" type="slidenum">
              <a:rPr lang="en-US" smtClean="0"/>
              <a:pPr/>
              <a:t>5</a:t>
            </a:fld>
            <a:r>
              <a:rPr lang="en-US"/>
              <a:t> / 57</a:t>
            </a:r>
            <a:endParaRPr lang="en-US" dirty="0"/>
          </a:p>
        </p:txBody>
      </p:sp>
    </p:spTree>
    <p:extLst>
      <p:ext uri="{BB962C8B-B14F-4D97-AF65-F5344CB8AC3E}">
        <p14:creationId xmlns:p14="http://schemas.microsoft.com/office/powerpoint/2010/main" val="3389424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A9DFBBD-D576-56C7-A96A-0F864CCAA6D2}"/>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Juegos sociales</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7" name="CuadroTexto 6">
            <a:extLst>
              <a:ext uri="{FF2B5EF4-FFF2-40B4-BE49-F238E27FC236}">
                <a16:creationId xmlns:a16="http://schemas.microsoft.com/office/drawing/2014/main" id="{FE9BCD80-B6F0-4C9A-92BA-3B9CC8572967}"/>
              </a:ext>
            </a:extLst>
          </p:cNvPr>
          <p:cNvSpPr txBox="1"/>
          <p:nvPr/>
        </p:nvSpPr>
        <p:spPr>
          <a:xfrm>
            <a:off x="-5694" y="5010484"/>
            <a:ext cx="9149693" cy="1754326"/>
          </a:xfrm>
          <a:prstGeom prst="rect">
            <a:avLst/>
          </a:prstGeom>
          <a:noFill/>
        </p:spPr>
        <p:txBody>
          <a:bodyPr wrap="square" rtlCol="0">
            <a:spAutoFit/>
          </a:bodyPr>
          <a:lstStyle/>
          <a:p>
            <a:pPr algn="ctr"/>
            <a:r>
              <a:rPr lang="es-ES" sz="3600" b="1" dirty="0">
                <a:latin typeface="Amasis MT Pro" panose="02040504050005020304" pitchFamily="18" charset="0"/>
              </a:rPr>
              <a:t>Objetivo</a:t>
            </a:r>
            <a:r>
              <a:rPr lang="es-ES" sz="3600" dirty="0">
                <a:latin typeface="Amasis MT Pro" panose="02040504050005020304" pitchFamily="18" charset="0"/>
              </a:rPr>
              <a:t>: Comprender comportamiento de las sociedades y la </a:t>
            </a:r>
            <a:r>
              <a:rPr lang="es-ES" sz="3600" dirty="0">
                <a:solidFill>
                  <a:srgbClr val="0070C0"/>
                </a:solidFill>
                <a:latin typeface="Amasis MT Pro" panose="02040504050005020304" pitchFamily="18" charset="0"/>
              </a:rPr>
              <a:t>cooperación</a:t>
            </a:r>
            <a:r>
              <a:rPr lang="es-ES" sz="3600" dirty="0">
                <a:latin typeface="Amasis MT Pro" panose="02040504050005020304" pitchFamily="18" charset="0"/>
              </a:rPr>
              <a:t> entre individuos</a:t>
            </a:r>
          </a:p>
        </p:txBody>
      </p:sp>
      <p:pic>
        <p:nvPicPr>
          <p:cNvPr id="8" name="Imagen 7">
            <a:extLst>
              <a:ext uri="{FF2B5EF4-FFF2-40B4-BE49-F238E27FC236}">
                <a16:creationId xmlns:a16="http://schemas.microsoft.com/office/drawing/2014/main" id="{659B8A2C-DD47-9402-D85A-9B9394922598}"/>
              </a:ext>
            </a:extLst>
          </p:cNvPr>
          <p:cNvPicPr>
            <a:picLocks noChangeAspect="1"/>
          </p:cNvPicPr>
          <p:nvPr/>
        </p:nvPicPr>
        <p:blipFill>
          <a:blip r:embed="rId3"/>
          <a:stretch>
            <a:fillRect/>
          </a:stretch>
        </p:blipFill>
        <p:spPr>
          <a:xfrm>
            <a:off x="1058626" y="1059024"/>
            <a:ext cx="7021051" cy="4044678"/>
          </a:xfrm>
          <a:prstGeom prst="rect">
            <a:avLst/>
          </a:prstGeom>
        </p:spPr>
      </p:pic>
      <p:sp>
        <p:nvSpPr>
          <p:cNvPr id="4" name="Marcador de número de diapositiva 3">
            <a:extLst>
              <a:ext uri="{FF2B5EF4-FFF2-40B4-BE49-F238E27FC236}">
                <a16:creationId xmlns:a16="http://schemas.microsoft.com/office/drawing/2014/main" id="{61EF9DD7-B674-B1D6-5CED-7FC384AC7649}"/>
              </a:ext>
            </a:extLst>
          </p:cNvPr>
          <p:cNvSpPr>
            <a:spLocks noGrp="1"/>
          </p:cNvSpPr>
          <p:nvPr>
            <p:ph type="sldNum" sz="quarter" idx="12"/>
          </p:nvPr>
        </p:nvSpPr>
        <p:spPr/>
        <p:txBody>
          <a:bodyPr/>
          <a:lstStyle/>
          <a:p>
            <a:fld id="{CC057153-B650-4DEB-B370-79DDCFDCE934}" type="slidenum">
              <a:rPr lang="en-US" smtClean="0"/>
              <a:pPr/>
              <a:t>6</a:t>
            </a:fld>
            <a:r>
              <a:rPr lang="en-US"/>
              <a:t> / 57</a:t>
            </a:r>
            <a:endParaRPr lang="en-US" dirty="0"/>
          </a:p>
        </p:txBody>
      </p:sp>
    </p:spTree>
    <p:extLst>
      <p:ext uri="{BB962C8B-B14F-4D97-AF65-F5344CB8AC3E}">
        <p14:creationId xmlns:p14="http://schemas.microsoft.com/office/powerpoint/2010/main" val="1830341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5ABA1-82E9-D762-82B8-F28D547A4A1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77F0E43-E61B-4CDF-75DA-6C0133C8FD97}"/>
              </a:ext>
            </a:extLst>
          </p:cNvPr>
          <p:cNvSpPr txBox="1"/>
          <p:nvPr/>
        </p:nvSpPr>
        <p:spPr>
          <a:xfrm>
            <a:off x="1633255" y="1168061"/>
            <a:ext cx="1589442" cy="1077218"/>
          </a:xfrm>
          <a:prstGeom prst="rect">
            <a:avLst/>
          </a:prstGeom>
          <a:noFill/>
        </p:spPr>
        <p:txBody>
          <a:bodyPr wrap="square" rtlCol="0">
            <a:spAutoFit/>
          </a:bodyPr>
          <a:lstStyle/>
          <a:p>
            <a:pPr algn="ctr"/>
            <a:r>
              <a:rPr lang="es-ES" sz="3200" dirty="0">
                <a:latin typeface="Amasis MT Pro" panose="02040504050005020304" pitchFamily="18" charset="0"/>
              </a:rPr>
              <a:t>Aptitud (fitness)</a:t>
            </a:r>
          </a:p>
        </p:txBody>
      </p:sp>
      <p:sp>
        <p:nvSpPr>
          <p:cNvPr id="5" name="CuadroTexto 4">
            <a:extLst>
              <a:ext uri="{FF2B5EF4-FFF2-40B4-BE49-F238E27FC236}">
                <a16:creationId xmlns:a16="http://schemas.microsoft.com/office/drawing/2014/main" id="{53F317F5-E355-8DC9-DC02-231B1C61C40B}"/>
              </a:ext>
            </a:extLst>
          </p:cNvPr>
          <p:cNvSpPr txBox="1"/>
          <p:nvPr/>
        </p:nvSpPr>
        <p:spPr>
          <a:xfrm>
            <a:off x="4730397" y="1168061"/>
            <a:ext cx="2705119" cy="1077218"/>
          </a:xfrm>
          <a:prstGeom prst="rect">
            <a:avLst/>
          </a:prstGeom>
          <a:noFill/>
        </p:spPr>
        <p:txBody>
          <a:bodyPr wrap="square" rtlCol="0">
            <a:spAutoFit/>
          </a:bodyPr>
          <a:lstStyle/>
          <a:p>
            <a:pPr algn="ctr"/>
            <a:r>
              <a:rPr lang="es-ES" sz="3200" dirty="0">
                <a:latin typeface="Amasis MT Pro" panose="02040504050005020304" pitchFamily="18" charset="0"/>
              </a:rPr>
              <a:t>Recompensa (</a:t>
            </a:r>
            <a:r>
              <a:rPr lang="es-ES" sz="3200" dirty="0" err="1">
                <a:latin typeface="Amasis MT Pro" panose="02040504050005020304" pitchFamily="18" charset="0"/>
              </a:rPr>
              <a:t>payoff</a:t>
            </a:r>
            <a:r>
              <a:rPr lang="es-ES" sz="3200" dirty="0">
                <a:latin typeface="Amasis MT Pro" panose="02040504050005020304" pitchFamily="18" charset="0"/>
              </a:rPr>
              <a:t>)</a:t>
            </a:r>
          </a:p>
        </p:txBody>
      </p:sp>
      <p:cxnSp>
        <p:nvCxnSpPr>
          <p:cNvPr id="7" name="Conector recto de flecha 6">
            <a:extLst>
              <a:ext uri="{FF2B5EF4-FFF2-40B4-BE49-F238E27FC236}">
                <a16:creationId xmlns:a16="http://schemas.microsoft.com/office/drawing/2014/main" id="{355CC1C1-CECC-9E54-30DA-A125A5325176}"/>
              </a:ext>
            </a:extLst>
          </p:cNvPr>
          <p:cNvCxnSpPr>
            <a:cxnSpLocks/>
          </p:cNvCxnSpPr>
          <p:nvPr/>
        </p:nvCxnSpPr>
        <p:spPr>
          <a:xfrm flipH="1">
            <a:off x="3395663" y="1706670"/>
            <a:ext cx="1133475"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132D9AA6-104F-106C-84BA-0DF2BFC17536}"/>
              </a:ext>
            </a:extLst>
          </p:cNvPr>
          <p:cNvSpPr txBox="1"/>
          <p:nvPr/>
        </p:nvSpPr>
        <p:spPr>
          <a:xfrm>
            <a:off x="5300662" y="2415384"/>
            <a:ext cx="3745366" cy="523220"/>
          </a:xfrm>
          <a:prstGeom prst="rect">
            <a:avLst/>
          </a:prstGeom>
          <a:noFill/>
        </p:spPr>
        <p:txBody>
          <a:bodyPr wrap="square" rtlCol="0">
            <a:spAutoFit/>
          </a:bodyPr>
          <a:lstStyle/>
          <a:p>
            <a:r>
              <a:rPr lang="es-ES" sz="2800" dirty="0">
                <a:latin typeface="Amasis MT Pro" panose="02040504050005020304" pitchFamily="18" charset="0"/>
              </a:rPr>
              <a:t>Estrategia propia</a:t>
            </a:r>
          </a:p>
        </p:txBody>
      </p:sp>
      <p:sp>
        <p:nvSpPr>
          <p:cNvPr id="9" name="CuadroTexto 8">
            <a:extLst>
              <a:ext uri="{FF2B5EF4-FFF2-40B4-BE49-F238E27FC236}">
                <a16:creationId xmlns:a16="http://schemas.microsoft.com/office/drawing/2014/main" id="{F0513A18-9959-C5FD-D0CF-ED0D1916E096}"/>
              </a:ext>
            </a:extLst>
          </p:cNvPr>
          <p:cNvSpPr txBox="1"/>
          <p:nvPr/>
        </p:nvSpPr>
        <p:spPr>
          <a:xfrm>
            <a:off x="5300662" y="3305710"/>
            <a:ext cx="3055938" cy="523220"/>
          </a:xfrm>
          <a:prstGeom prst="rect">
            <a:avLst/>
          </a:prstGeom>
          <a:noFill/>
        </p:spPr>
        <p:txBody>
          <a:bodyPr wrap="square" rtlCol="0">
            <a:spAutoFit/>
          </a:bodyPr>
          <a:lstStyle/>
          <a:p>
            <a:r>
              <a:rPr lang="es-ES" sz="2800" dirty="0">
                <a:latin typeface="Amasis MT Pro" panose="02040504050005020304" pitchFamily="18" charset="0"/>
              </a:rPr>
              <a:t>Estrategia vecinos</a:t>
            </a:r>
          </a:p>
        </p:txBody>
      </p:sp>
      <p:sp>
        <p:nvSpPr>
          <p:cNvPr id="12" name="CuadroTexto 11">
            <a:extLst>
              <a:ext uri="{FF2B5EF4-FFF2-40B4-BE49-F238E27FC236}">
                <a16:creationId xmlns:a16="http://schemas.microsoft.com/office/drawing/2014/main" id="{484E749A-AEF7-F277-9037-EBCF68863547}"/>
              </a:ext>
            </a:extLst>
          </p:cNvPr>
          <p:cNvSpPr txBox="1"/>
          <p:nvPr/>
        </p:nvSpPr>
        <p:spPr>
          <a:xfrm>
            <a:off x="689769" y="4354728"/>
            <a:ext cx="6745747" cy="584775"/>
          </a:xfrm>
          <a:prstGeom prst="rect">
            <a:avLst/>
          </a:prstGeom>
          <a:noFill/>
        </p:spPr>
        <p:txBody>
          <a:bodyPr wrap="square" rtlCol="0">
            <a:spAutoFit/>
          </a:bodyPr>
          <a:lstStyle/>
          <a:p>
            <a:r>
              <a:rPr lang="es-ES" sz="3200" dirty="0">
                <a:latin typeface="Amasis MT Pro" panose="02040504050005020304" pitchFamily="18" charset="0"/>
              </a:rPr>
              <a:t>Dinámica evolutiva: Imitación</a:t>
            </a:r>
          </a:p>
        </p:txBody>
      </p:sp>
      <p:cxnSp>
        <p:nvCxnSpPr>
          <p:cNvPr id="13" name="Conector recto de flecha 12">
            <a:extLst>
              <a:ext uri="{FF2B5EF4-FFF2-40B4-BE49-F238E27FC236}">
                <a16:creationId xmlns:a16="http://schemas.microsoft.com/office/drawing/2014/main" id="{FC0A184A-EDBD-F2B7-559D-306ADB2A47DE}"/>
              </a:ext>
            </a:extLst>
          </p:cNvPr>
          <p:cNvCxnSpPr>
            <a:cxnSpLocks/>
          </p:cNvCxnSpPr>
          <p:nvPr/>
        </p:nvCxnSpPr>
        <p:spPr>
          <a:xfrm>
            <a:off x="2427976" y="2504741"/>
            <a:ext cx="0" cy="1776413"/>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E779DAF9-F9AC-2618-1841-AE7175A11493}"/>
              </a:ext>
            </a:extLst>
          </p:cNvPr>
          <p:cNvPicPr>
            <a:picLocks noChangeAspect="1"/>
          </p:cNvPicPr>
          <p:nvPr/>
        </p:nvPicPr>
        <p:blipFill>
          <a:blip r:embed="rId3"/>
          <a:stretch>
            <a:fillRect/>
          </a:stretch>
        </p:blipFill>
        <p:spPr>
          <a:xfrm>
            <a:off x="1292150" y="5103116"/>
            <a:ext cx="6473976" cy="1206111"/>
          </a:xfrm>
          <a:prstGeom prst="rect">
            <a:avLst/>
          </a:prstGeom>
        </p:spPr>
      </p:pic>
      <p:pic>
        <p:nvPicPr>
          <p:cNvPr id="19" name="Imagen 18">
            <a:extLst>
              <a:ext uri="{FF2B5EF4-FFF2-40B4-BE49-F238E27FC236}">
                <a16:creationId xmlns:a16="http://schemas.microsoft.com/office/drawing/2014/main" id="{32674367-BEF8-AFEA-290D-DC9878A9AA60}"/>
              </a:ext>
            </a:extLst>
          </p:cNvPr>
          <p:cNvPicPr>
            <a:picLocks noChangeAspect="1"/>
          </p:cNvPicPr>
          <p:nvPr/>
        </p:nvPicPr>
        <p:blipFill>
          <a:blip r:embed="rId4"/>
          <a:stretch>
            <a:fillRect/>
          </a:stretch>
        </p:blipFill>
        <p:spPr>
          <a:xfrm>
            <a:off x="8179380" y="2498549"/>
            <a:ext cx="531483" cy="439999"/>
          </a:xfrm>
          <a:prstGeom prst="rect">
            <a:avLst/>
          </a:prstGeom>
        </p:spPr>
      </p:pic>
      <p:pic>
        <p:nvPicPr>
          <p:cNvPr id="21" name="Imagen 20">
            <a:extLst>
              <a:ext uri="{FF2B5EF4-FFF2-40B4-BE49-F238E27FC236}">
                <a16:creationId xmlns:a16="http://schemas.microsoft.com/office/drawing/2014/main" id="{E4421A86-9490-ED3F-0659-FCD1F9E2B7EB}"/>
              </a:ext>
            </a:extLst>
          </p:cNvPr>
          <p:cNvPicPr>
            <a:picLocks noChangeAspect="1"/>
          </p:cNvPicPr>
          <p:nvPr/>
        </p:nvPicPr>
        <p:blipFill>
          <a:blip r:embed="rId5"/>
          <a:stretch>
            <a:fillRect/>
          </a:stretch>
        </p:blipFill>
        <p:spPr>
          <a:xfrm>
            <a:off x="8308797" y="3305654"/>
            <a:ext cx="530602" cy="526307"/>
          </a:xfrm>
          <a:prstGeom prst="rect">
            <a:avLst/>
          </a:prstGeom>
        </p:spPr>
      </p:pic>
      <p:sp>
        <p:nvSpPr>
          <p:cNvPr id="14" name="CuadroTexto 13">
            <a:extLst>
              <a:ext uri="{FF2B5EF4-FFF2-40B4-BE49-F238E27FC236}">
                <a16:creationId xmlns:a16="http://schemas.microsoft.com/office/drawing/2014/main" id="{8BB3FB45-9113-0200-D692-163514E63A7D}"/>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Teoría evolutiva de juegos</a:t>
            </a:r>
            <a:endParaRPr lang="es-ES" sz="7200" b="1" dirty="0">
              <a:solidFill>
                <a:srgbClr val="0070C0"/>
              </a:solidFill>
              <a:latin typeface="Amasis MT Pro Light" panose="02040304050005020304" pitchFamily="18" charset="0"/>
              <a:cs typeface="Adobe Devanagari" panose="02040503050201020203" pitchFamily="18" charset="0"/>
            </a:endParaRPr>
          </a:p>
        </p:txBody>
      </p:sp>
      <p:pic>
        <p:nvPicPr>
          <p:cNvPr id="16" name="Imagen 15">
            <a:extLst>
              <a:ext uri="{FF2B5EF4-FFF2-40B4-BE49-F238E27FC236}">
                <a16:creationId xmlns:a16="http://schemas.microsoft.com/office/drawing/2014/main" id="{08CF6264-9612-DF7C-37F7-ACD704DC01B5}"/>
              </a:ext>
            </a:extLst>
          </p:cNvPr>
          <p:cNvPicPr>
            <a:picLocks noChangeAspect="1"/>
          </p:cNvPicPr>
          <p:nvPr/>
        </p:nvPicPr>
        <p:blipFill>
          <a:blip r:embed="rId6"/>
          <a:stretch>
            <a:fillRect/>
          </a:stretch>
        </p:blipFill>
        <p:spPr>
          <a:xfrm>
            <a:off x="7516973" y="1558310"/>
            <a:ext cx="655723" cy="617272"/>
          </a:xfrm>
          <a:prstGeom prst="rect">
            <a:avLst/>
          </a:prstGeom>
        </p:spPr>
      </p:pic>
      <p:sp>
        <p:nvSpPr>
          <p:cNvPr id="2" name="Rectángulo: esquinas redondeadas 1">
            <a:extLst>
              <a:ext uri="{FF2B5EF4-FFF2-40B4-BE49-F238E27FC236}">
                <a16:creationId xmlns:a16="http://schemas.microsoft.com/office/drawing/2014/main" id="{4BD8A62A-4554-1DB0-77FC-988DC7E841BD}"/>
              </a:ext>
            </a:extLst>
          </p:cNvPr>
          <p:cNvSpPr/>
          <p:nvPr/>
        </p:nvSpPr>
        <p:spPr>
          <a:xfrm>
            <a:off x="1163455" y="5085673"/>
            <a:ext cx="6811393" cy="1295442"/>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8" name="Conector: angular 17">
            <a:extLst>
              <a:ext uri="{FF2B5EF4-FFF2-40B4-BE49-F238E27FC236}">
                <a16:creationId xmlns:a16="http://schemas.microsoft.com/office/drawing/2014/main" id="{58460C1D-6DC9-F819-467B-3F3C8A736D98}"/>
              </a:ext>
            </a:extLst>
          </p:cNvPr>
          <p:cNvCxnSpPr>
            <a:cxnSpLocks/>
            <a:stCxn id="9" idx="1"/>
          </p:cNvCxnSpPr>
          <p:nvPr/>
        </p:nvCxnSpPr>
        <p:spPr>
          <a:xfrm rot="10800000">
            <a:off x="5083164" y="2312082"/>
            <a:ext cx="217498" cy="1255239"/>
          </a:xfrm>
          <a:prstGeom prst="bentConnector2">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FD4C75B3-C488-6799-0771-8905663C9843}"/>
              </a:ext>
            </a:extLst>
          </p:cNvPr>
          <p:cNvCxnSpPr>
            <a:cxnSpLocks/>
            <a:stCxn id="8" idx="1"/>
          </p:cNvCxnSpPr>
          <p:nvPr/>
        </p:nvCxnSpPr>
        <p:spPr>
          <a:xfrm flipH="1">
            <a:off x="5083164" y="2676994"/>
            <a:ext cx="21749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Marcador de número de diapositiva 21">
            <a:extLst>
              <a:ext uri="{FF2B5EF4-FFF2-40B4-BE49-F238E27FC236}">
                <a16:creationId xmlns:a16="http://schemas.microsoft.com/office/drawing/2014/main" id="{70BA4237-2AD5-39E3-74FD-048629751ECA}"/>
              </a:ext>
            </a:extLst>
          </p:cNvPr>
          <p:cNvSpPr>
            <a:spLocks noGrp="1"/>
          </p:cNvSpPr>
          <p:nvPr>
            <p:ph type="sldNum" sz="quarter" idx="12"/>
          </p:nvPr>
        </p:nvSpPr>
        <p:spPr/>
        <p:txBody>
          <a:bodyPr/>
          <a:lstStyle/>
          <a:p>
            <a:fld id="{CC057153-B650-4DEB-B370-79DDCFDCE934}" type="slidenum">
              <a:rPr lang="en-US" smtClean="0"/>
              <a:pPr/>
              <a:t>7</a:t>
            </a:fld>
            <a:r>
              <a:rPr lang="en-US"/>
              <a:t> / 57</a:t>
            </a:r>
            <a:endParaRPr lang="en-US" dirty="0"/>
          </a:p>
        </p:txBody>
      </p:sp>
    </p:spTree>
    <p:extLst>
      <p:ext uri="{BB962C8B-B14F-4D97-AF65-F5344CB8AC3E}">
        <p14:creationId xmlns:p14="http://schemas.microsoft.com/office/powerpoint/2010/main" val="3963325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FC23B-A6A7-DD93-D920-BEBF2EAB80E0}"/>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7DB6F80B-0C23-F2DF-9E4C-BC4EA729A188}"/>
              </a:ext>
            </a:extLst>
          </p:cNvPr>
          <p:cNvPicPr>
            <a:picLocks noChangeAspect="1"/>
          </p:cNvPicPr>
          <p:nvPr/>
        </p:nvPicPr>
        <p:blipFill>
          <a:blip r:embed="rId3"/>
          <a:stretch>
            <a:fillRect/>
          </a:stretch>
        </p:blipFill>
        <p:spPr>
          <a:xfrm>
            <a:off x="1294998" y="1281055"/>
            <a:ext cx="6473976" cy="1206111"/>
          </a:xfrm>
          <a:prstGeom prst="rect">
            <a:avLst/>
          </a:prstGeom>
        </p:spPr>
      </p:pic>
      <p:sp>
        <p:nvSpPr>
          <p:cNvPr id="14" name="CuadroTexto 13">
            <a:extLst>
              <a:ext uri="{FF2B5EF4-FFF2-40B4-BE49-F238E27FC236}">
                <a16:creationId xmlns:a16="http://schemas.microsoft.com/office/drawing/2014/main" id="{51159D44-F95A-9CFA-3B5D-AB1CFA319C73}"/>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Teoría evolutiva de juegos</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2" name="Rectángulo: esquinas redondeadas 1">
            <a:extLst>
              <a:ext uri="{FF2B5EF4-FFF2-40B4-BE49-F238E27FC236}">
                <a16:creationId xmlns:a16="http://schemas.microsoft.com/office/drawing/2014/main" id="{2C55D8AB-A1E2-35D5-120F-7ABAB328B76E}"/>
              </a:ext>
            </a:extLst>
          </p:cNvPr>
          <p:cNvSpPr/>
          <p:nvPr/>
        </p:nvSpPr>
        <p:spPr>
          <a:xfrm>
            <a:off x="1166303" y="1263612"/>
            <a:ext cx="6811393" cy="1295442"/>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C53ADCE1-F7C0-3C48-A86B-198458E2545E}"/>
              </a:ext>
            </a:extLst>
          </p:cNvPr>
          <p:cNvSpPr txBox="1"/>
          <p:nvPr/>
        </p:nvSpPr>
        <p:spPr>
          <a:xfrm>
            <a:off x="6208845" y="2909063"/>
            <a:ext cx="1524709" cy="523220"/>
          </a:xfrm>
          <a:prstGeom prst="rect">
            <a:avLst/>
          </a:prstGeom>
          <a:noFill/>
        </p:spPr>
        <p:txBody>
          <a:bodyPr wrap="square" rtlCol="0">
            <a:spAutoFit/>
          </a:bodyPr>
          <a:lstStyle/>
          <a:p>
            <a:pPr algn="ctr"/>
            <a:r>
              <a:rPr lang="es-ES" sz="2800" dirty="0">
                <a:latin typeface="Amasis MT Pro" panose="02040504050005020304" pitchFamily="18" charset="0"/>
              </a:rPr>
              <a:t>K = 0.5</a:t>
            </a:r>
          </a:p>
        </p:txBody>
      </p:sp>
      <p:sp>
        <p:nvSpPr>
          <p:cNvPr id="22" name="CuadroTexto 21">
            <a:extLst>
              <a:ext uri="{FF2B5EF4-FFF2-40B4-BE49-F238E27FC236}">
                <a16:creationId xmlns:a16="http://schemas.microsoft.com/office/drawing/2014/main" id="{50543034-260A-8688-979E-578F5A656694}"/>
              </a:ext>
            </a:extLst>
          </p:cNvPr>
          <p:cNvSpPr txBox="1"/>
          <p:nvPr/>
        </p:nvSpPr>
        <p:spPr>
          <a:xfrm>
            <a:off x="2308787" y="2905780"/>
            <a:ext cx="1524709" cy="523220"/>
          </a:xfrm>
          <a:prstGeom prst="rect">
            <a:avLst/>
          </a:prstGeom>
          <a:noFill/>
        </p:spPr>
        <p:txBody>
          <a:bodyPr wrap="square" rtlCol="0">
            <a:spAutoFit/>
          </a:bodyPr>
          <a:lstStyle/>
          <a:p>
            <a:pPr algn="ctr"/>
            <a:r>
              <a:rPr lang="es-ES" sz="2800" dirty="0">
                <a:latin typeface="Amasis MT Pro" panose="02040504050005020304" pitchFamily="18" charset="0"/>
              </a:rPr>
              <a:t>K = 0</a:t>
            </a:r>
          </a:p>
        </p:txBody>
      </p:sp>
      <p:pic>
        <p:nvPicPr>
          <p:cNvPr id="24" name="Imagen 23" descr="Gráfico&#10;&#10;El contenido generado por IA puede ser incorrecto.">
            <a:extLst>
              <a:ext uri="{FF2B5EF4-FFF2-40B4-BE49-F238E27FC236}">
                <a16:creationId xmlns:a16="http://schemas.microsoft.com/office/drawing/2014/main" id="{60078630-68EC-6AF1-8A40-DC22B6817C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1102" y="3676346"/>
            <a:ext cx="4028458" cy="2685639"/>
          </a:xfrm>
          <a:prstGeom prst="rect">
            <a:avLst/>
          </a:prstGeom>
        </p:spPr>
      </p:pic>
      <p:pic>
        <p:nvPicPr>
          <p:cNvPr id="26" name="Imagen 25" descr="Gráfico, Histograma&#10;&#10;El contenido generado por IA puede ser incorrecto.">
            <a:extLst>
              <a:ext uri="{FF2B5EF4-FFF2-40B4-BE49-F238E27FC236}">
                <a16:creationId xmlns:a16="http://schemas.microsoft.com/office/drawing/2014/main" id="{F5236F41-95C9-A3C0-95C6-A03E64A2D8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644" y="3676346"/>
            <a:ext cx="4028458" cy="2685639"/>
          </a:xfrm>
          <a:prstGeom prst="rect">
            <a:avLst/>
          </a:prstGeom>
        </p:spPr>
      </p:pic>
      <p:sp>
        <p:nvSpPr>
          <p:cNvPr id="28" name="Marcador de número de diapositiva 27">
            <a:extLst>
              <a:ext uri="{FF2B5EF4-FFF2-40B4-BE49-F238E27FC236}">
                <a16:creationId xmlns:a16="http://schemas.microsoft.com/office/drawing/2014/main" id="{6A7A614F-347D-4069-F8CE-2FBDC250E488}"/>
              </a:ext>
            </a:extLst>
          </p:cNvPr>
          <p:cNvSpPr>
            <a:spLocks noGrp="1"/>
          </p:cNvSpPr>
          <p:nvPr>
            <p:ph type="sldNum" sz="quarter" idx="12"/>
          </p:nvPr>
        </p:nvSpPr>
        <p:spPr/>
        <p:txBody>
          <a:bodyPr/>
          <a:lstStyle/>
          <a:p>
            <a:fld id="{CC057153-B650-4DEB-B370-79DDCFDCE934}" type="slidenum">
              <a:rPr lang="en-US" smtClean="0"/>
              <a:pPr/>
              <a:t>8</a:t>
            </a:fld>
            <a:r>
              <a:rPr lang="en-US"/>
              <a:t> / 57</a:t>
            </a:r>
            <a:endParaRPr lang="en-US" dirty="0"/>
          </a:p>
        </p:txBody>
      </p:sp>
    </p:spTree>
    <p:extLst>
      <p:ext uri="{BB962C8B-B14F-4D97-AF65-F5344CB8AC3E}">
        <p14:creationId xmlns:p14="http://schemas.microsoft.com/office/powerpoint/2010/main" val="2456026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A7B6D-B382-1EDE-49C0-29736F4D83AF}"/>
            </a:ext>
          </a:extLst>
        </p:cNvPr>
        <p:cNvGrpSpPr/>
        <p:nvPr/>
      </p:nvGrpSpPr>
      <p:grpSpPr>
        <a:xfrm>
          <a:off x="0" y="0"/>
          <a:ext cx="0" cy="0"/>
          <a:chOff x="0" y="0"/>
          <a:chExt cx="0" cy="0"/>
        </a:xfrm>
      </p:grpSpPr>
      <p:sp>
        <p:nvSpPr>
          <p:cNvPr id="16" name="Elipse 15">
            <a:extLst>
              <a:ext uri="{FF2B5EF4-FFF2-40B4-BE49-F238E27FC236}">
                <a16:creationId xmlns:a16="http://schemas.microsoft.com/office/drawing/2014/main" id="{C239B0FD-5618-A425-63B9-9CFD3E0DF6A5}"/>
              </a:ext>
            </a:extLst>
          </p:cNvPr>
          <p:cNvSpPr/>
          <p:nvPr/>
        </p:nvSpPr>
        <p:spPr>
          <a:xfrm>
            <a:off x="3406346" y="2302868"/>
            <a:ext cx="2411730" cy="2411730"/>
          </a:xfrm>
          <a:prstGeom prst="ellipse">
            <a:avLst/>
          </a:prstGeom>
          <a:solidFill>
            <a:schemeClr val="bg2"/>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7" name="CuadroTexto 16">
            <a:extLst>
              <a:ext uri="{FF2B5EF4-FFF2-40B4-BE49-F238E27FC236}">
                <a16:creationId xmlns:a16="http://schemas.microsoft.com/office/drawing/2014/main" id="{0BDD4EB0-370F-8B63-BFEA-F3E18727CA57}"/>
              </a:ext>
            </a:extLst>
          </p:cNvPr>
          <p:cNvSpPr txBox="1"/>
          <p:nvPr/>
        </p:nvSpPr>
        <p:spPr>
          <a:xfrm>
            <a:off x="3760574" y="2731300"/>
            <a:ext cx="1703273" cy="830997"/>
          </a:xfrm>
          <a:prstGeom prst="rect">
            <a:avLst/>
          </a:prstGeom>
          <a:noFill/>
          <a:ln>
            <a:noFill/>
          </a:ln>
        </p:spPr>
        <p:txBody>
          <a:bodyPr wrap="square" rtlCol="0">
            <a:spAutoFit/>
          </a:bodyPr>
          <a:lstStyle/>
          <a:p>
            <a:pPr algn="ctr"/>
            <a:r>
              <a:rPr lang="es-ES" sz="2400" dirty="0">
                <a:latin typeface="Amasis MT Pro" panose="02040504050005020304" pitchFamily="18" charset="0"/>
              </a:rPr>
              <a:t>Bien Público</a:t>
            </a:r>
          </a:p>
        </p:txBody>
      </p:sp>
      <p:sp>
        <p:nvSpPr>
          <p:cNvPr id="20" name="Flecha: curvada hacia abajo 19">
            <a:extLst>
              <a:ext uri="{FF2B5EF4-FFF2-40B4-BE49-F238E27FC236}">
                <a16:creationId xmlns:a16="http://schemas.microsoft.com/office/drawing/2014/main" id="{35A03C9D-CD39-9BDE-347B-25BBC5E3DB86}"/>
              </a:ext>
            </a:extLst>
          </p:cNvPr>
          <p:cNvSpPr/>
          <p:nvPr/>
        </p:nvSpPr>
        <p:spPr>
          <a:xfrm rot="2075034">
            <a:off x="3244230" y="1518791"/>
            <a:ext cx="946976" cy="474304"/>
          </a:xfrm>
          <a:prstGeom prst="curvedDown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132F82A7-BC12-96AA-DF22-F1596708B1F3}"/>
                  </a:ext>
                </a:extLst>
              </p:cNvPr>
              <p:cNvSpPr txBox="1"/>
              <p:nvPr/>
            </p:nvSpPr>
            <p:spPr>
              <a:xfrm>
                <a:off x="1498874" y="2645430"/>
                <a:ext cx="6768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solidFill>
                                <a:srgbClr val="0070C0"/>
                              </a:solidFill>
                              <a:latin typeface="Cambria Math" panose="02040503050406030204" pitchFamily="18" charset="0"/>
                            </a:rPr>
                          </m:ctrlPr>
                        </m:sSubPr>
                        <m:e>
                          <m:sSup>
                            <m:sSupPr>
                              <m:ctrlPr>
                                <a:rPr lang="es-ES" sz="2400" i="1">
                                  <a:solidFill>
                                    <a:srgbClr val="0070C0"/>
                                  </a:solidFill>
                                  <a:latin typeface="Cambria Math" panose="02040503050406030204" pitchFamily="18" charset="0"/>
                                </a:rPr>
                              </m:ctrlPr>
                            </m:sSupPr>
                            <m:e>
                              <m:r>
                                <a:rPr lang="es-ES" sz="2400" i="1">
                                  <a:solidFill>
                                    <a:srgbClr val="0070C0"/>
                                  </a:solidFill>
                                  <a:latin typeface="Cambria Math" panose="02040503050406030204" pitchFamily="18" charset="0"/>
                                </a:rPr>
                                <m:t>𝑁</m:t>
                              </m:r>
                            </m:e>
                            <m:sup>
                              <m:r>
                                <a:rPr lang="es-ES" sz="2400" i="1">
                                  <a:solidFill>
                                    <a:srgbClr val="0070C0"/>
                                  </a:solidFill>
                                  <a:latin typeface="Cambria Math" panose="02040503050406030204" pitchFamily="18" charset="0"/>
                                </a:rPr>
                                <m:t>𝑔</m:t>
                              </m:r>
                            </m:sup>
                          </m:sSup>
                        </m:e>
                        <m:sub>
                          <m:r>
                            <a:rPr lang="es-ES" sz="2400" i="1">
                              <a:solidFill>
                                <a:srgbClr val="0070C0"/>
                              </a:solidFill>
                              <a:latin typeface="Cambria Math" panose="02040503050406030204" pitchFamily="18" charset="0"/>
                            </a:rPr>
                            <m:t>𝐶</m:t>
                          </m:r>
                        </m:sub>
                      </m:sSub>
                    </m:oMath>
                  </m:oMathPara>
                </a14:m>
                <a:endParaRPr lang="es-ES" sz="1350" dirty="0"/>
              </a:p>
            </p:txBody>
          </p:sp>
        </mc:Choice>
        <mc:Fallback xmlns="">
          <p:sp>
            <p:nvSpPr>
              <p:cNvPr id="22" name="CuadroTexto 21">
                <a:extLst>
                  <a:ext uri="{FF2B5EF4-FFF2-40B4-BE49-F238E27FC236}">
                    <a16:creationId xmlns:a16="http://schemas.microsoft.com/office/drawing/2014/main" id="{132F82A7-BC12-96AA-DF22-F1596708B1F3}"/>
                  </a:ext>
                </a:extLst>
              </p:cNvPr>
              <p:cNvSpPr txBox="1">
                <a:spLocks noRot="1" noChangeAspect="1" noMove="1" noResize="1" noEditPoints="1" noAdjustHandles="1" noChangeArrowheads="1" noChangeShapeType="1" noTextEdit="1"/>
              </p:cNvSpPr>
              <p:nvPr/>
            </p:nvSpPr>
            <p:spPr>
              <a:xfrm>
                <a:off x="1498874" y="2645430"/>
                <a:ext cx="676852" cy="461665"/>
              </a:xfrm>
              <a:prstGeom prst="rect">
                <a:avLst/>
              </a:prstGeom>
              <a:blipFill>
                <a:blip r:embed="rId3"/>
                <a:stretch>
                  <a:fillRect l="-2703" r="-3604" b="-263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B14190DD-B795-71FC-B798-53F4DAA2284F}"/>
                  </a:ext>
                </a:extLst>
              </p:cNvPr>
              <p:cNvSpPr txBox="1"/>
              <p:nvPr/>
            </p:nvSpPr>
            <p:spPr>
              <a:xfrm>
                <a:off x="6654159" y="3905643"/>
                <a:ext cx="72257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solidFill>
                                <a:schemeClr val="accent5"/>
                              </a:solidFill>
                              <a:latin typeface="Cambria Math" panose="02040503050406030204" pitchFamily="18" charset="0"/>
                            </a:rPr>
                          </m:ctrlPr>
                        </m:sSubPr>
                        <m:e>
                          <m:sSup>
                            <m:sSupPr>
                              <m:ctrlPr>
                                <a:rPr lang="es-ES" sz="2400" i="1">
                                  <a:solidFill>
                                    <a:schemeClr val="accent5"/>
                                  </a:solidFill>
                                  <a:latin typeface="Cambria Math" panose="02040503050406030204" pitchFamily="18" charset="0"/>
                                </a:rPr>
                              </m:ctrlPr>
                            </m:sSupPr>
                            <m:e>
                              <m:r>
                                <a:rPr lang="es-ES" sz="2400" i="1">
                                  <a:solidFill>
                                    <a:schemeClr val="accent5"/>
                                  </a:solidFill>
                                  <a:latin typeface="Cambria Math" panose="02040503050406030204" pitchFamily="18" charset="0"/>
                                </a:rPr>
                                <m:t>𝑁</m:t>
                              </m:r>
                            </m:e>
                            <m:sup>
                              <m:r>
                                <a:rPr lang="es-ES" sz="2400" i="1">
                                  <a:solidFill>
                                    <a:schemeClr val="accent5"/>
                                  </a:solidFill>
                                  <a:latin typeface="Cambria Math" panose="02040503050406030204" pitchFamily="18" charset="0"/>
                                </a:rPr>
                                <m:t>𝑔</m:t>
                              </m:r>
                            </m:sup>
                          </m:sSup>
                        </m:e>
                        <m:sub>
                          <m:r>
                            <a:rPr lang="es-ES" sz="2400" i="1">
                              <a:solidFill>
                                <a:schemeClr val="accent5"/>
                              </a:solidFill>
                              <a:latin typeface="Cambria Math" panose="02040503050406030204" pitchFamily="18" charset="0"/>
                            </a:rPr>
                            <m:t>𝐷</m:t>
                          </m:r>
                        </m:sub>
                      </m:sSub>
                    </m:oMath>
                  </m:oMathPara>
                </a14:m>
                <a:endParaRPr lang="es-ES" sz="1350" dirty="0"/>
              </a:p>
            </p:txBody>
          </p:sp>
        </mc:Choice>
        <mc:Fallback xmlns="">
          <p:sp>
            <p:nvSpPr>
              <p:cNvPr id="41" name="CuadroTexto 40">
                <a:extLst>
                  <a:ext uri="{FF2B5EF4-FFF2-40B4-BE49-F238E27FC236}">
                    <a16:creationId xmlns:a16="http://schemas.microsoft.com/office/drawing/2014/main" id="{B14190DD-B795-71FC-B798-53F4DAA2284F}"/>
                  </a:ext>
                </a:extLst>
              </p:cNvPr>
              <p:cNvSpPr txBox="1">
                <a:spLocks noRot="1" noChangeAspect="1" noMove="1" noResize="1" noEditPoints="1" noAdjustHandles="1" noChangeArrowheads="1" noChangeShapeType="1" noTextEdit="1"/>
              </p:cNvSpPr>
              <p:nvPr/>
            </p:nvSpPr>
            <p:spPr>
              <a:xfrm>
                <a:off x="6654159" y="3905643"/>
                <a:ext cx="722572" cy="461665"/>
              </a:xfrm>
              <a:prstGeom prst="rect">
                <a:avLst/>
              </a:prstGeom>
              <a:blipFill>
                <a:blip r:embed="rId4"/>
                <a:stretch>
                  <a:fillRect l="-2542" r="-847" b="-2667"/>
                </a:stretch>
              </a:blipFill>
            </p:spPr>
            <p:txBody>
              <a:bodyPr/>
              <a:lstStyle/>
              <a:p>
                <a:r>
                  <a:rPr lang="es-ES">
                    <a:noFill/>
                  </a:rPr>
                  <a:t> </a:t>
                </a:r>
              </a:p>
            </p:txBody>
          </p:sp>
        </mc:Fallback>
      </mc:AlternateContent>
      <p:pic>
        <p:nvPicPr>
          <p:cNvPr id="30" name="Imagen 29">
            <a:extLst>
              <a:ext uri="{FF2B5EF4-FFF2-40B4-BE49-F238E27FC236}">
                <a16:creationId xmlns:a16="http://schemas.microsoft.com/office/drawing/2014/main" id="{63A68F1D-8A07-4819-BE06-F87F6B461FA4}"/>
              </a:ext>
            </a:extLst>
          </p:cNvPr>
          <p:cNvPicPr>
            <a:picLocks noChangeAspect="1"/>
          </p:cNvPicPr>
          <p:nvPr/>
        </p:nvPicPr>
        <p:blipFill>
          <a:blip r:embed="rId5"/>
          <a:stretch>
            <a:fillRect/>
          </a:stretch>
        </p:blipFill>
        <p:spPr>
          <a:xfrm>
            <a:off x="6232225" y="2538471"/>
            <a:ext cx="1445915" cy="1414176"/>
          </a:xfrm>
          <a:prstGeom prst="rect">
            <a:avLst/>
          </a:prstGeom>
        </p:spPr>
      </p:pic>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1073E0CE-332C-4D4C-72BB-8BFD6E7F5720}"/>
                  </a:ext>
                </a:extLst>
              </p:cNvPr>
              <p:cNvSpPr txBox="1"/>
              <p:nvPr/>
            </p:nvSpPr>
            <p:spPr>
              <a:xfrm>
                <a:off x="3489043" y="3490982"/>
                <a:ext cx="550069" cy="461665"/>
              </a:xfrm>
              <a:prstGeom prst="rect">
                <a:avLst/>
              </a:prstGeom>
              <a:noFill/>
            </p:spPr>
            <p:txBody>
              <a:bodyPr wrap="square">
                <a:spAutoFit/>
              </a:bodyPr>
              <a:lstStyle/>
              <a:p>
                <a:pPr algn="ctr"/>
                <a14:m>
                  <m:oMath xmlns:m="http://schemas.openxmlformats.org/officeDocument/2006/math">
                    <m:r>
                      <a:rPr lang="es-ES" sz="2400" i="1" smtClean="0">
                        <a:solidFill>
                          <a:schemeClr val="tx1"/>
                        </a:solidFill>
                        <a:latin typeface="Cambria Math" panose="02040503050406030204" pitchFamily="18" charset="0"/>
                      </a:rPr>
                      <m:t>𝑟</m:t>
                    </m:r>
                    <m:r>
                      <a:rPr lang="es-ES" sz="2400" i="1">
                        <a:solidFill>
                          <a:schemeClr val="tx1"/>
                        </a:solidFill>
                        <a:latin typeface="Cambria Math" panose="02040503050406030204" pitchFamily="18" charset="0"/>
                        <a:ea typeface="Cambria Math" panose="02040503050406030204" pitchFamily="18" charset="0"/>
                      </a:rPr>
                      <m:t>×</m:t>
                    </m:r>
                  </m:oMath>
                </a14:m>
                <a:r>
                  <a:rPr lang="es-ES" sz="2400" dirty="0">
                    <a:solidFill>
                      <a:schemeClr val="tx1"/>
                    </a:solidFill>
                  </a:rPr>
                  <a:t> </a:t>
                </a:r>
              </a:p>
            </p:txBody>
          </p:sp>
        </mc:Choice>
        <mc:Fallback xmlns="">
          <p:sp>
            <p:nvSpPr>
              <p:cNvPr id="2" name="CuadroTexto 1">
                <a:extLst>
                  <a:ext uri="{FF2B5EF4-FFF2-40B4-BE49-F238E27FC236}">
                    <a16:creationId xmlns:a16="http://schemas.microsoft.com/office/drawing/2014/main" id="{1073E0CE-332C-4D4C-72BB-8BFD6E7F5720}"/>
                  </a:ext>
                </a:extLst>
              </p:cNvPr>
              <p:cNvSpPr txBox="1">
                <a:spLocks noRot="1" noChangeAspect="1" noMove="1" noResize="1" noEditPoints="1" noAdjustHandles="1" noChangeArrowheads="1" noChangeShapeType="1" noTextEdit="1"/>
              </p:cNvSpPr>
              <p:nvPr/>
            </p:nvSpPr>
            <p:spPr>
              <a:xfrm>
                <a:off x="3489043" y="3490982"/>
                <a:ext cx="550069" cy="461665"/>
              </a:xfrm>
              <a:prstGeom prst="rect">
                <a:avLst/>
              </a:prstGeom>
              <a:blipFill>
                <a:blip r:embed="rId7"/>
                <a:stretch>
                  <a:fillRect l="-3297" r="-549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FA813E2E-3C7D-5F44-C732-DC73459C8730}"/>
                  </a:ext>
                </a:extLst>
              </p:cNvPr>
              <p:cNvSpPr txBox="1"/>
              <p:nvPr/>
            </p:nvSpPr>
            <p:spPr>
              <a:xfrm>
                <a:off x="3902583" y="3470238"/>
                <a:ext cx="1998190" cy="503151"/>
              </a:xfrm>
              <a:prstGeom prst="rect">
                <a:avLst/>
              </a:prstGeom>
              <a:noFill/>
            </p:spPr>
            <p:txBody>
              <a:bodyPr wrap="square">
                <a:spAutoFit/>
              </a:bodyPr>
              <a:lstStyle/>
              <a:p>
                <a:pPr algn="ctr"/>
                <a14:m>
                  <m:oMath xmlns:m="http://schemas.openxmlformats.org/officeDocument/2006/math">
                    <m:sSub>
                      <m:sSubPr>
                        <m:ctrlPr>
                          <a:rPr lang="es-ES" sz="2400" i="1" smtClean="0">
                            <a:solidFill>
                              <a:srgbClr val="0070C0"/>
                            </a:solidFill>
                            <a:latin typeface="Cambria Math" panose="02040503050406030204" pitchFamily="18" charset="0"/>
                          </a:rPr>
                        </m:ctrlPr>
                      </m:sSubPr>
                      <m:e>
                        <m:r>
                          <a:rPr lang="es-ES" sz="2400" i="1" smtClean="0">
                            <a:solidFill>
                              <a:schemeClr val="tx1"/>
                            </a:solidFill>
                            <a:latin typeface="Cambria Math" panose="02040503050406030204" pitchFamily="18" charset="0"/>
                          </a:rPr>
                          <m:t>(</m:t>
                        </m:r>
                        <m:sSup>
                          <m:sSupPr>
                            <m:ctrlPr>
                              <a:rPr lang="es-ES" sz="2400" i="1" smtClean="0">
                                <a:solidFill>
                                  <a:srgbClr val="0070C0"/>
                                </a:solidFill>
                                <a:latin typeface="Cambria Math" panose="02040503050406030204" pitchFamily="18" charset="0"/>
                              </a:rPr>
                            </m:ctrlPr>
                          </m:sSupPr>
                          <m:e>
                            <m:r>
                              <a:rPr lang="es-ES" sz="2400" i="1">
                                <a:solidFill>
                                  <a:srgbClr val="0070C0"/>
                                </a:solidFill>
                                <a:latin typeface="Cambria Math" panose="02040503050406030204" pitchFamily="18" charset="0"/>
                              </a:rPr>
                              <m:t>𝑁</m:t>
                            </m:r>
                          </m:e>
                          <m:sup>
                            <m:r>
                              <a:rPr lang="es-ES" sz="2400" i="1">
                                <a:solidFill>
                                  <a:srgbClr val="0070C0"/>
                                </a:solidFill>
                                <a:latin typeface="Cambria Math" panose="02040503050406030204" pitchFamily="18" charset="0"/>
                              </a:rPr>
                              <m:t>𝑔</m:t>
                            </m:r>
                          </m:sup>
                        </m:sSup>
                      </m:e>
                      <m:sub>
                        <m:r>
                          <a:rPr lang="es-ES" sz="2400" i="1" smtClean="0">
                            <a:solidFill>
                              <a:srgbClr val="0070C0"/>
                            </a:solidFill>
                            <a:latin typeface="Cambria Math" panose="02040503050406030204" pitchFamily="18" charset="0"/>
                          </a:rPr>
                          <m:t>𝐶</m:t>
                        </m:r>
                      </m:sub>
                    </m:sSub>
                    <m:r>
                      <a:rPr lang="es-ES" sz="2400" i="1" smtClean="0">
                        <a:solidFill>
                          <a:schemeClr val="tx1"/>
                        </a:solidFill>
                        <a:latin typeface="Cambria Math" panose="02040503050406030204" pitchFamily="18" charset="0"/>
                      </a:rPr>
                      <m:t>+</m:t>
                    </m:r>
                  </m:oMath>
                </a14:m>
                <a:r>
                  <a:rPr lang="es-ES" sz="2400" dirty="0">
                    <a:solidFill>
                      <a:schemeClr val="bg2">
                        <a:lumMod val="10000"/>
                      </a:schemeClr>
                    </a:solidFill>
                    <a:latin typeface="Amasis MT Pro" panose="02040504050005020304" pitchFamily="18" charset="0"/>
                  </a:rPr>
                  <a:t> </a:t>
                </a:r>
                <a14:m>
                  <m:oMath xmlns:m="http://schemas.openxmlformats.org/officeDocument/2006/math">
                    <m:sSub>
                      <m:sSubPr>
                        <m:ctrlPr>
                          <a:rPr lang="es-ES" sz="2400" i="1">
                            <a:solidFill>
                              <a:schemeClr val="accent6"/>
                            </a:solidFill>
                            <a:latin typeface="Cambria Math" panose="02040503050406030204" pitchFamily="18" charset="0"/>
                          </a:rPr>
                        </m:ctrlPr>
                      </m:sSubPr>
                      <m:e>
                        <m:sSup>
                          <m:sSupPr>
                            <m:ctrlPr>
                              <a:rPr lang="es-ES" sz="2400" i="1">
                                <a:solidFill>
                                  <a:schemeClr val="accent6"/>
                                </a:solidFill>
                                <a:latin typeface="Cambria Math" panose="02040503050406030204" pitchFamily="18" charset="0"/>
                              </a:rPr>
                            </m:ctrlPr>
                          </m:sSupPr>
                          <m:e>
                            <m:r>
                              <a:rPr lang="es-ES" sz="2400" i="1">
                                <a:solidFill>
                                  <a:schemeClr val="accent6"/>
                                </a:solidFill>
                                <a:latin typeface="Cambria Math" panose="02040503050406030204" pitchFamily="18" charset="0"/>
                              </a:rPr>
                              <m:t>𝑁</m:t>
                            </m:r>
                          </m:e>
                          <m:sup>
                            <m:r>
                              <a:rPr lang="es-ES" sz="2400" i="1">
                                <a:solidFill>
                                  <a:schemeClr val="accent6"/>
                                </a:solidFill>
                                <a:latin typeface="Cambria Math" panose="02040503050406030204" pitchFamily="18" charset="0"/>
                              </a:rPr>
                              <m:t>𝑔</m:t>
                            </m:r>
                          </m:sup>
                        </m:sSup>
                      </m:e>
                      <m:sub>
                        <m:r>
                          <a:rPr lang="es-ES" sz="2400" i="1">
                            <a:solidFill>
                              <a:schemeClr val="accent6"/>
                            </a:solidFill>
                            <a:latin typeface="Cambria Math" panose="02040503050406030204" pitchFamily="18" charset="0"/>
                          </a:rPr>
                          <m:t>𝑃</m:t>
                        </m:r>
                      </m:sub>
                    </m:sSub>
                    <m:r>
                      <a:rPr lang="es-ES" sz="2400" i="1" smtClean="0">
                        <a:solidFill>
                          <a:schemeClr val="tx1"/>
                        </a:solidFill>
                        <a:latin typeface="Cambria Math" panose="02040503050406030204" pitchFamily="18" charset="0"/>
                      </a:rPr>
                      <m:t>)</m:t>
                    </m:r>
                  </m:oMath>
                </a14:m>
                <a:endParaRPr lang="es-ES" sz="2400" dirty="0">
                  <a:solidFill>
                    <a:schemeClr val="accent5">
                      <a:lumMod val="50000"/>
                    </a:schemeClr>
                  </a:solidFill>
                  <a:latin typeface="Amasis MT Pro" panose="02040504050005020304" pitchFamily="18" charset="0"/>
                </a:endParaRPr>
              </a:p>
            </p:txBody>
          </p:sp>
        </mc:Choice>
        <mc:Fallback xmlns="">
          <p:sp>
            <p:nvSpPr>
              <p:cNvPr id="4" name="CuadroTexto 3">
                <a:extLst>
                  <a:ext uri="{FF2B5EF4-FFF2-40B4-BE49-F238E27FC236}">
                    <a16:creationId xmlns:a16="http://schemas.microsoft.com/office/drawing/2014/main" id="{FA813E2E-3C7D-5F44-C732-DC73459C8730}"/>
                  </a:ext>
                </a:extLst>
              </p:cNvPr>
              <p:cNvSpPr txBox="1">
                <a:spLocks noRot="1" noChangeAspect="1" noMove="1" noResize="1" noEditPoints="1" noAdjustHandles="1" noChangeArrowheads="1" noChangeShapeType="1" noTextEdit="1"/>
              </p:cNvSpPr>
              <p:nvPr/>
            </p:nvSpPr>
            <p:spPr>
              <a:xfrm>
                <a:off x="3902583" y="3470238"/>
                <a:ext cx="1998190" cy="503151"/>
              </a:xfrm>
              <a:prstGeom prst="rect">
                <a:avLst/>
              </a:prstGeom>
              <a:blipFill>
                <a:blip r:embed="rId8"/>
                <a:stretch>
                  <a:fillRect b="-843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DD181D6-2ED8-993B-188C-49F9A8B731B5}"/>
                  </a:ext>
                </a:extLst>
              </p:cNvPr>
              <p:cNvSpPr txBox="1"/>
              <p:nvPr/>
            </p:nvSpPr>
            <p:spPr>
              <a:xfrm>
                <a:off x="167877" y="6330038"/>
                <a:ext cx="3841786" cy="64633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s-ES" sz="2800" i="1" smtClean="0">
                          <a:solidFill>
                            <a:schemeClr val="tx1"/>
                          </a:solidFill>
                          <a:latin typeface="Cambria Math" panose="02040503050406030204" pitchFamily="18" charset="0"/>
                        </a:rPr>
                        <m:t>𝐺</m:t>
                      </m:r>
                      <m:r>
                        <a:rPr lang="es-ES" sz="2800" i="1" smtClean="0">
                          <a:solidFill>
                            <a:schemeClr val="tx1"/>
                          </a:solidFill>
                          <a:latin typeface="Cambria Math" panose="02040503050406030204" pitchFamily="18" charset="0"/>
                        </a:rPr>
                        <m:t>=</m:t>
                      </m:r>
                      <m:sSub>
                        <m:sSubPr>
                          <m:ctrlPr>
                            <a:rPr lang="es-ES" sz="2800" i="1" smtClean="0">
                              <a:solidFill>
                                <a:srgbClr val="0070C0"/>
                              </a:solidFill>
                              <a:latin typeface="Cambria Math" panose="02040503050406030204" pitchFamily="18" charset="0"/>
                            </a:rPr>
                          </m:ctrlPr>
                        </m:sSubPr>
                        <m:e>
                          <m:sSup>
                            <m:sSupPr>
                              <m:ctrlPr>
                                <a:rPr lang="es-ES" sz="2800" i="1">
                                  <a:solidFill>
                                    <a:srgbClr val="0070C0"/>
                                  </a:solidFill>
                                  <a:latin typeface="Cambria Math" panose="02040503050406030204" pitchFamily="18" charset="0"/>
                                </a:rPr>
                              </m:ctrlPr>
                            </m:sSupPr>
                            <m:e>
                              <m:r>
                                <a:rPr lang="es-ES" sz="2800" i="1">
                                  <a:solidFill>
                                    <a:srgbClr val="0070C0"/>
                                  </a:solidFill>
                                  <a:latin typeface="Cambria Math" panose="02040503050406030204" pitchFamily="18" charset="0"/>
                                </a:rPr>
                                <m:t>𝑁</m:t>
                              </m:r>
                            </m:e>
                            <m:sup>
                              <m:r>
                                <a:rPr lang="es-ES" sz="2800" i="1">
                                  <a:solidFill>
                                    <a:srgbClr val="0070C0"/>
                                  </a:solidFill>
                                  <a:latin typeface="Cambria Math" panose="02040503050406030204" pitchFamily="18" charset="0"/>
                                </a:rPr>
                                <m:t>𝑔</m:t>
                              </m:r>
                            </m:sup>
                          </m:sSup>
                        </m:e>
                        <m:sub>
                          <m:r>
                            <a:rPr lang="es-ES" sz="2800" i="1">
                              <a:solidFill>
                                <a:srgbClr val="0070C0"/>
                              </a:solidFill>
                              <a:latin typeface="Cambria Math" panose="02040503050406030204" pitchFamily="18" charset="0"/>
                            </a:rPr>
                            <m:t>𝐶</m:t>
                          </m:r>
                        </m:sub>
                      </m:sSub>
                      <m:r>
                        <a:rPr lang="es-ES" sz="2800" i="1" smtClean="0">
                          <a:solidFill>
                            <a:schemeClr val="tx1"/>
                          </a:solidFill>
                          <a:latin typeface="Cambria Math" panose="02040503050406030204" pitchFamily="18" charset="0"/>
                        </a:rPr>
                        <m:t>+</m:t>
                      </m:r>
                      <m:sSub>
                        <m:sSubPr>
                          <m:ctrlPr>
                            <a:rPr lang="es-ES" sz="2800" i="1" smtClean="0">
                              <a:solidFill>
                                <a:schemeClr val="accent5"/>
                              </a:solidFill>
                              <a:latin typeface="Cambria Math" panose="02040503050406030204" pitchFamily="18" charset="0"/>
                            </a:rPr>
                          </m:ctrlPr>
                        </m:sSubPr>
                        <m:e>
                          <m:sSup>
                            <m:sSupPr>
                              <m:ctrlPr>
                                <a:rPr lang="es-ES" sz="2800" i="1">
                                  <a:solidFill>
                                    <a:schemeClr val="accent5"/>
                                  </a:solidFill>
                                  <a:latin typeface="Cambria Math" panose="02040503050406030204" pitchFamily="18" charset="0"/>
                                </a:rPr>
                              </m:ctrlPr>
                            </m:sSupPr>
                            <m:e>
                              <m:r>
                                <a:rPr lang="es-ES" sz="2800" i="1">
                                  <a:solidFill>
                                    <a:schemeClr val="accent5"/>
                                  </a:solidFill>
                                  <a:latin typeface="Cambria Math" panose="02040503050406030204" pitchFamily="18" charset="0"/>
                                </a:rPr>
                                <m:t>𝑁</m:t>
                              </m:r>
                            </m:e>
                            <m:sup>
                              <m:r>
                                <a:rPr lang="es-ES" sz="2800" i="1">
                                  <a:solidFill>
                                    <a:schemeClr val="accent5"/>
                                  </a:solidFill>
                                  <a:latin typeface="Cambria Math" panose="02040503050406030204" pitchFamily="18" charset="0"/>
                                </a:rPr>
                                <m:t>𝑔</m:t>
                              </m:r>
                            </m:sup>
                          </m:sSup>
                        </m:e>
                        <m:sub>
                          <m:r>
                            <a:rPr lang="es-ES" sz="2800" i="1">
                              <a:solidFill>
                                <a:schemeClr val="accent5"/>
                              </a:solidFill>
                              <a:latin typeface="Cambria Math" panose="02040503050406030204" pitchFamily="18" charset="0"/>
                            </a:rPr>
                            <m:t>𝐷</m:t>
                          </m:r>
                        </m:sub>
                      </m:sSub>
                      <m:r>
                        <m:rPr>
                          <m:nor/>
                        </m:rPr>
                        <a:rPr lang="es-ES" sz="2800" dirty="0">
                          <a:solidFill>
                            <a:schemeClr val="bg2">
                              <a:lumMod val="10000"/>
                            </a:schemeClr>
                          </a:solidFill>
                          <a:latin typeface="Amasis MT Pro" panose="02040504050005020304" pitchFamily="18" charset="0"/>
                        </a:rPr>
                        <m:t> </m:t>
                      </m:r>
                      <m:r>
                        <m:rPr>
                          <m:nor/>
                        </m:rPr>
                        <a:rPr lang="es-ES" sz="2800" dirty="0" smtClean="0">
                          <a:solidFill>
                            <a:schemeClr val="tx1"/>
                          </a:solidFill>
                          <a:latin typeface="Amasis MT Pro" panose="02040504050005020304" pitchFamily="18" charset="0"/>
                        </a:rPr>
                        <m:t>+</m:t>
                      </m:r>
                      <m:r>
                        <m:rPr>
                          <m:nor/>
                        </m:rPr>
                        <a:rPr lang="es-ES" sz="2800" dirty="0">
                          <a:solidFill>
                            <a:schemeClr val="bg2">
                              <a:lumMod val="10000"/>
                            </a:schemeClr>
                          </a:solidFill>
                          <a:latin typeface="Amasis MT Pro" panose="02040504050005020304" pitchFamily="18" charset="0"/>
                        </a:rPr>
                        <m:t> </m:t>
                      </m:r>
                      <m:sSub>
                        <m:sSubPr>
                          <m:ctrlPr>
                            <a:rPr lang="es-ES" sz="2800" i="1" smtClean="0">
                              <a:solidFill>
                                <a:schemeClr val="accent6"/>
                              </a:solidFill>
                              <a:latin typeface="Cambria Math" panose="02040503050406030204" pitchFamily="18" charset="0"/>
                            </a:rPr>
                          </m:ctrlPr>
                        </m:sSubPr>
                        <m:e>
                          <m:sSup>
                            <m:sSupPr>
                              <m:ctrlPr>
                                <a:rPr lang="es-ES" sz="2800" i="1">
                                  <a:solidFill>
                                    <a:schemeClr val="accent6"/>
                                  </a:solidFill>
                                  <a:latin typeface="Cambria Math" panose="02040503050406030204" pitchFamily="18" charset="0"/>
                                </a:rPr>
                              </m:ctrlPr>
                            </m:sSupPr>
                            <m:e>
                              <m:r>
                                <a:rPr lang="es-ES" sz="2800" i="1">
                                  <a:solidFill>
                                    <a:schemeClr val="accent6"/>
                                  </a:solidFill>
                                  <a:latin typeface="Cambria Math" panose="02040503050406030204" pitchFamily="18" charset="0"/>
                                </a:rPr>
                                <m:t>𝑁</m:t>
                              </m:r>
                            </m:e>
                            <m:sup>
                              <m:r>
                                <a:rPr lang="es-ES" sz="2800" i="1">
                                  <a:solidFill>
                                    <a:schemeClr val="accent6"/>
                                  </a:solidFill>
                                  <a:latin typeface="Cambria Math" panose="02040503050406030204" pitchFamily="18" charset="0"/>
                                </a:rPr>
                                <m:t>𝑔</m:t>
                              </m:r>
                            </m:sup>
                          </m:sSup>
                        </m:e>
                        <m:sub>
                          <m:r>
                            <a:rPr lang="es-ES" sz="2800" i="1">
                              <a:solidFill>
                                <a:schemeClr val="accent6"/>
                              </a:solidFill>
                              <a:latin typeface="Cambria Math" panose="02040503050406030204" pitchFamily="18" charset="0"/>
                            </a:rPr>
                            <m:t>𝑃</m:t>
                          </m:r>
                        </m:sub>
                      </m:sSub>
                      <m:r>
                        <m:rPr>
                          <m:nor/>
                        </m:rPr>
                        <a:rPr lang="es-ES" sz="2800" dirty="0">
                          <a:solidFill>
                            <a:schemeClr val="accent6"/>
                          </a:solidFill>
                          <a:latin typeface="Amasis MT Pro" panose="02040504050005020304" pitchFamily="18" charset="0"/>
                        </a:rPr>
                        <m:t> </m:t>
                      </m:r>
                    </m:oMath>
                  </m:oMathPara>
                </a14:m>
                <a:endParaRPr lang="es-ES" sz="2800" dirty="0">
                  <a:solidFill>
                    <a:schemeClr val="accent6"/>
                  </a:solidFill>
                  <a:latin typeface="Amasis MT Pro" panose="02040504050005020304" pitchFamily="18" charset="0"/>
                </a:endParaRPr>
              </a:p>
              <a:p>
                <a:endParaRPr lang="es-ES" sz="1400" dirty="0">
                  <a:solidFill>
                    <a:schemeClr val="bg2">
                      <a:lumMod val="10000"/>
                    </a:schemeClr>
                  </a:solidFill>
                  <a:latin typeface="Amasis MT Pro" panose="02040504050005020304" pitchFamily="18" charset="0"/>
                </a:endParaRPr>
              </a:p>
            </p:txBody>
          </p:sp>
        </mc:Choice>
        <mc:Fallback xmlns="">
          <p:sp>
            <p:nvSpPr>
              <p:cNvPr id="6" name="CuadroTexto 5">
                <a:extLst>
                  <a:ext uri="{FF2B5EF4-FFF2-40B4-BE49-F238E27FC236}">
                    <a16:creationId xmlns:a16="http://schemas.microsoft.com/office/drawing/2014/main" id="{3DD181D6-2ED8-993B-188C-49F9A8B731B5}"/>
                  </a:ext>
                </a:extLst>
              </p:cNvPr>
              <p:cNvSpPr txBox="1">
                <a:spLocks noRot="1" noChangeAspect="1" noMove="1" noResize="1" noEditPoints="1" noAdjustHandles="1" noChangeArrowheads="1" noChangeShapeType="1" noTextEdit="1"/>
              </p:cNvSpPr>
              <p:nvPr/>
            </p:nvSpPr>
            <p:spPr>
              <a:xfrm>
                <a:off x="167877" y="6330038"/>
                <a:ext cx="3841786" cy="646331"/>
              </a:xfrm>
              <a:prstGeom prst="rect">
                <a:avLst/>
              </a:prstGeom>
              <a:blipFill>
                <a:blip r:embed="rId9"/>
                <a:stretch>
                  <a:fillRect/>
                </a:stretch>
              </a:blipFill>
            </p:spPr>
            <p:txBody>
              <a:bodyPr/>
              <a:lstStyle/>
              <a:p>
                <a:r>
                  <a:rPr lang="es-ES">
                    <a:noFill/>
                  </a:rPr>
                  <a:t> </a:t>
                </a:r>
              </a:p>
            </p:txBody>
          </p:sp>
        </mc:Fallback>
      </mc:AlternateContent>
      <p:sp>
        <p:nvSpPr>
          <p:cNvPr id="11" name="Flecha: curvada hacia abajo 10">
            <a:extLst>
              <a:ext uri="{FF2B5EF4-FFF2-40B4-BE49-F238E27FC236}">
                <a16:creationId xmlns:a16="http://schemas.microsoft.com/office/drawing/2014/main" id="{053402D2-5D32-60C3-EFDD-AD00E9D1D843}"/>
              </a:ext>
            </a:extLst>
          </p:cNvPr>
          <p:cNvSpPr/>
          <p:nvPr/>
        </p:nvSpPr>
        <p:spPr>
          <a:xfrm rot="19248949" flipV="1">
            <a:off x="3953232" y="4931514"/>
            <a:ext cx="848830" cy="412812"/>
          </a:xfrm>
          <a:prstGeom prst="curved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C0AEB49F-C594-C2C3-19EB-9A022DC8BF26}"/>
                  </a:ext>
                </a:extLst>
              </p:cNvPr>
              <p:cNvSpPr txBox="1"/>
              <p:nvPr/>
            </p:nvSpPr>
            <p:spPr>
              <a:xfrm>
                <a:off x="3918648" y="4747427"/>
                <a:ext cx="59407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400" i="1" smtClean="0">
                          <a:solidFill>
                            <a:schemeClr val="accent6"/>
                          </a:solidFill>
                          <a:latin typeface="Cambria Math" panose="02040503050406030204" pitchFamily="18" charset="0"/>
                        </a:rPr>
                        <m:t>+1</m:t>
                      </m:r>
                    </m:oMath>
                  </m:oMathPara>
                </a14:m>
                <a:endParaRPr lang="es-ES" sz="2400" dirty="0">
                  <a:solidFill>
                    <a:schemeClr val="accent6"/>
                  </a:solidFill>
                  <a:latin typeface="Amasis MT Pro" panose="02040504050005020304" pitchFamily="18" charset="0"/>
                </a:endParaRPr>
              </a:p>
            </p:txBody>
          </p:sp>
        </mc:Choice>
        <mc:Fallback xmlns="">
          <p:sp>
            <p:nvSpPr>
              <p:cNvPr id="12" name="CuadroTexto 11">
                <a:extLst>
                  <a:ext uri="{FF2B5EF4-FFF2-40B4-BE49-F238E27FC236}">
                    <a16:creationId xmlns:a16="http://schemas.microsoft.com/office/drawing/2014/main" id="{C0AEB49F-C594-C2C3-19EB-9A022DC8BF26}"/>
                  </a:ext>
                </a:extLst>
              </p:cNvPr>
              <p:cNvSpPr txBox="1">
                <a:spLocks noRot="1" noChangeAspect="1" noMove="1" noResize="1" noEditPoints="1" noAdjustHandles="1" noChangeArrowheads="1" noChangeShapeType="1" noTextEdit="1"/>
              </p:cNvSpPr>
              <p:nvPr/>
            </p:nvSpPr>
            <p:spPr>
              <a:xfrm>
                <a:off x="3918648" y="4747427"/>
                <a:ext cx="594074" cy="461665"/>
              </a:xfrm>
              <a:prstGeom prst="rect">
                <a:avLst/>
              </a:prstGeom>
              <a:blipFill>
                <a:blip r:embed="rId12"/>
                <a:stretch>
                  <a:fillRect r="-206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D8B0B40-3AF7-0950-37E2-0862831BD8D4}"/>
                  </a:ext>
                </a:extLst>
              </p:cNvPr>
              <p:cNvSpPr txBox="1"/>
              <p:nvPr/>
            </p:nvSpPr>
            <p:spPr>
              <a:xfrm>
                <a:off x="3291840" y="1541796"/>
                <a:ext cx="59407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400" i="1" smtClean="0">
                          <a:solidFill>
                            <a:srgbClr val="0070C0"/>
                          </a:solidFill>
                          <a:latin typeface="Cambria Math" panose="02040503050406030204" pitchFamily="18" charset="0"/>
                        </a:rPr>
                        <m:t>+1</m:t>
                      </m:r>
                    </m:oMath>
                  </m:oMathPara>
                </a14:m>
                <a:endParaRPr lang="es-ES" sz="2400" dirty="0">
                  <a:solidFill>
                    <a:srgbClr val="0070C0"/>
                  </a:solidFill>
                  <a:latin typeface="Amasis MT Pro" panose="02040504050005020304" pitchFamily="18" charset="0"/>
                </a:endParaRPr>
              </a:p>
            </p:txBody>
          </p:sp>
        </mc:Choice>
        <mc:Fallback xmlns="">
          <p:sp>
            <p:nvSpPr>
              <p:cNvPr id="13" name="CuadroTexto 12">
                <a:extLst>
                  <a:ext uri="{FF2B5EF4-FFF2-40B4-BE49-F238E27FC236}">
                    <a16:creationId xmlns:a16="http://schemas.microsoft.com/office/drawing/2014/main" id="{ED8B0B40-3AF7-0950-37E2-0862831BD8D4}"/>
                  </a:ext>
                </a:extLst>
              </p:cNvPr>
              <p:cNvSpPr txBox="1">
                <a:spLocks noRot="1" noChangeAspect="1" noMove="1" noResize="1" noEditPoints="1" noAdjustHandles="1" noChangeArrowheads="1" noChangeShapeType="1" noTextEdit="1"/>
              </p:cNvSpPr>
              <p:nvPr/>
            </p:nvSpPr>
            <p:spPr>
              <a:xfrm>
                <a:off x="3291840" y="1541796"/>
                <a:ext cx="594074" cy="461665"/>
              </a:xfrm>
              <a:prstGeom prst="rect">
                <a:avLst/>
              </a:prstGeom>
              <a:blipFill>
                <a:blip r:embed="rId13"/>
                <a:stretch>
                  <a:fillRect r="-206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21746ED-B31F-BD81-6DB8-9266EC8E2A8C}"/>
                  </a:ext>
                </a:extLst>
              </p:cNvPr>
              <p:cNvSpPr txBox="1"/>
              <p:nvPr/>
            </p:nvSpPr>
            <p:spPr>
              <a:xfrm>
                <a:off x="5325659" y="5137920"/>
                <a:ext cx="3080150" cy="707886"/>
              </a:xfrm>
              <a:prstGeom prst="rect">
                <a:avLst/>
              </a:prstGeom>
              <a:noFill/>
            </p:spPr>
            <p:txBody>
              <a:bodyPr wrap="square" rtlCol="0">
                <a:spAutoFit/>
              </a:bodyPr>
              <a:lstStyle/>
              <a:p>
                <a:pPr algn="ctr"/>
                <a:r>
                  <a:rPr lang="es-ES" sz="4000" dirty="0">
                    <a:solidFill>
                      <a:schemeClr val="tx1"/>
                    </a:solidFill>
                    <a:latin typeface="Amasis MT Pro" panose="02040504050005020304" pitchFamily="18" charset="0"/>
                  </a:rPr>
                  <a:t>Multa </a:t>
                </a:r>
                <a14:m>
                  <m:oMath xmlns:m="http://schemas.openxmlformats.org/officeDocument/2006/math">
                    <m:r>
                      <a:rPr lang="es-ES" sz="4000" i="1">
                        <a:latin typeface="Cambria Math" panose="02040503050406030204" pitchFamily="18" charset="0"/>
                      </a:rPr>
                      <m:t>− </m:t>
                    </m:r>
                  </m:oMath>
                </a14:m>
                <a:r>
                  <a:rPr lang="el-GR" sz="4000" dirty="0">
                    <a:solidFill>
                      <a:schemeClr val="tx1"/>
                    </a:solidFill>
                    <a:latin typeface="Amasis MT Pro" panose="02040504050005020304" pitchFamily="18" charset="0"/>
                    <a:cs typeface="Adobe Devanagari" panose="02040503050201020203" pitchFamily="18" charset="0"/>
                  </a:rPr>
                  <a:t>β</a:t>
                </a:r>
                <a:endParaRPr lang="es-ES" sz="4000" dirty="0">
                  <a:solidFill>
                    <a:schemeClr val="tx1"/>
                  </a:solidFill>
                  <a:latin typeface="Amasis MT Pro" panose="02040504050005020304" pitchFamily="18" charset="0"/>
                  <a:cs typeface="Adobe Devanagari" panose="02040503050201020203" pitchFamily="18" charset="0"/>
                </a:endParaRPr>
              </a:p>
            </p:txBody>
          </p:sp>
        </mc:Choice>
        <mc:Fallback xmlns="">
          <p:sp>
            <p:nvSpPr>
              <p:cNvPr id="15" name="CuadroTexto 14">
                <a:extLst>
                  <a:ext uri="{FF2B5EF4-FFF2-40B4-BE49-F238E27FC236}">
                    <a16:creationId xmlns:a16="http://schemas.microsoft.com/office/drawing/2014/main" id="{D21746ED-B31F-BD81-6DB8-9266EC8E2A8C}"/>
                  </a:ext>
                </a:extLst>
              </p:cNvPr>
              <p:cNvSpPr txBox="1">
                <a:spLocks noRot="1" noChangeAspect="1" noMove="1" noResize="1" noEditPoints="1" noAdjustHandles="1" noChangeArrowheads="1" noChangeShapeType="1" noTextEdit="1"/>
              </p:cNvSpPr>
              <p:nvPr/>
            </p:nvSpPr>
            <p:spPr>
              <a:xfrm>
                <a:off x="5325659" y="5137920"/>
                <a:ext cx="3080150" cy="707886"/>
              </a:xfrm>
              <a:prstGeom prst="rect">
                <a:avLst/>
              </a:prstGeom>
              <a:blipFill>
                <a:blip r:embed="rId14"/>
                <a:stretch>
                  <a:fillRect t="-16379" b="-36207"/>
                </a:stretch>
              </a:blipFill>
            </p:spPr>
            <p:txBody>
              <a:bodyPr/>
              <a:lstStyle/>
              <a:p>
                <a:r>
                  <a:rPr lang="es-ES">
                    <a:noFill/>
                  </a:rPr>
                  <a:t> </a:t>
                </a:r>
              </a:p>
            </p:txBody>
          </p:sp>
        </mc:Fallback>
      </mc:AlternateContent>
      <p:pic>
        <p:nvPicPr>
          <p:cNvPr id="24" name="Imagen 23">
            <a:extLst>
              <a:ext uri="{FF2B5EF4-FFF2-40B4-BE49-F238E27FC236}">
                <a16:creationId xmlns:a16="http://schemas.microsoft.com/office/drawing/2014/main" id="{229AC1AF-F187-15DA-39D6-6ABD7BBFC965}"/>
              </a:ext>
            </a:extLst>
          </p:cNvPr>
          <p:cNvPicPr>
            <a:picLocks noChangeAspect="1"/>
          </p:cNvPicPr>
          <p:nvPr/>
        </p:nvPicPr>
        <p:blipFill>
          <a:blip r:embed="rId15"/>
          <a:stretch>
            <a:fillRect/>
          </a:stretch>
        </p:blipFill>
        <p:spPr>
          <a:xfrm>
            <a:off x="2600335" y="4709778"/>
            <a:ext cx="1130656" cy="1234419"/>
          </a:xfrm>
          <a:prstGeom prst="rect">
            <a:avLst/>
          </a:prstGeom>
        </p:spPr>
      </p:pic>
      <p:sp>
        <p:nvSpPr>
          <p:cNvPr id="27" name="Flecha: curvada hacia abajo 26">
            <a:extLst>
              <a:ext uri="{FF2B5EF4-FFF2-40B4-BE49-F238E27FC236}">
                <a16:creationId xmlns:a16="http://schemas.microsoft.com/office/drawing/2014/main" id="{43AF4EA5-D12B-7234-521C-31CEB305FB68}"/>
              </a:ext>
            </a:extLst>
          </p:cNvPr>
          <p:cNvSpPr/>
          <p:nvPr/>
        </p:nvSpPr>
        <p:spPr>
          <a:xfrm rot="17391024" flipH="1">
            <a:off x="2036316" y="4783246"/>
            <a:ext cx="745373" cy="411832"/>
          </a:xfrm>
          <a:prstGeom prst="curved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dirty="0">
              <a:solidFill>
                <a:schemeClr val="tx1"/>
              </a:solidFill>
            </a:endParaRP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DC945AC9-5A59-1D00-A061-DAAF039B8302}"/>
                  </a:ext>
                </a:extLst>
              </p:cNvPr>
              <p:cNvSpPr txBox="1"/>
              <p:nvPr/>
            </p:nvSpPr>
            <p:spPr>
              <a:xfrm>
                <a:off x="179824" y="4101096"/>
                <a:ext cx="2246343" cy="646331"/>
              </a:xfrm>
              <a:prstGeom prst="rect">
                <a:avLst/>
              </a:prstGeom>
              <a:noFill/>
            </p:spPr>
            <p:txBody>
              <a:bodyPr wrap="square" rtlCol="0">
                <a:spAutoFit/>
              </a:bodyPr>
              <a:lstStyle/>
              <a:p>
                <a:pPr algn="ctr"/>
                <a:r>
                  <a:rPr lang="es-ES" sz="3600" dirty="0">
                    <a:solidFill>
                      <a:schemeClr val="tx1"/>
                    </a:solidFill>
                    <a:latin typeface="Amasis MT Pro" panose="02040504050005020304" pitchFamily="18" charset="0"/>
                  </a:rPr>
                  <a:t>Coste</a:t>
                </a:r>
                <a:r>
                  <a:rPr lang="es-ES" sz="3600" dirty="0">
                    <a:solidFill>
                      <a:schemeClr val="tx1"/>
                    </a:solidFill>
                  </a:rPr>
                  <a:t> </a:t>
                </a:r>
                <a14:m>
                  <m:oMath xmlns:m="http://schemas.openxmlformats.org/officeDocument/2006/math">
                    <m:r>
                      <a:rPr lang="es-ES" sz="3600" i="1">
                        <a:solidFill>
                          <a:schemeClr val="tx1"/>
                        </a:solidFill>
                        <a:latin typeface="Cambria Math" panose="02040503050406030204" pitchFamily="18" charset="0"/>
                      </a:rPr>
                      <m:t>−</m:t>
                    </m:r>
                  </m:oMath>
                </a14:m>
                <a:r>
                  <a:rPr lang="el-GR" sz="3600" dirty="0">
                    <a:solidFill>
                      <a:schemeClr val="tx1"/>
                    </a:solidFill>
                    <a:latin typeface="Amasis MT Pro" panose="02040504050005020304" pitchFamily="18" charset="0"/>
                    <a:cs typeface="Adobe Devanagari" panose="02040503050201020203" pitchFamily="18" charset="0"/>
                  </a:rPr>
                  <a:t> γ</a:t>
                </a:r>
                <a:endParaRPr lang="es-ES" sz="3600" dirty="0">
                  <a:solidFill>
                    <a:schemeClr val="tx1"/>
                  </a:solidFill>
                  <a:latin typeface="Amasis MT Pro" panose="02040504050005020304" pitchFamily="18" charset="0"/>
                  <a:cs typeface="Adobe Devanagari" panose="02040503050201020203" pitchFamily="18" charset="0"/>
                </a:endParaRPr>
              </a:p>
            </p:txBody>
          </p:sp>
        </mc:Choice>
        <mc:Fallback xmlns="">
          <p:sp>
            <p:nvSpPr>
              <p:cNvPr id="28" name="CuadroTexto 27">
                <a:extLst>
                  <a:ext uri="{FF2B5EF4-FFF2-40B4-BE49-F238E27FC236}">
                    <a16:creationId xmlns:a16="http://schemas.microsoft.com/office/drawing/2014/main" id="{DC945AC9-5A59-1D00-A061-DAAF039B8302}"/>
                  </a:ext>
                </a:extLst>
              </p:cNvPr>
              <p:cNvSpPr txBox="1">
                <a:spLocks noRot="1" noChangeAspect="1" noMove="1" noResize="1" noEditPoints="1" noAdjustHandles="1" noChangeArrowheads="1" noChangeShapeType="1" noTextEdit="1"/>
              </p:cNvSpPr>
              <p:nvPr/>
            </p:nvSpPr>
            <p:spPr>
              <a:xfrm>
                <a:off x="179824" y="4101096"/>
                <a:ext cx="2246343" cy="646331"/>
              </a:xfrm>
              <a:prstGeom prst="rect">
                <a:avLst/>
              </a:prstGeom>
              <a:blipFill>
                <a:blip r:embed="rId16"/>
                <a:stretch>
                  <a:fillRect l="-5420" t="-16038" r="-5149" b="-3490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666FFF4A-1B95-4141-9D15-69AD43C2F805}"/>
                  </a:ext>
                </a:extLst>
              </p:cNvPr>
              <p:cNvSpPr txBox="1"/>
              <p:nvPr/>
            </p:nvSpPr>
            <p:spPr>
              <a:xfrm>
                <a:off x="2827237" y="5926963"/>
                <a:ext cx="6768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sz="2400" i="1" smtClean="0">
                              <a:solidFill>
                                <a:schemeClr val="accent6"/>
                              </a:solidFill>
                              <a:latin typeface="Cambria Math" panose="02040503050406030204" pitchFamily="18" charset="0"/>
                            </a:rPr>
                          </m:ctrlPr>
                        </m:sSubPr>
                        <m:e>
                          <m:sSup>
                            <m:sSupPr>
                              <m:ctrlPr>
                                <a:rPr lang="es-ES" sz="2400" i="1">
                                  <a:solidFill>
                                    <a:schemeClr val="accent6"/>
                                  </a:solidFill>
                                  <a:latin typeface="Cambria Math" panose="02040503050406030204" pitchFamily="18" charset="0"/>
                                </a:rPr>
                              </m:ctrlPr>
                            </m:sSupPr>
                            <m:e>
                              <m:r>
                                <a:rPr lang="es-ES" sz="2400" i="1">
                                  <a:solidFill>
                                    <a:schemeClr val="accent6"/>
                                  </a:solidFill>
                                  <a:latin typeface="Cambria Math" panose="02040503050406030204" pitchFamily="18" charset="0"/>
                                </a:rPr>
                                <m:t>𝑁</m:t>
                              </m:r>
                            </m:e>
                            <m:sup>
                              <m:r>
                                <a:rPr lang="es-ES" sz="2400" i="1">
                                  <a:solidFill>
                                    <a:schemeClr val="accent6"/>
                                  </a:solidFill>
                                  <a:latin typeface="Cambria Math" panose="02040503050406030204" pitchFamily="18" charset="0"/>
                                </a:rPr>
                                <m:t>𝑔</m:t>
                              </m:r>
                            </m:sup>
                          </m:sSup>
                        </m:e>
                        <m:sub>
                          <m:r>
                            <a:rPr lang="es-ES" sz="2400" b="0" i="1" smtClean="0">
                              <a:solidFill>
                                <a:schemeClr val="accent6"/>
                              </a:solidFill>
                              <a:latin typeface="Cambria Math" panose="02040503050406030204" pitchFamily="18" charset="0"/>
                            </a:rPr>
                            <m:t>𝑃</m:t>
                          </m:r>
                        </m:sub>
                      </m:sSub>
                    </m:oMath>
                  </m:oMathPara>
                </a14:m>
                <a:endParaRPr lang="es-ES" sz="1350" dirty="0"/>
              </a:p>
            </p:txBody>
          </p:sp>
        </mc:Choice>
        <mc:Fallback xmlns="">
          <p:sp>
            <p:nvSpPr>
              <p:cNvPr id="32" name="CuadroTexto 31">
                <a:extLst>
                  <a:ext uri="{FF2B5EF4-FFF2-40B4-BE49-F238E27FC236}">
                    <a16:creationId xmlns:a16="http://schemas.microsoft.com/office/drawing/2014/main" id="{666FFF4A-1B95-4141-9D15-69AD43C2F805}"/>
                  </a:ext>
                </a:extLst>
              </p:cNvPr>
              <p:cNvSpPr txBox="1">
                <a:spLocks noRot="1" noChangeAspect="1" noMove="1" noResize="1" noEditPoints="1" noAdjustHandles="1" noChangeArrowheads="1" noChangeShapeType="1" noTextEdit="1"/>
              </p:cNvSpPr>
              <p:nvPr/>
            </p:nvSpPr>
            <p:spPr>
              <a:xfrm>
                <a:off x="2827237" y="5926963"/>
                <a:ext cx="676852" cy="461665"/>
              </a:xfrm>
              <a:prstGeom prst="rect">
                <a:avLst/>
              </a:prstGeom>
              <a:blipFill>
                <a:blip r:embed="rId20"/>
                <a:stretch>
                  <a:fillRect l="-2703" r="-5405" b="-2632"/>
                </a:stretch>
              </a:blipFill>
            </p:spPr>
            <p:txBody>
              <a:bodyPr/>
              <a:lstStyle/>
              <a:p>
                <a:r>
                  <a:rPr lang="es-ES">
                    <a:noFill/>
                  </a:rPr>
                  <a:t> </a:t>
                </a:r>
              </a:p>
            </p:txBody>
          </p:sp>
        </mc:Fallback>
      </mc:AlternateContent>
      <p:sp>
        <p:nvSpPr>
          <p:cNvPr id="35" name="CuadroTexto 34">
            <a:extLst>
              <a:ext uri="{FF2B5EF4-FFF2-40B4-BE49-F238E27FC236}">
                <a16:creationId xmlns:a16="http://schemas.microsoft.com/office/drawing/2014/main" id="{E0115503-6516-8A76-F7EC-0F581D9C0087}"/>
              </a:ext>
            </a:extLst>
          </p:cNvPr>
          <p:cNvSpPr txBox="1"/>
          <p:nvPr/>
        </p:nvSpPr>
        <p:spPr>
          <a:xfrm>
            <a:off x="-5694" y="0"/>
            <a:ext cx="9149693" cy="830997"/>
          </a:xfrm>
          <a:prstGeom prst="rect">
            <a:avLst/>
          </a:prstGeom>
          <a:noFill/>
        </p:spPr>
        <p:txBody>
          <a:bodyPr wrap="square" rtlCol="0">
            <a:spAutoFit/>
          </a:bodyPr>
          <a:lstStyle/>
          <a:p>
            <a:pPr algn="ctr"/>
            <a:r>
              <a:rPr lang="es-ES" sz="4800" b="1" dirty="0">
                <a:solidFill>
                  <a:srgbClr val="0070C0"/>
                </a:solidFill>
                <a:latin typeface="Amasis MT Pro Light" panose="02040304050005020304" pitchFamily="18" charset="0"/>
                <a:cs typeface="Adobe Devanagari" panose="02040503050201020203" pitchFamily="18" charset="0"/>
              </a:rPr>
              <a:t>Juego de los bienes públicos</a:t>
            </a:r>
          </a:p>
        </p:txBody>
      </p:sp>
      <p:sp>
        <p:nvSpPr>
          <p:cNvPr id="3" name="Elipse 2">
            <a:extLst>
              <a:ext uri="{FF2B5EF4-FFF2-40B4-BE49-F238E27FC236}">
                <a16:creationId xmlns:a16="http://schemas.microsoft.com/office/drawing/2014/main" id="{5FBE24AD-309E-EFBC-4596-9A59E0841E89}"/>
              </a:ext>
            </a:extLst>
          </p:cNvPr>
          <p:cNvSpPr/>
          <p:nvPr/>
        </p:nvSpPr>
        <p:spPr>
          <a:xfrm>
            <a:off x="1951465" y="1324064"/>
            <a:ext cx="580612" cy="580612"/>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Elipse 7">
            <a:extLst>
              <a:ext uri="{FF2B5EF4-FFF2-40B4-BE49-F238E27FC236}">
                <a16:creationId xmlns:a16="http://schemas.microsoft.com/office/drawing/2014/main" id="{9A15004F-37D6-268A-A26B-12D339F6FB52}"/>
              </a:ext>
            </a:extLst>
          </p:cNvPr>
          <p:cNvSpPr/>
          <p:nvPr/>
        </p:nvSpPr>
        <p:spPr>
          <a:xfrm>
            <a:off x="1955993" y="1935492"/>
            <a:ext cx="580612" cy="580612"/>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E1C0E902-EEC7-1BB0-A0EA-A902388FED3C}"/>
              </a:ext>
            </a:extLst>
          </p:cNvPr>
          <p:cNvSpPr/>
          <p:nvPr/>
        </p:nvSpPr>
        <p:spPr>
          <a:xfrm>
            <a:off x="1955994" y="2233581"/>
            <a:ext cx="580611" cy="337411"/>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6" name="Imagen 35">
            <a:extLst>
              <a:ext uri="{FF2B5EF4-FFF2-40B4-BE49-F238E27FC236}">
                <a16:creationId xmlns:a16="http://schemas.microsoft.com/office/drawing/2014/main" id="{656657F9-9C4B-63F5-EBF7-FD95BED85397}"/>
              </a:ext>
            </a:extLst>
          </p:cNvPr>
          <p:cNvPicPr>
            <a:picLocks noChangeAspect="1"/>
          </p:cNvPicPr>
          <p:nvPr/>
        </p:nvPicPr>
        <p:blipFill>
          <a:blip r:embed="rId21"/>
          <a:stretch>
            <a:fillRect/>
          </a:stretch>
        </p:blipFill>
        <p:spPr>
          <a:xfrm>
            <a:off x="1359262" y="1649594"/>
            <a:ext cx="541144" cy="956133"/>
          </a:xfrm>
          <a:prstGeom prst="rect">
            <a:avLst/>
          </a:prstGeom>
        </p:spPr>
      </p:pic>
      <p:pic>
        <p:nvPicPr>
          <p:cNvPr id="38" name="Imagen 37">
            <a:extLst>
              <a:ext uri="{FF2B5EF4-FFF2-40B4-BE49-F238E27FC236}">
                <a16:creationId xmlns:a16="http://schemas.microsoft.com/office/drawing/2014/main" id="{62582AC0-5682-D96D-ECC0-0458B8869DAD}"/>
              </a:ext>
            </a:extLst>
          </p:cNvPr>
          <p:cNvPicPr>
            <a:picLocks noChangeAspect="1"/>
          </p:cNvPicPr>
          <p:nvPr/>
        </p:nvPicPr>
        <p:blipFill>
          <a:blip r:embed="rId21"/>
          <a:stretch>
            <a:fillRect/>
          </a:stretch>
        </p:blipFill>
        <p:spPr>
          <a:xfrm>
            <a:off x="1119910" y="2125853"/>
            <a:ext cx="253868" cy="448551"/>
          </a:xfrm>
          <a:prstGeom prst="rect">
            <a:avLst/>
          </a:prstGeom>
        </p:spPr>
      </p:pic>
      <p:cxnSp>
        <p:nvCxnSpPr>
          <p:cNvPr id="26" name="Conector recto de flecha 25">
            <a:extLst>
              <a:ext uri="{FF2B5EF4-FFF2-40B4-BE49-F238E27FC236}">
                <a16:creationId xmlns:a16="http://schemas.microsoft.com/office/drawing/2014/main" id="{212DF4E1-BFA0-9275-77CF-1FB64F245DF6}"/>
              </a:ext>
            </a:extLst>
          </p:cNvPr>
          <p:cNvCxnSpPr/>
          <p:nvPr/>
        </p:nvCxnSpPr>
        <p:spPr>
          <a:xfrm flipH="1" flipV="1">
            <a:off x="3253115" y="2708563"/>
            <a:ext cx="464603" cy="297795"/>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B9FDE3B1-4AE3-3E72-DDFE-FC7666A4B75C}"/>
              </a:ext>
            </a:extLst>
          </p:cNvPr>
          <p:cNvCxnSpPr>
            <a:cxnSpLocks/>
          </p:cNvCxnSpPr>
          <p:nvPr/>
        </p:nvCxnSpPr>
        <p:spPr>
          <a:xfrm flipH="1">
            <a:off x="3695888" y="4289212"/>
            <a:ext cx="313775" cy="404151"/>
          </a:xfrm>
          <a:prstGeom prst="straightConnector1">
            <a:avLst/>
          </a:prstGeom>
          <a:ln w="76200">
            <a:solidFill>
              <a:srgbClr val="3D907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CDE96D95-44F0-0EF1-6037-7D66D4BDF5D4}"/>
              </a:ext>
            </a:extLst>
          </p:cNvPr>
          <p:cNvCxnSpPr>
            <a:cxnSpLocks/>
          </p:cNvCxnSpPr>
          <p:nvPr/>
        </p:nvCxnSpPr>
        <p:spPr>
          <a:xfrm flipV="1">
            <a:off x="5594575" y="3226434"/>
            <a:ext cx="566842" cy="127906"/>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708D548D-8CF8-36F7-8A74-5A8C08108E9C}"/>
              </a:ext>
            </a:extLst>
          </p:cNvPr>
          <p:cNvCxnSpPr>
            <a:cxnSpLocks/>
          </p:cNvCxnSpPr>
          <p:nvPr/>
        </p:nvCxnSpPr>
        <p:spPr>
          <a:xfrm flipV="1">
            <a:off x="4340006" y="4558139"/>
            <a:ext cx="2470369" cy="1275892"/>
          </a:xfrm>
          <a:prstGeom prst="straightConnector1">
            <a:avLst/>
          </a:prstGeom>
          <a:ln w="76200">
            <a:solidFill>
              <a:srgbClr val="3D9072"/>
            </a:solidFill>
            <a:tailEnd type="triangle"/>
          </a:ln>
        </p:spPr>
        <p:style>
          <a:lnRef idx="1">
            <a:schemeClr val="accent1"/>
          </a:lnRef>
          <a:fillRef idx="0">
            <a:schemeClr val="accent1"/>
          </a:fillRef>
          <a:effectRef idx="0">
            <a:schemeClr val="accent1"/>
          </a:effectRef>
          <a:fontRef idx="minor">
            <a:schemeClr val="tx1"/>
          </a:fontRef>
        </p:style>
      </p:cxnSp>
      <p:sp>
        <p:nvSpPr>
          <p:cNvPr id="48" name="CuadroTexto 47">
            <a:extLst>
              <a:ext uri="{FF2B5EF4-FFF2-40B4-BE49-F238E27FC236}">
                <a16:creationId xmlns:a16="http://schemas.microsoft.com/office/drawing/2014/main" id="{BADE4511-E85B-28DC-0EB1-F70F528A40CC}"/>
              </a:ext>
            </a:extLst>
          </p:cNvPr>
          <p:cNvSpPr txBox="1"/>
          <p:nvPr/>
        </p:nvSpPr>
        <p:spPr>
          <a:xfrm>
            <a:off x="4134916" y="1177051"/>
            <a:ext cx="2246343" cy="646331"/>
          </a:xfrm>
          <a:prstGeom prst="rect">
            <a:avLst/>
          </a:prstGeom>
          <a:noFill/>
        </p:spPr>
        <p:txBody>
          <a:bodyPr wrap="square" rtlCol="0">
            <a:spAutoFit/>
          </a:bodyPr>
          <a:lstStyle/>
          <a:p>
            <a:pPr algn="ctr"/>
            <a:r>
              <a:rPr lang="es-ES" sz="3600" dirty="0">
                <a:solidFill>
                  <a:schemeClr val="tx1"/>
                </a:solidFill>
                <a:latin typeface="Amasis MT Pro" panose="02040504050005020304" pitchFamily="18" charset="0"/>
              </a:rPr>
              <a:t>Inversión</a:t>
            </a:r>
            <a:endParaRPr lang="es-ES" sz="3600" dirty="0">
              <a:solidFill>
                <a:schemeClr val="tx1"/>
              </a:solidFill>
              <a:latin typeface="Amasis MT Pro" panose="02040504050005020304" pitchFamily="18" charset="0"/>
              <a:cs typeface="Adobe Devanagari" panose="02040503050201020203" pitchFamily="18" charset="0"/>
            </a:endParaRPr>
          </a:p>
        </p:txBody>
      </p:sp>
      <p:cxnSp>
        <p:nvCxnSpPr>
          <p:cNvPr id="50" name="Conector recto 49">
            <a:extLst>
              <a:ext uri="{FF2B5EF4-FFF2-40B4-BE49-F238E27FC236}">
                <a16:creationId xmlns:a16="http://schemas.microsoft.com/office/drawing/2014/main" id="{22C6110C-962F-D751-7939-7B90B4BF7885}"/>
              </a:ext>
            </a:extLst>
          </p:cNvPr>
          <p:cNvCxnSpPr/>
          <p:nvPr/>
        </p:nvCxnSpPr>
        <p:spPr>
          <a:xfrm>
            <a:off x="3609508" y="3973389"/>
            <a:ext cx="19192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5688A11E-4799-B014-EAEE-796838557942}"/>
                  </a:ext>
                </a:extLst>
              </p:cNvPr>
              <p:cNvSpPr txBox="1"/>
              <p:nvPr/>
            </p:nvSpPr>
            <p:spPr>
              <a:xfrm>
                <a:off x="4284052" y="3952647"/>
                <a:ext cx="65631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2800" i="1" dirty="0" smtClean="0">
                          <a:latin typeface="Cambria Math" panose="02040503050406030204" pitchFamily="18" charset="0"/>
                        </a:rPr>
                        <m:t>𝐺</m:t>
                      </m:r>
                    </m:oMath>
                  </m:oMathPara>
                </a14:m>
                <a:endParaRPr lang="es-ES" sz="2800" dirty="0"/>
              </a:p>
            </p:txBody>
          </p:sp>
        </mc:Choice>
        <mc:Fallback xmlns="">
          <p:sp>
            <p:nvSpPr>
              <p:cNvPr id="51" name="CuadroTexto 50">
                <a:extLst>
                  <a:ext uri="{FF2B5EF4-FFF2-40B4-BE49-F238E27FC236}">
                    <a16:creationId xmlns:a16="http://schemas.microsoft.com/office/drawing/2014/main" id="{5688A11E-4799-B014-EAEE-796838557942}"/>
                  </a:ext>
                </a:extLst>
              </p:cNvPr>
              <p:cNvSpPr txBox="1">
                <a:spLocks noRot="1" noChangeAspect="1" noMove="1" noResize="1" noEditPoints="1" noAdjustHandles="1" noChangeArrowheads="1" noChangeShapeType="1" noTextEdit="1"/>
              </p:cNvSpPr>
              <p:nvPr/>
            </p:nvSpPr>
            <p:spPr>
              <a:xfrm>
                <a:off x="4284052" y="3952647"/>
                <a:ext cx="656316" cy="523220"/>
              </a:xfrm>
              <a:prstGeom prst="rect">
                <a:avLst/>
              </a:prstGeom>
              <a:blipFill>
                <a:blip r:embed="rId22"/>
                <a:stretch>
                  <a:fillRect/>
                </a:stretch>
              </a:blipFill>
            </p:spPr>
            <p:txBody>
              <a:bodyPr/>
              <a:lstStyle/>
              <a:p>
                <a:r>
                  <a:rPr lang="es-ES">
                    <a:noFill/>
                  </a:rPr>
                  <a:t> </a:t>
                </a:r>
              </a:p>
            </p:txBody>
          </p:sp>
        </mc:Fallback>
      </mc:AlternateContent>
      <p:sp>
        <p:nvSpPr>
          <p:cNvPr id="53" name="CuadroTexto 52">
            <a:extLst>
              <a:ext uri="{FF2B5EF4-FFF2-40B4-BE49-F238E27FC236}">
                <a16:creationId xmlns:a16="http://schemas.microsoft.com/office/drawing/2014/main" id="{010A19F6-C37D-AE31-6BA2-AF6AB7C0E2AD}"/>
              </a:ext>
            </a:extLst>
          </p:cNvPr>
          <p:cNvSpPr txBox="1"/>
          <p:nvPr/>
        </p:nvSpPr>
        <p:spPr>
          <a:xfrm>
            <a:off x="3695888" y="6175062"/>
            <a:ext cx="3841786" cy="646331"/>
          </a:xfrm>
          <a:prstGeom prst="rect">
            <a:avLst/>
          </a:prstGeom>
          <a:noFill/>
        </p:spPr>
        <p:txBody>
          <a:bodyPr wrap="square" rtlCol="0">
            <a:spAutoFit/>
          </a:bodyPr>
          <a:lstStyle/>
          <a:p>
            <a:pPr algn="ctr"/>
            <a:r>
              <a:rPr lang="es-ES" sz="3600" dirty="0">
                <a:solidFill>
                  <a:schemeClr val="tx1"/>
                </a:solidFill>
                <a:latin typeface="Amasis MT Pro" panose="02040504050005020304" pitchFamily="18" charset="0"/>
              </a:rPr>
              <a:t>Tamaño del grupo</a:t>
            </a:r>
          </a:p>
        </p:txBody>
      </p:sp>
      <p:sp>
        <p:nvSpPr>
          <p:cNvPr id="54" name="CuadroTexto 53">
            <a:extLst>
              <a:ext uri="{FF2B5EF4-FFF2-40B4-BE49-F238E27FC236}">
                <a16:creationId xmlns:a16="http://schemas.microsoft.com/office/drawing/2014/main" id="{A7B8A03C-5A3A-AF90-EC78-D31CC8909C18}"/>
              </a:ext>
            </a:extLst>
          </p:cNvPr>
          <p:cNvSpPr txBox="1"/>
          <p:nvPr/>
        </p:nvSpPr>
        <p:spPr>
          <a:xfrm>
            <a:off x="-90044" y="1015081"/>
            <a:ext cx="2246343" cy="523220"/>
          </a:xfrm>
          <a:prstGeom prst="rect">
            <a:avLst/>
          </a:prstGeom>
          <a:noFill/>
        </p:spPr>
        <p:txBody>
          <a:bodyPr wrap="square" rtlCol="0">
            <a:spAutoFit/>
          </a:bodyPr>
          <a:lstStyle/>
          <a:p>
            <a:pPr algn="ctr"/>
            <a:r>
              <a:rPr lang="es-ES" sz="2800" dirty="0">
                <a:solidFill>
                  <a:srgbClr val="0070C0"/>
                </a:solidFill>
                <a:latin typeface="Amasis MT Pro" panose="02040504050005020304" pitchFamily="18" charset="0"/>
              </a:rPr>
              <a:t>Cooperador</a:t>
            </a:r>
            <a:endParaRPr lang="es-ES" sz="2800" dirty="0">
              <a:solidFill>
                <a:srgbClr val="0070C0"/>
              </a:solidFill>
              <a:latin typeface="Amasis MT Pro" panose="02040504050005020304" pitchFamily="18" charset="0"/>
              <a:cs typeface="Adobe Devanagari" panose="02040503050201020203" pitchFamily="18" charset="0"/>
            </a:endParaRPr>
          </a:p>
        </p:txBody>
      </p:sp>
      <p:sp>
        <p:nvSpPr>
          <p:cNvPr id="55" name="CuadroTexto 54">
            <a:extLst>
              <a:ext uri="{FF2B5EF4-FFF2-40B4-BE49-F238E27FC236}">
                <a16:creationId xmlns:a16="http://schemas.microsoft.com/office/drawing/2014/main" id="{0704FFAA-FDA6-03D8-3771-C4F86A3CEE00}"/>
              </a:ext>
            </a:extLst>
          </p:cNvPr>
          <p:cNvSpPr txBox="1"/>
          <p:nvPr/>
        </p:nvSpPr>
        <p:spPr>
          <a:xfrm>
            <a:off x="6818000" y="2296138"/>
            <a:ext cx="2246343" cy="523220"/>
          </a:xfrm>
          <a:prstGeom prst="rect">
            <a:avLst/>
          </a:prstGeom>
          <a:noFill/>
        </p:spPr>
        <p:txBody>
          <a:bodyPr wrap="square" rtlCol="0">
            <a:spAutoFit/>
          </a:bodyPr>
          <a:lstStyle/>
          <a:p>
            <a:pPr algn="ctr"/>
            <a:r>
              <a:rPr lang="es-ES" sz="2800" dirty="0">
                <a:solidFill>
                  <a:srgbClr val="C00000"/>
                </a:solidFill>
                <a:latin typeface="Amasis MT Pro" panose="02040504050005020304" pitchFamily="18" charset="0"/>
              </a:rPr>
              <a:t>Defraudador</a:t>
            </a:r>
            <a:endParaRPr lang="es-ES" sz="2800" dirty="0">
              <a:solidFill>
                <a:srgbClr val="C00000"/>
              </a:solidFill>
              <a:latin typeface="Amasis MT Pro" panose="02040504050005020304" pitchFamily="18" charset="0"/>
              <a:cs typeface="Adobe Devanagari" panose="02040503050201020203" pitchFamily="18" charset="0"/>
            </a:endParaRPr>
          </a:p>
        </p:txBody>
      </p:sp>
      <p:sp>
        <p:nvSpPr>
          <p:cNvPr id="56" name="CuadroTexto 55">
            <a:extLst>
              <a:ext uri="{FF2B5EF4-FFF2-40B4-BE49-F238E27FC236}">
                <a16:creationId xmlns:a16="http://schemas.microsoft.com/office/drawing/2014/main" id="{87C05490-01AA-4FF3-A855-9FAA705E8D23}"/>
              </a:ext>
            </a:extLst>
          </p:cNvPr>
          <p:cNvSpPr txBox="1"/>
          <p:nvPr/>
        </p:nvSpPr>
        <p:spPr>
          <a:xfrm>
            <a:off x="580894" y="5530986"/>
            <a:ext cx="2246343" cy="523220"/>
          </a:xfrm>
          <a:prstGeom prst="rect">
            <a:avLst/>
          </a:prstGeom>
          <a:noFill/>
        </p:spPr>
        <p:txBody>
          <a:bodyPr wrap="square" rtlCol="0">
            <a:spAutoFit/>
          </a:bodyPr>
          <a:lstStyle/>
          <a:p>
            <a:pPr algn="ctr"/>
            <a:r>
              <a:rPr lang="es-ES" sz="2800" dirty="0">
                <a:solidFill>
                  <a:srgbClr val="3D9072"/>
                </a:solidFill>
                <a:latin typeface="Amasis MT Pro" panose="02040504050005020304" pitchFamily="18" charset="0"/>
              </a:rPr>
              <a:t>Castigador</a:t>
            </a:r>
            <a:endParaRPr lang="es-ES" sz="2800" dirty="0">
              <a:solidFill>
                <a:srgbClr val="3D9072"/>
              </a:solidFill>
              <a:latin typeface="Amasis MT Pro" panose="02040504050005020304" pitchFamily="18" charset="0"/>
              <a:cs typeface="Adobe Devanagari" panose="02040503050201020203" pitchFamily="18" charset="0"/>
            </a:endParaRPr>
          </a:p>
        </p:txBody>
      </p:sp>
      <p:sp>
        <p:nvSpPr>
          <p:cNvPr id="9" name="Marcador de número de diapositiva 8">
            <a:extLst>
              <a:ext uri="{FF2B5EF4-FFF2-40B4-BE49-F238E27FC236}">
                <a16:creationId xmlns:a16="http://schemas.microsoft.com/office/drawing/2014/main" id="{B8D82021-7568-23D9-DA27-8EE88F9933A9}"/>
              </a:ext>
            </a:extLst>
          </p:cNvPr>
          <p:cNvSpPr>
            <a:spLocks noGrp="1"/>
          </p:cNvSpPr>
          <p:nvPr>
            <p:ph type="sldNum" sz="quarter" idx="12"/>
          </p:nvPr>
        </p:nvSpPr>
        <p:spPr/>
        <p:txBody>
          <a:bodyPr/>
          <a:lstStyle/>
          <a:p>
            <a:fld id="{CC057153-B650-4DEB-B370-79DDCFDCE934}" type="slidenum">
              <a:rPr lang="en-US" smtClean="0"/>
              <a:pPr/>
              <a:t>9</a:t>
            </a:fld>
            <a:r>
              <a:rPr lang="en-US"/>
              <a:t> / 57</a:t>
            </a:r>
            <a:endParaRPr lang="en-US" dirty="0"/>
          </a:p>
        </p:txBody>
      </p:sp>
    </p:spTree>
    <p:extLst>
      <p:ext uri="{BB962C8B-B14F-4D97-AF65-F5344CB8AC3E}">
        <p14:creationId xmlns:p14="http://schemas.microsoft.com/office/powerpoint/2010/main" val="399667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20"/>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1"/>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48"/>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26"/>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29"/>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37"/>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par>
                                <p:cTn id="63" presetID="1" presetClass="exit" presetSubtype="0" fill="hold" grpId="1" nodeType="withEffect">
                                  <p:stCondLst>
                                    <p:cond delay="0"/>
                                  </p:stCondLst>
                                  <p:childTnLst>
                                    <p:set>
                                      <p:cBhvr>
                                        <p:cTn id="64" dur="1" fill="hold">
                                          <p:stCondLst>
                                            <p:cond delay="0"/>
                                          </p:stCondLst>
                                        </p:cTn>
                                        <p:tgtEl>
                                          <p:spTgt spid="54"/>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55"/>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par>
                                <p:cTn id="71" presetID="1" presetClass="exit" presetSubtype="0" fill="hold" grpId="1" nodeType="withEffect">
                                  <p:stCondLst>
                                    <p:cond delay="0"/>
                                  </p:stCondLst>
                                  <p:childTnLst>
                                    <p:set>
                                      <p:cBhvr>
                                        <p:cTn id="72" dur="1" fill="hold">
                                          <p:stCondLst>
                                            <p:cond delay="0"/>
                                          </p:stCondLst>
                                        </p:cTn>
                                        <p:tgtEl>
                                          <p:spTgt spid="56"/>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 grpId="0"/>
      <p:bldP spid="4" grpId="0"/>
      <p:bldP spid="6" grpId="0"/>
      <p:bldP spid="11" grpId="0" animBg="1"/>
      <p:bldP spid="11" grpId="1" animBg="1"/>
      <p:bldP spid="12" grpId="0"/>
      <p:bldP spid="12" grpId="1"/>
      <p:bldP spid="13" grpId="0"/>
      <p:bldP spid="13" grpId="1"/>
      <p:bldP spid="15" grpId="0"/>
      <p:bldP spid="27" grpId="0" animBg="1"/>
      <p:bldP spid="28" grpId="0"/>
      <p:bldP spid="48" grpId="0"/>
      <p:bldP spid="48" grpId="1"/>
      <p:bldP spid="51" grpId="0"/>
      <p:bldP spid="53" grpId="0"/>
      <p:bldP spid="54" grpId="0"/>
      <p:bldP spid="54" grpId="1"/>
      <p:bldP spid="55" grpId="0"/>
      <p:bldP spid="55" grpId="1"/>
      <p:bldP spid="56" grpId="0"/>
      <p:bldP spid="56"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0A1E3C2-E102-C2FE-14AA-8DF5C37A0D3E}"/>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Oscilación de la rentabilidad</a:t>
            </a:r>
            <a:endParaRPr lang="es-ES" sz="6600" b="1" dirty="0">
              <a:solidFill>
                <a:srgbClr val="0070C0"/>
              </a:solidFill>
              <a:latin typeface="Amasis MT Pro Light" panose="02040304050005020304" pitchFamily="18" charset="0"/>
              <a:cs typeface="Adobe Devanagari" panose="02040503050201020203" pitchFamily="18" charset="0"/>
            </a:endParaRPr>
          </a:p>
        </p:txBody>
      </p:sp>
      <p:pic>
        <p:nvPicPr>
          <p:cNvPr id="9" name="Imagen 8">
            <a:extLst>
              <a:ext uri="{FF2B5EF4-FFF2-40B4-BE49-F238E27FC236}">
                <a16:creationId xmlns:a16="http://schemas.microsoft.com/office/drawing/2014/main" id="{4C5E013C-C5D7-E351-433B-0EE3D3897367}"/>
              </a:ext>
            </a:extLst>
          </p:cNvPr>
          <p:cNvPicPr>
            <a:picLocks noChangeAspect="1"/>
          </p:cNvPicPr>
          <p:nvPr/>
        </p:nvPicPr>
        <p:blipFill>
          <a:blip r:embed="rId3"/>
          <a:stretch>
            <a:fillRect/>
          </a:stretch>
        </p:blipFill>
        <p:spPr>
          <a:xfrm>
            <a:off x="815340" y="1733697"/>
            <a:ext cx="7513320" cy="879969"/>
          </a:xfrm>
          <a:prstGeom prst="rect">
            <a:avLst/>
          </a:prstGeom>
        </p:spPr>
      </p:pic>
      <p:sp>
        <p:nvSpPr>
          <p:cNvPr id="10" name="Rectángulo: esquinas redondeadas 9">
            <a:extLst>
              <a:ext uri="{FF2B5EF4-FFF2-40B4-BE49-F238E27FC236}">
                <a16:creationId xmlns:a16="http://schemas.microsoft.com/office/drawing/2014/main" id="{F2C21E76-9ECB-A8A6-105D-5667AEAC6A2A}"/>
              </a:ext>
            </a:extLst>
          </p:cNvPr>
          <p:cNvSpPr/>
          <p:nvPr/>
        </p:nvSpPr>
        <p:spPr>
          <a:xfrm>
            <a:off x="711267" y="1525960"/>
            <a:ext cx="7721465" cy="1295442"/>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 name="Imagen 6">
            <a:extLst>
              <a:ext uri="{FF2B5EF4-FFF2-40B4-BE49-F238E27FC236}">
                <a16:creationId xmlns:a16="http://schemas.microsoft.com/office/drawing/2014/main" id="{45D4F256-0FFD-8244-2E7F-20316F912825}"/>
              </a:ext>
            </a:extLst>
          </p:cNvPr>
          <p:cNvPicPr>
            <a:picLocks noChangeAspect="1"/>
          </p:cNvPicPr>
          <p:nvPr/>
        </p:nvPicPr>
        <p:blipFill>
          <a:blip r:embed="rId4"/>
          <a:stretch>
            <a:fillRect/>
          </a:stretch>
        </p:blipFill>
        <p:spPr>
          <a:xfrm>
            <a:off x="469955" y="3177258"/>
            <a:ext cx="8204089" cy="3324886"/>
          </a:xfrm>
          <a:prstGeom prst="rect">
            <a:avLst/>
          </a:prstGeom>
        </p:spPr>
      </p:pic>
      <p:sp>
        <p:nvSpPr>
          <p:cNvPr id="2" name="CuadroTexto 1">
            <a:extLst>
              <a:ext uri="{FF2B5EF4-FFF2-40B4-BE49-F238E27FC236}">
                <a16:creationId xmlns:a16="http://schemas.microsoft.com/office/drawing/2014/main" id="{96BB8762-6315-53B7-8826-FD842F6C5387}"/>
              </a:ext>
            </a:extLst>
          </p:cNvPr>
          <p:cNvSpPr txBox="1"/>
          <p:nvPr/>
        </p:nvSpPr>
        <p:spPr>
          <a:xfrm>
            <a:off x="3120770" y="2915648"/>
            <a:ext cx="2896763" cy="523220"/>
          </a:xfrm>
          <a:prstGeom prst="rect">
            <a:avLst/>
          </a:prstGeom>
          <a:noFill/>
        </p:spPr>
        <p:txBody>
          <a:bodyPr wrap="square" rtlCol="0">
            <a:spAutoFit/>
          </a:bodyPr>
          <a:lstStyle/>
          <a:p>
            <a:pPr algn="ctr"/>
            <a:r>
              <a:rPr lang="es-ES" sz="2800" dirty="0">
                <a:latin typeface="Amasis MT Pro" panose="02040504050005020304" pitchFamily="18" charset="0"/>
              </a:rPr>
              <a:t>Ibex 35</a:t>
            </a:r>
          </a:p>
        </p:txBody>
      </p:sp>
      <p:sp>
        <p:nvSpPr>
          <p:cNvPr id="3" name="CuadroTexto 2">
            <a:extLst>
              <a:ext uri="{FF2B5EF4-FFF2-40B4-BE49-F238E27FC236}">
                <a16:creationId xmlns:a16="http://schemas.microsoft.com/office/drawing/2014/main" id="{0D9C309D-30C4-5ABD-3453-2A3C97022956}"/>
              </a:ext>
            </a:extLst>
          </p:cNvPr>
          <p:cNvSpPr txBox="1"/>
          <p:nvPr/>
        </p:nvSpPr>
        <p:spPr>
          <a:xfrm>
            <a:off x="3382526" y="6488668"/>
            <a:ext cx="2373252" cy="369332"/>
          </a:xfrm>
          <a:prstGeom prst="rect">
            <a:avLst/>
          </a:prstGeom>
          <a:noFill/>
        </p:spPr>
        <p:txBody>
          <a:bodyPr wrap="square" rtlCol="0">
            <a:spAutoFit/>
          </a:bodyPr>
          <a:lstStyle/>
          <a:p>
            <a:pPr algn="ctr"/>
            <a:r>
              <a:rPr lang="es-ES" dirty="0"/>
              <a:t>Tiempo (años)</a:t>
            </a:r>
          </a:p>
        </p:txBody>
      </p:sp>
      <p:sp>
        <p:nvSpPr>
          <p:cNvPr id="4" name="Elipse 3">
            <a:extLst>
              <a:ext uri="{FF2B5EF4-FFF2-40B4-BE49-F238E27FC236}">
                <a16:creationId xmlns:a16="http://schemas.microsoft.com/office/drawing/2014/main" id="{F414C1B6-C348-3663-AEBE-CAAC71CA68CA}"/>
              </a:ext>
            </a:extLst>
          </p:cNvPr>
          <p:cNvSpPr/>
          <p:nvPr/>
        </p:nvSpPr>
        <p:spPr>
          <a:xfrm>
            <a:off x="6522585" y="4980738"/>
            <a:ext cx="253858" cy="253858"/>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Elipse 5">
            <a:extLst>
              <a:ext uri="{FF2B5EF4-FFF2-40B4-BE49-F238E27FC236}">
                <a16:creationId xmlns:a16="http://schemas.microsoft.com/office/drawing/2014/main" id="{4E567B54-77C7-4BBC-66FC-7FD8F2A37A67}"/>
              </a:ext>
            </a:extLst>
          </p:cNvPr>
          <p:cNvSpPr/>
          <p:nvPr/>
        </p:nvSpPr>
        <p:spPr>
          <a:xfrm>
            <a:off x="6691504" y="4684321"/>
            <a:ext cx="253858" cy="253858"/>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FCA5C0C-94EE-B78B-03C8-7B93C9FD113A}"/>
                  </a:ext>
                </a:extLst>
              </p:cNvPr>
              <p:cNvSpPr txBox="1"/>
              <p:nvPr/>
            </p:nvSpPr>
            <p:spPr>
              <a:xfrm>
                <a:off x="6421524" y="3164960"/>
                <a:ext cx="1472769" cy="879215"/>
              </a:xfrm>
              <a:prstGeom prst="rect">
                <a:avLst/>
              </a:prstGeom>
              <a:noFill/>
            </p:spPr>
            <p:txBody>
              <a:bodyPr wrap="square" rtlCol="0">
                <a:spAutoFit/>
              </a:bodyPr>
              <a:lstStyle/>
              <a:p>
                <a:pPr algn="ctr"/>
                <a14:m>
                  <m:oMath xmlns:m="http://schemas.openxmlformats.org/officeDocument/2006/math">
                    <m:f>
                      <m:fPr>
                        <m:ctrlPr>
                          <a:rPr lang="es-ES" sz="2800" i="1" dirty="0" smtClean="0">
                            <a:latin typeface="Cambria Math" panose="02040503050406030204" pitchFamily="18" charset="0"/>
                          </a:rPr>
                        </m:ctrlPr>
                      </m:fPr>
                      <m:num>
                        <m:r>
                          <m:rPr>
                            <m:nor/>
                          </m:rPr>
                          <a:rPr lang="es-ES" sz="2800" dirty="0">
                            <a:latin typeface="Amasis MT Pro" panose="02040504050005020304" pitchFamily="18" charset="0"/>
                          </a:rPr>
                          <m:t>I</m:t>
                        </m:r>
                        <m:r>
                          <m:rPr>
                            <m:nor/>
                          </m:rPr>
                          <a:rPr lang="es-ES" sz="2800" dirty="0">
                            <a:latin typeface="Amasis MT Pro" panose="02040504050005020304" pitchFamily="18" charset="0"/>
                          </a:rPr>
                          <m:t>(</m:t>
                        </m:r>
                        <m:r>
                          <m:rPr>
                            <m:nor/>
                          </m:rPr>
                          <a:rPr lang="es-ES" sz="2800" dirty="0" smtClean="0">
                            <a:solidFill>
                              <a:srgbClr val="0070C0"/>
                            </a:solidFill>
                            <a:latin typeface="Amasis MT Pro" panose="02040504050005020304" pitchFamily="18" charset="0"/>
                          </a:rPr>
                          <m:t>t</m:t>
                        </m:r>
                        <m:r>
                          <m:rPr>
                            <m:nor/>
                          </m:rPr>
                          <a:rPr lang="es-ES" sz="2800" baseline="-25000" dirty="0" smtClean="0">
                            <a:solidFill>
                              <a:srgbClr val="0070C0"/>
                            </a:solidFill>
                            <a:latin typeface="Amasis MT Pro" panose="02040504050005020304" pitchFamily="18" charset="0"/>
                          </a:rPr>
                          <m:t>2</m:t>
                        </m:r>
                        <m:r>
                          <m:rPr>
                            <m:nor/>
                          </m:rPr>
                          <a:rPr lang="es-ES" sz="2800" dirty="0">
                            <a:latin typeface="Amasis MT Pro" panose="02040504050005020304" pitchFamily="18" charset="0"/>
                          </a:rPr>
                          <m:t>)</m:t>
                        </m:r>
                      </m:num>
                      <m:den>
                        <m:r>
                          <m:rPr>
                            <m:nor/>
                          </m:rPr>
                          <a:rPr lang="es-ES" sz="2800" dirty="0">
                            <a:latin typeface="Amasis MT Pro" panose="02040504050005020304" pitchFamily="18" charset="0"/>
                          </a:rPr>
                          <m:t>I</m:t>
                        </m:r>
                        <m:r>
                          <m:rPr>
                            <m:nor/>
                          </m:rPr>
                          <a:rPr lang="es-ES" sz="2800" dirty="0">
                            <a:latin typeface="Amasis MT Pro" panose="02040504050005020304" pitchFamily="18" charset="0"/>
                          </a:rPr>
                          <m:t>(</m:t>
                        </m:r>
                        <m:r>
                          <m:rPr>
                            <m:nor/>
                          </m:rPr>
                          <a:rPr lang="es-ES" sz="2800" dirty="0" smtClean="0">
                            <a:solidFill>
                              <a:srgbClr val="C00000"/>
                            </a:solidFill>
                            <a:latin typeface="Amasis MT Pro" panose="02040504050005020304" pitchFamily="18" charset="0"/>
                          </a:rPr>
                          <m:t>t</m:t>
                        </m:r>
                        <m:r>
                          <m:rPr>
                            <m:nor/>
                          </m:rPr>
                          <a:rPr lang="es-ES" sz="2800" baseline="-25000" dirty="0" smtClean="0">
                            <a:solidFill>
                              <a:srgbClr val="C00000"/>
                            </a:solidFill>
                            <a:latin typeface="Amasis MT Pro" panose="02040504050005020304" pitchFamily="18" charset="0"/>
                          </a:rPr>
                          <m:t>1</m:t>
                        </m:r>
                        <m:r>
                          <m:rPr>
                            <m:nor/>
                          </m:rPr>
                          <a:rPr lang="es-ES" sz="2800" dirty="0">
                            <a:latin typeface="Amasis MT Pro" panose="02040504050005020304" pitchFamily="18" charset="0"/>
                          </a:rPr>
                          <m:t>)</m:t>
                        </m:r>
                      </m:den>
                    </m:f>
                  </m:oMath>
                </a14:m>
                <a:r>
                  <a:rPr lang="es-ES" sz="2800" dirty="0">
                    <a:latin typeface="Amasis MT Pro" panose="02040504050005020304" pitchFamily="18" charset="0"/>
                  </a:rPr>
                  <a:t> = r</a:t>
                </a:r>
              </a:p>
            </p:txBody>
          </p:sp>
        </mc:Choice>
        <mc:Fallback xmlns="">
          <p:sp>
            <p:nvSpPr>
              <p:cNvPr id="8" name="CuadroTexto 7">
                <a:extLst>
                  <a:ext uri="{FF2B5EF4-FFF2-40B4-BE49-F238E27FC236}">
                    <a16:creationId xmlns:a16="http://schemas.microsoft.com/office/drawing/2014/main" id="{BFCA5C0C-94EE-B78B-03C8-7B93C9FD113A}"/>
                  </a:ext>
                </a:extLst>
              </p:cNvPr>
              <p:cNvSpPr txBox="1">
                <a:spLocks noRot="1" noChangeAspect="1" noMove="1" noResize="1" noEditPoints="1" noAdjustHandles="1" noChangeArrowheads="1" noChangeShapeType="1" noTextEdit="1"/>
              </p:cNvSpPr>
              <p:nvPr/>
            </p:nvSpPr>
            <p:spPr>
              <a:xfrm>
                <a:off x="6421524" y="3164960"/>
                <a:ext cx="1472769" cy="879215"/>
              </a:xfrm>
              <a:prstGeom prst="rect">
                <a:avLst/>
              </a:prstGeom>
              <a:blipFill>
                <a:blip r:embed="rId5"/>
                <a:stretch>
                  <a:fillRect r="-2479"/>
                </a:stretch>
              </a:blipFill>
            </p:spPr>
            <p:txBody>
              <a:bodyPr/>
              <a:lstStyle/>
              <a:p>
                <a:r>
                  <a:rPr lang="es-ES">
                    <a:noFill/>
                  </a:rPr>
                  <a:t> </a:t>
                </a:r>
              </a:p>
            </p:txBody>
          </p:sp>
        </mc:Fallback>
      </mc:AlternateContent>
      <p:sp>
        <p:nvSpPr>
          <p:cNvPr id="24" name="Elipse 23">
            <a:extLst>
              <a:ext uri="{FF2B5EF4-FFF2-40B4-BE49-F238E27FC236}">
                <a16:creationId xmlns:a16="http://schemas.microsoft.com/office/drawing/2014/main" id="{2583606C-0152-23BC-0283-106CD1DE7403}"/>
              </a:ext>
            </a:extLst>
          </p:cNvPr>
          <p:cNvSpPr/>
          <p:nvPr/>
        </p:nvSpPr>
        <p:spPr>
          <a:xfrm>
            <a:off x="2160111" y="1796140"/>
            <a:ext cx="821455" cy="821455"/>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26" name="Conector recto de flecha 25">
            <a:extLst>
              <a:ext uri="{FF2B5EF4-FFF2-40B4-BE49-F238E27FC236}">
                <a16:creationId xmlns:a16="http://schemas.microsoft.com/office/drawing/2014/main" id="{49523DB6-5E3F-5CF1-1B81-CF551250016D}"/>
              </a:ext>
            </a:extLst>
          </p:cNvPr>
          <p:cNvCxnSpPr>
            <a:cxnSpLocks/>
          </p:cNvCxnSpPr>
          <p:nvPr/>
        </p:nvCxnSpPr>
        <p:spPr>
          <a:xfrm flipH="1" flipV="1">
            <a:off x="2056039" y="1232944"/>
            <a:ext cx="313305" cy="60776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7" name="Elipse 26">
            <a:extLst>
              <a:ext uri="{FF2B5EF4-FFF2-40B4-BE49-F238E27FC236}">
                <a16:creationId xmlns:a16="http://schemas.microsoft.com/office/drawing/2014/main" id="{F798F74A-1AEA-7C9B-A92A-A5764BE665DF}"/>
              </a:ext>
            </a:extLst>
          </p:cNvPr>
          <p:cNvSpPr/>
          <p:nvPr/>
        </p:nvSpPr>
        <p:spPr>
          <a:xfrm>
            <a:off x="3608955" y="1814271"/>
            <a:ext cx="821455" cy="821455"/>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8" name="Conector recto de flecha 27">
            <a:extLst>
              <a:ext uri="{FF2B5EF4-FFF2-40B4-BE49-F238E27FC236}">
                <a16:creationId xmlns:a16="http://schemas.microsoft.com/office/drawing/2014/main" id="{B0C8B982-080A-F225-B0C0-698D8FA025B0}"/>
              </a:ext>
            </a:extLst>
          </p:cNvPr>
          <p:cNvCxnSpPr>
            <a:cxnSpLocks/>
            <a:endCxn id="39" idx="2"/>
          </p:cNvCxnSpPr>
          <p:nvPr/>
        </p:nvCxnSpPr>
        <p:spPr>
          <a:xfrm flipH="1" flipV="1">
            <a:off x="3674167" y="1264859"/>
            <a:ext cx="185839" cy="57584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9" name="Elipse 28">
            <a:extLst>
              <a:ext uri="{FF2B5EF4-FFF2-40B4-BE49-F238E27FC236}">
                <a16:creationId xmlns:a16="http://schemas.microsoft.com/office/drawing/2014/main" id="{7BAB6965-E69F-E777-CC3C-B35D4392504D}"/>
              </a:ext>
            </a:extLst>
          </p:cNvPr>
          <p:cNvSpPr/>
          <p:nvPr/>
        </p:nvSpPr>
        <p:spPr>
          <a:xfrm>
            <a:off x="5489514" y="1552507"/>
            <a:ext cx="1160000" cy="1160000"/>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0" name="Conector recto de flecha 29">
            <a:extLst>
              <a:ext uri="{FF2B5EF4-FFF2-40B4-BE49-F238E27FC236}">
                <a16:creationId xmlns:a16="http://schemas.microsoft.com/office/drawing/2014/main" id="{CF7D54C0-0ACC-A710-B26C-FCA91E15B068}"/>
              </a:ext>
            </a:extLst>
          </p:cNvPr>
          <p:cNvCxnSpPr>
            <a:cxnSpLocks/>
            <a:stCxn id="29" idx="7"/>
            <a:endCxn id="51" idx="2"/>
          </p:cNvCxnSpPr>
          <p:nvPr/>
        </p:nvCxnSpPr>
        <p:spPr>
          <a:xfrm flipV="1">
            <a:off x="6479636" y="1262263"/>
            <a:ext cx="423736" cy="46012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7" name="CuadroTexto 36">
            <a:extLst>
              <a:ext uri="{FF2B5EF4-FFF2-40B4-BE49-F238E27FC236}">
                <a16:creationId xmlns:a16="http://schemas.microsoft.com/office/drawing/2014/main" id="{BA786650-D92B-8820-F127-C2DA5917614B}"/>
              </a:ext>
            </a:extLst>
          </p:cNvPr>
          <p:cNvSpPr txBox="1"/>
          <p:nvPr/>
        </p:nvSpPr>
        <p:spPr>
          <a:xfrm>
            <a:off x="1101265" y="695808"/>
            <a:ext cx="1129391" cy="830997"/>
          </a:xfrm>
          <a:prstGeom prst="rect">
            <a:avLst/>
          </a:prstGeom>
          <a:noFill/>
        </p:spPr>
        <p:txBody>
          <a:bodyPr wrap="square" rtlCol="0">
            <a:spAutoFit/>
          </a:bodyPr>
          <a:lstStyle/>
          <a:p>
            <a:pPr algn="ctr"/>
            <a:r>
              <a:rPr lang="es-ES" sz="2400" dirty="0">
                <a:latin typeface="Amasis MT Pro" panose="02040504050005020304" pitchFamily="18" charset="0"/>
              </a:rPr>
              <a:t>Valor base</a:t>
            </a:r>
          </a:p>
        </p:txBody>
      </p:sp>
      <p:sp>
        <p:nvSpPr>
          <p:cNvPr id="39" name="CuadroTexto 38">
            <a:extLst>
              <a:ext uri="{FF2B5EF4-FFF2-40B4-BE49-F238E27FC236}">
                <a16:creationId xmlns:a16="http://schemas.microsoft.com/office/drawing/2014/main" id="{6B168379-CF06-036F-FEC7-13B78AC05E78}"/>
              </a:ext>
            </a:extLst>
          </p:cNvPr>
          <p:cNvSpPr txBox="1"/>
          <p:nvPr/>
        </p:nvSpPr>
        <p:spPr>
          <a:xfrm>
            <a:off x="2847340" y="803194"/>
            <a:ext cx="1653654" cy="461665"/>
          </a:xfrm>
          <a:prstGeom prst="rect">
            <a:avLst/>
          </a:prstGeom>
          <a:noFill/>
        </p:spPr>
        <p:txBody>
          <a:bodyPr wrap="square" rtlCol="0">
            <a:spAutoFit/>
          </a:bodyPr>
          <a:lstStyle/>
          <a:p>
            <a:pPr algn="ctr"/>
            <a:r>
              <a:rPr lang="es-ES" sz="2400" dirty="0">
                <a:latin typeface="Amasis MT Pro" panose="02040504050005020304" pitchFamily="18" charset="0"/>
              </a:rPr>
              <a:t>Amplitud</a:t>
            </a:r>
          </a:p>
        </p:txBody>
      </p:sp>
      <p:sp>
        <p:nvSpPr>
          <p:cNvPr id="51" name="CuadroTexto 50">
            <a:extLst>
              <a:ext uri="{FF2B5EF4-FFF2-40B4-BE49-F238E27FC236}">
                <a16:creationId xmlns:a16="http://schemas.microsoft.com/office/drawing/2014/main" id="{927FC508-1A98-0473-A17C-CCA96EB1BD73}"/>
              </a:ext>
            </a:extLst>
          </p:cNvPr>
          <p:cNvSpPr txBox="1"/>
          <p:nvPr/>
        </p:nvSpPr>
        <p:spPr>
          <a:xfrm>
            <a:off x="4493657" y="800598"/>
            <a:ext cx="4819429" cy="461665"/>
          </a:xfrm>
          <a:prstGeom prst="rect">
            <a:avLst/>
          </a:prstGeom>
          <a:noFill/>
        </p:spPr>
        <p:txBody>
          <a:bodyPr wrap="square" rtlCol="0">
            <a:spAutoFit/>
          </a:bodyPr>
          <a:lstStyle/>
          <a:p>
            <a:pPr algn="ctr"/>
            <a:r>
              <a:rPr lang="es-ES" sz="2400" dirty="0">
                <a:latin typeface="Amasis MT Pro" panose="02040504050005020304" pitchFamily="18" charset="0"/>
              </a:rPr>
              <a:t>Frecuencia de oscilación</a:t>
            </a:r>
          </a:p>
        </p:txBody>
      </p:sp>
      <p:cxnSp>
        <p:nvCxnSpPr>
          <p:cNvPr id="22" name="Conector recto 21">
            <a:extLst>
              <a:ext uri="{FF2B5EF4-FFF2-40B4-BE49-F238E27FC236}">
                <a16:creationId xmlns:a16="http://schemas.microsoft.com/office/drawing/2014/main" id="{3FDD5735-E7F6-555E-EA04-BC457DF8D258}"/>
              </a:ext>
            </a:extLst>
          </p:cNvPr>
          <p:cNvCxnSpPr>
            <a:stCxn id="4" idx="4"/>
          </p:cNvCxnSpPr>
          <p:nvPr/>
        </p:nvCxnSpPr>
        <p:spPr>
          <a:xfrm>
            <a:off x="6649514" y="5234596"/>
            <a:ext cx="0" cy="93125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635575E9-98B4-8BB8-6C99-E331E2DEC4BD}"/>
              </a:ext>
            </a:extLst>
          </p:cNvPr>
          <p:cNvCxnSpPr>
            <a:cxnSpLocks/>
            <a:stCxn id="6" idx="4"/>
          </p:cNvCxnSpPr>
          <p:nvPr/>
        </p:nvCxnSpPr>
        <p:spPr>
          <a:xfrm flipH="1">
            <a:off x="6813147" y="4938179"/>
            <a:ext cx="5286" cy="122767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BEE67E5A-5105-7770-96A5-12D2D6EA0519}"/>
                  </a:ext>
                </a:extLst>
              </p:cNvPr>
              <p:cNvSpPr txBox="1"/>
              <p:nvPr/>
            </p:nvSpPr>
            <p:spPr>
              <a:xfrm>
                <a:off x="6351757" y="6095297"/>
                <a:ext cx="424686"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sz="3200" dirty="0" smtClean="0">
                          <a:solidFill>
                            <a:srgbClr val="C00000"/>
                          </a:solidFill>
                          <a:latin typeface="Amasis MT Pro" panose="02040504050005020304" pitchFamily="18" charset="0"/>
                        </a:rPr>
                        <m:t>t</m:t>
                      </m:r>
                      <m:r>
                        <m:rPr>
                          <m:nor/>
                        </m:rPr>
                        <a:rPr lang="es-ES" sz="3200" baseline="-25000" dirty="0" smtClean="0">
                          <a:solidFill>
                            <a:srgbClr val="C00000"/>
                          </a:solidFill>
                          <a:latin typeface="Amasis MT Pro" panose="02040504050005020304" pitchFamily="18" charset="0"/>
                        </a:rPr>
                        <m:t>1</m:t>
                      </m:r>
                    </m:oMath>
                  </m:oMathPara>
                </a14:m>
                <a:endParaRPr lang="es-ES" sz="3200" dirty="0">
                  <a:solidFill>
                    <a:srgbClr val="C00000"/>
                  </a:solidFill>
                </a:endParaRPr>
              </a:p>
            </p:txBody>
          </p:sp>
        </mc:Choice>
        <mc:Fallback xmlns="">
          <p:sp>
            <p:nvSpPr>
              <p:cNvPr id="32" name="CuadroTexto 31">
                <a:extLst>
                  <a:ext uri="{FF2B5EF4-FFF2-40B4-BE49-F238E27FC236}">
                    <a16:creationId xmlns:a16="http://schemas.microsoft.com/office/drawing/2014/main" id="{BEE67E5A-5105-7770-96A5-12D2D6EA0519}"/>
                  </a:ext>
                </a:extLst>
              </p:cNvPr>
              <p:cNvSpPr txBox="1">
                <a:spLocks noRot="1" noChangeAspect="1" noMove="1" noResize="1" noEditPoints="1" noAdjustHandles="1" noChangeArrowheads="1" noChangeShapeType="1" noTextEdit="1"/>
              </p:cNvSpPr>
              <p:nvPr/>
            </p:nvSpPr>
            <p:spPr>
              <a:xfrm>
                <a:off x="6351757" y="6095297"/>
                <a:ext cx="424686" cy="584775"/>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E75B8A23-524A-797F-42D4-1795090D8E64}"/>
                  </a:ext>
                </a:extLst>
              </p:cNvPr>
              <p:cNvSpPr txBox="1"/>
              <p:nvPr/>
            </p:nvSpPr>
            <p:spPr>
              <a:xfrm>
                <a:off x="6827149" y="6075361"/>
                <a:ext cx="577850" cy="584775"/>
              </a:xfrm>
              <a:prstGeom prst="rect">
                <a:avLst/>
              </a:prstGeom>
              <a:noFill/>
              <a:ln>
                <a:solidFill>
                  <a:srgbClr val="0070C0"/>
                </a:solidFill>
              </a:ln>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sz="3200" dirty="0" smtClean="0">
                          <a:latin typeface="Amasis MT Pro" panose="02040504050005020304" pitchFamily="18" charset="0"/>
                        </a:rPr>
                        <m:t>t</m:t>
                      </m:r>
                      <m:r>
                        <m:rPr>
                          <m:nor/>
                        </m:rPr>
                        <a:rPr lang="es-ES" sz="3200" baseline="-25000" dirty="0" smtClean="0">
                          <a:latin typeface="Amasis MT Pro" panose="02040504050005020304" pitchFamily="18" charset="0"/>
                        </a:rPr>
                        <m:t>2</m:t>
                      </m:r>
                    </m:oMath>
                  </m:oMathPara>
                </a14:m>
                <a:endParaRPr lang="es-ES" sz="3200" dirty="0"/>
              </a:p>
            </p:txBody>
          </p:sp>
        </mc:Choice>
        <mc:Fallback xmlns="">
          <p:sp>
            <p:nvSpPr>
              <p:cNvPr id="38" name="CuadroTexto 37">
                <a:extLst>
                  <a:ext uri="{FF2B5EF4-FFF2-40B4-BE49-F238E27FC236}">
                    <a16:creationId xmlns:a16="http://schemas.microsoft.com/office/drawing/2014/main" id="{E75B8A23-524A-797F-42D4-1795090D8E64}"/>
                  </a:ext>
                </a:extLst>
              </p:cNvPr>
              <p:cNvSpPr txBox="1">
                <a:spLocks noRot="1" noChangeAspect="1" noMove="1" noResize="1" noEditPoints="1" noAdjustHandles="1" noChangeArrowheads="1" noChangeShapeType="1" noTextEdit="1"/>
              </p:cNvSpPr>
              <p:nvPr/>
            </p:nvSpPr>
            <p:spPr>
              <a:xfrm>
                <a:off x="6827149" y="6075361"/>
                <a:ext cx="577850" cy="584775"/>
              </a:xfrm>
              <a:prstGeom prst="rect">
                <a:avLst/>
              </a:prstGeom>
              <a:blipFill>
                <a:blip r:embed="rId7"/>
                <a:stretch>
                  <a:fillRect/>
                </a:stretch>
              </a:blipFill>
              <a:ln>
                <a:solidFill>
                  <a:srgbClr val="0070C0"/>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7F564922-E782-E70E-4A5B-DD0834CD7BBA}"/>
                  </a:ext>
                </a:extLst>
              </p:cNvPr>
              <p:cNvSpPr txBox="1"/>
              <p:nvPr/>
            </p:nvSpPr>
            <p:spPr>
              <a:xfrm>
                <a:off x="-234950" y="4044175"/>
                <a:ext cx="114935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sz="2800" dirty="0" smtClean="0">
                          <a:latin typeface="Amasis MT Pro" panose="02040504050005020304" pitchFamily="18" charset="0"/>
                        </a:rPr>
                        <m:t>I</m:t>
                      </m:r>
                      <m:r>
                        <m:rPr>
                          <m:nor/>
                        </m:rPr>
                        <a:rPr lang="es-ES" sz="2800" dirty="0" smtClean="0">
                          <a:latin typeface="Amasis MT Pro" panose="02040504050005020304" pitchFamily="18" charset="0"/>
                        </a:rPr>
                        <m:t>(</m:t>
                      </m:r>
                      <m:r>
                        <m:rPr>
                          <m:nor/>
                        </m:rPr>
                        <a:rPr lang="es-ES" sz="2800" dirty="0" smtClean="0">
                          <a:solidFill>
                            <a:schemeClr val="tx1"/>
                          </a:solidFill>
                          <a:latin typeface="Amasis MT Pro" panose="02040504050005020304" pitchFamily="18" charset="0"/>
                        </a:rPr>
                        <m:t>t</m:t>
                      </m:r>
                      <m:r>
                        <m:rPr>
                          <m:nor/>
                        </m:rPr>
                        <a:rPr lang="es-ES" sz="2800" dirty="0" smtClean="0">
                          <a:latin typeface="Amasis MT Pro" panose="02040504050005020304" pitchFamily="18" charset="0"/>
                        </a:rPr>
                        <m:t>)</m:t>
                      </m:r>
                    </m:oMath>
                  </m:oMathPara>
                </a14:m>
                <a:endParaRPr lang="es-ES" sz="2800" dirty="0"/>
              </a:p>
            </p:txBody>
          </p:sp>
        </mc:Choice>
        <mc:Fallback xmlns="">
          <p:sp>
            <p:nvSpPr>
              <p:cNvPr id="41" name="CuadroTexto 40">
                <a:extLst>
                  <a:ext uri="{FF2B5EF4-FFF2-40B4-BE49-F238E27FC236}">
                    <a16:creationId xmlns:a16="http://schemas.microsoft.com/office/drawing/2014/main" id="{7F564922-E782-E70E-4A5B-DD0834CD7BBA}"/>
                  </a:ext>
                </a:extLst>
              </p:cNvPr>
              <p:cNvSpPr txBox="1">
                <a:spLocks noRot="1" noChangeAspect="1" noMove="1" noResize="1" noEditPoints="1" noAdjustHandles="1" noChangeArrowheads="1" noChangeShapeType="1" noTextEdit="1"/>
              </p:cNvSpPr>
              <p:nvPr/>
            </p:nvSpPr>
            <p:spPr>
              <a:xfrm>
                <a:off x="-234950" y="4044175"/>
                <a:ext cx="1149350" cy="523220"/>
              </a:xfrm>
              <a:prstGeom prst="rect">
                <a:avLst/>
              </a:prstGeom>
              <a:blipFill>
                <a:blip r:embed="rId8"/>
                <a:stretch>
                  <a:fillRect/>
                </a:stretch>
              </a:blipFill>
            </p:spPr>
            <p:txBody>
              <a:bodyPr/>
              <a:lstStyle/>
              <a:p>
                <a:r>
                  <a:rPr lang="es-ES">
                    <a:noFill/>
                  </a:rPr>
                  <a:t> </a:t>
                </a:r>
              </a:p>
            </p:txBody>
          </p:sp>
        </mc:Fallback>
      </mc:AlternateContent>
      <p:sp>
        <p:nvSpPr>
          <p:cNvPr id="42" name="Rectángulo: esquinas redondeadas 41">
            <a:extLst>
              <a:ext uri="{FF2B5EF4-FFF2-40B4-BE49-F238E27FC236}">
                <a16:creationId xmlns:a16="http://schemas.microsoft.com/office/drawing/2014/main" id="{F0AB3E16-0C6E-F53F-51F1-76458C6B60BB}"/>
              </a:ext>
            </a:extLst>
          </p:cNvPr>
          <p:cNvSpPr/>
          <p:nvPr/>
        </p:nvSpPr>
        <p:spPr>
          <a:xfrm>
            <a:off x="6386640" y="3082503"/>
            <a:ext cx="1542536" cy="1048710"/>
          </a:xfrm>
          <a:prstGeom prst="round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Marcador de número de diapositiva 12">
            <a:extLst>
              <a:ext uri="{FF2B5EF4-FFF2-40B4-BE49-F238E27FC236}">
                <a16:creationId xmlns:a16="http://schemas.microsoft.com/office/drawing/2014/main" id="{17E31B74-AD7E-D393-DC07-55E7C0CE6DE4}"/>
              </a:ext>
            </a:extLst>
          </p:cNvPr>
          <p:cNvSpPr>
            <a:spLocks noGrp="1"/>
          </p:cNvSpPr>
          <p:nvPr>
            <p:ph type="sldNum" sz="quarter" idx="12"/>
          </p:nvPr>
        </p:nvSpPr>
        <p:spPr/>
        <p:txBody>
          <a:bodyPr/>
          <a:lstStyle/>
          <a:p>
            <a:fld id="{CC057153-B650-4DEB-B370-79DDCFDCE934}" type="slidenum">
              <a:rPr lang="en-US" smtClean="0"/>
              <a:pPr/>
              <a:t>10</a:t>
            </a:fld>
            <a:r>
              <a:rPr lang="en-US"/>
              <a:t> / 57</a:t>
            </a:r>
            <a:endParaRPr lang="en-US" dirty="0"/>
          </a:p>
        </p:txBody>
      </p:sp>
    </p:spTree>
    <p:extLst>
      <p:ext uri="{BB962C8B-B14F-4D97-AF65-F5344CB8AC3E}">
        <p14:creationId xmlns:p14="http://schemas.microsoft.com/office/powerpoint/2010/main" val="3996294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descr="Gráfico&#10;&#10;El contenido generado por IA puede ser incorrecto.">
            <a:extLst>
              <a:ext uri="{FF2B5EF4-FFF2-40B4-BE49-F238E27FC236}">
                <a16:creationId xmlns:a16="http://schemas.microsoft.com/office/drawing/2014/main" id="{DD168FAF-E795-DBE6-CC15-248F1CE0AE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2848" y="3587576"/>
            <a:ext cx="4289417" cy="3459208"/>
          </a:xfrm>
          <a:prstGeom prst="rect">
            <a:avLst/>
          </a:prstGeom>
        </p:spPr>
      </p:pic>
      <p:pic>
        <p:nvPicPr>
          <p:cNvPr id="12" name="Imagen 11" descr="Gráfico&#10;&#10;El contenido generado por IA puede ser incorrecto.">
            <a:extLst>
              <a:ext uri="{FF2B5EF4-FFF2-40B4-BE49-F238E27FC236}">
                <a16:creationId xmlns:a16="http://schemas.microsoft.com/office/drawing/2014/main" id="{F1979958-2E82-80F3-899D-45C32D82B5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680" y="169847"/>
            <a:ext cx="4289417" cy="3459208"/>
          </a:xfrm>
          <a:prstGeom prst="rect">
            <a:avLst/>
          </a:prstGeom>
        </p:spPr>
      </p:pic>
      <p:pic>
        <p:nvPicPr>
          <p:cNvPr id="14" name="Imagen 13" descr="Gráfico&#10;&#10;El contenido generado por IA puede ser incorrecto.">
            <a:extLst>
              <a:ext uri="{FF2B5EF4-FFF2-40B4-BE49-F238E27FC236}">
                <a16:creationId xmlns:a16="http://schemas.microsoft.com/office/drawing/2014/main" id="{E46F4971-EE5E-4E73-1D9B-F4990B8365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756" y="3519931"/>
            <a:ext cx="4289417" cy="3459208"/>
          </a:xfrm>
          <a:prstGeom prst="rect">
            <a:avLst/>
          </a:prstGeom>
        </p:spPr>
      </p:pic>
      <p:pic>
        <p:nvPicPr>
          <p:cNvPr id="16" name="Imagen 15" descr="Histograma&#10;&#10;El contenido generado por IA puede ser incorrecto.">
            <a:extLst>
              <a:ext uri="{FF2B5EF4-FFF2-40B4-BE49-F238E27FC236}">
                <a16:creationId xmlns:a16="http://schemas.microsoft.com/office/drawing/2014/main" id="{FF97C33C-ACBE-0427-E8BF-E0EC3DBC9E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6984" y="169847"/>
            <a:ext cx="4289417" cy="3459208"/>
          </a:xfrm>
          <a:prstGeom prst="rect">
            <a:avLst/>
          </a:prstGeom>
        </p:spPr>
      </p:pic>
      <p:sp>
        <p:nvSpPr>
          <p:cNvPr id="21" name="CuadroTexto 20">
            <a:extLst>
              <a:ext uri="{FF2B5EF4-FFF2-40B4-BE49-F238E27FC236}">
                <a16:creationId xmlns:a16="http://schemas.microsoft.com/office/drawing/2014/main" id="{6FD57615-B366-3305-5B36-64AE2FA924E7}"/>
              </a:ext>
            </a:extLst>
          </p:cNvPr>
          <p:cNvSpPr txBox="1"/>
          <p:nvPr/>
        </p:nvSpPr>
        <p:spPr>
          <a:xfrm>
            <a:off x="6005592" y="3102437"/>
            <a:ext cx="2185990" cy="461665"/>
          </a:xfrm>
          <a:prstGeom prst="rect">
            <a:avLst/>
          </a:prstGeom>
          <a:noFill/>
        </p:spPr>
        <p:txBody>
          <a:bodyPr wrap="square" rtlCol="0">
            <a:spAutoFit/>
          </a:bodyPr>
          <a:lstStyle/>
          <a:p>
            <a:pPr algn="ctr"/>
            <a:r>
              <a:rPr lang="es-ES" sz="2400" dirty="0">
                <a:latin typeface="Amasis MT Pro" panose="02040504050005020304" pitchFamily="18" charset="0"/>
              </a:rPr>
              <a:t>Generaciones</a:t>
            </a:r>
          </a:p>
        </p:txBody>
      </p:sp>
      <p:sp>
        <p:nvSpPr>
          <p:cNvPr id="32" name="CuadroTexto 31">
            <a:extLst>
              <a:ext uri="{FF2B5EF4-FFF2-40B4-BE49-F238E27FC236}">
                <a16:creationId xmlns:a16="http://schemas.microsoft.com/office/drawing/2014/main" id="{FE085C55-5D59-75F5-DC12-6DD67ED8B443}"/>
              </a:ext>
            </a:extLst>
          </p:cNvPr>
          <p:cNvSpPr txBox="1"/>
          <p:nvPr/>
        </p:nvSpPr>
        <p:spPr>
          <a:xfrm>
            <a:off x="3535632" y="2509636"/>
            <a:ext cx="1685925" cy="400110"/>
          </a:xfrm>
          <a:prstGeom prst="rect">
            <a:avLst/>
          </a:prstGeom>
          <a:noFill/>
        </p:spPr>
        <p:txBody>
          <a:bodyPr wrap="square" rtlCol="0">
            <a:spAutoFit/>
          </a:bodyPr>
          <a:lstStyle/>
          <a:p>
            <a:pPr algn="ctr"/>
            <a:r>
              <a:rPr lang="es-ES" sz="2000" dirty="0">
                <a:latin typeface="Amasis MT Pro" panose="02040504050005020304" pitchFamily="18" charset="0"/>
              </a:rPr>
              <a:t>x10</a:t>
            </a:r>
            <a:r>
              <a:rPr lang="es-ES" sz="2000" baseline="30000" dirty="0">
                <a:latin typeface="Amasis MT Pro" panose="02040504050005020304" pitchFamily="18" charset="0"/>
              </a:rPr>
              <a:t>3</a:t>
            </a:r>
            <a:endParaRPr lang="es-ES" sz="2000" dirty="0">
              <a:latin typeface="Amasis MT Pro" panose="02040504050005020304" pitchFamily="18" charset="0"/>
            </a:endParaRPr>
          </a:p>
        </p:txBody>
      </p:sp>
      <p:sp>
        <p:nvSpPr>
          <p:cNvPr id="34" name="CuadroTexto 33">
            <a:extLst>
              <a:ext uri="{FF2B5EF4-FFF2-40B4-BE49-F238E27FC236}">
                <a16:creationId xmlns:a16="http://schemas.microsoft.com/office/drawing/2014/main" id="{97000690-7CA0-240A-1B07-0F04EFA41585}"/>
              </a:ext>
            </a:extLst>
          </p:cNvPr>
          <p:cNvSpPr txBox="1"/>
          <p:nvPr/>
        </p:nvSpPr>
        <p:spPr>
          <a:xfrm>
            <a:off x="3535631" y="5913719"/>
            <a:ext cx="1685925" cy="400110"/>
          </a:xfrm>
          <a:prstGeom prst="rect">
            <a:avLst/>
          </a:prstGeom>
          <a:noFill/>
        </p:spPr>
        <p:txBody>
          <a:bodyPr wrap="square" rtlCol="0">
            <a:spAutoFit/>
          </a:bodyPr>
          <a:lstStyle/>
          <a:p>
            <a:pPr algn="ctr"/>
            <a:r>
              <a:rPr lang="es-ES" sz="2000" dirty="0">
                <a:latin typeface="Amasis MT Pro" panose="02040504050005020304" pitchFamily="18" charset="0"/>
              </a:rPr>
              <a:t>x10</a:t>
            </a:r>
            <a:r>
              <a:rPr lang="es-ES" sz="2000" baseline="30000" dirty="0">
                <a:latin typeface="Amasis MT Pro" panose="02040504050005020304" pitchFamily="18" charset="0"/>
              </a:rPr>
              <a:t>3</a:t>
            </a:r>
            <a:endParaRPr lang="es-ES" sz="2000" dirty="0">
              <a:latin typeface="Amasis MT Pro" panose="02040504050005020304" pitchFamily="18" charset="0"/>
            </a:endParaRPr>
          </a:p>
        </p:txBody>
      </p:sp>
      <p:sp>
        <p:nvSpPr>
          <p:cNvPr id="35" name="CuadroTexto 34">
            <a:extLst>
              <a:ext uri="{FF2B5EF4-FFF2-40B4-BE49-F238E27FC236}">
                <a16:creationId xmlns:a16="http://schemas.microsoft.com/office/drawing/2014/main" id="{A05BC424-FE4A-DA52-DB11-E1FF753F2DC4}"/>
              </a:ext>
            </a:extLst>
          </p:cNvPr>
          <p:cNvSpPr txBox="1"/>
          <p:nvPr/>
        </p:nvSpPr>
        <p:spPr>
          <a:xfrm>
            <a:off x="7947421" y="2528103"/>
            <a:ext cx="1685925" cy="400110"/>
          </a:xfrm>
          <a:prstGeom prst="rect">
            <a:avLst/>
          </a:prstGeom>
          <a:noFill/>
        </p:spPr>
        <p:txBody>
          <a:bodyPr wrap="square" rtlCol="0">
            <a:spAutoFit/>
          </a:bodyPr>
          <a:lstStyle/>
          <a:p>
            <a:pPr algn="ctr"/>
            <a:r>
              <a:rPr lang="es-ES" sz="2000" dirty="0">
                <a:latin typeface="Amasis MT Pro" panose="02040504050005020304" pitchFamily="18" charset="0"/>
              </a:rPr>
              <a:t>x10</a:t>
            </a:r>
            <a:r>
              <a:rPr lang="es-ES" sz="2000" baseline="30000" dirty="0">
                <a:latin typeface="Amasis MT Pro" panose="02040504050005020304" pitchFamily="18" charset="0"/>
              </a:rPr>
              <a:t>3</a:t>
            </a:r>
            <a:endParaRPr lang="es-ES" sz="2000" dirty="0">
              <a:latin typeface="Amasis MT Pro" panose="02040504050005020304" pitchFamily="18" charset="0"/>
            </a:endParaRPr>
          </a:p>
        </p:txBody>
      </p:sp>
      <p:sp>
        <p:nvSpPr>
          <p:cNvPr id="36" name="CuadroTexto 35">
            <a:extLst>
              <a:ext uri="{FF2B5EF4-FFF2-40B4-BE49-F238E27FC236}">
                <a16:creationId xmlns:a16="http://schemas.microsoft.com/office/drawing/2014/main" id="{61AFC1E7-9000-28B4-1954-C4324D9D7E3D}"/>
              </a:ext>
            </a:extLst>
          </p:cNvPr>
          <p:cNvSpPr txBox="1"/>
          <p:nvPr/>
        </p:nvSpPr>
        <p:spPr>
          <a:xfrm>
            <a:off x="7947422" y="5872267"/>
            <a:ext cx="1685925" cy="400110"/>
          </a:xfrm>
          <a:prstGeom prst="rect">
            <a:avLst/>
          </a:prstGeom>
          <a:noFill/>
        </p:spPr>
        <p:txBody>
          <a:bodyPr wrap="square" rtlCol="0">
            <a:spAutoFit/>
          </a:bodyPr>
          <a:lstStyle/>
          <a:p>
            <a:pPr algn="ctr"/>
            <a:r>
              <a:rPr lang="es-ES" sz="2000" dirty="0">
                <a:latin typeface="Amasis MT Pro" panose="02040504050005020304" pitchFamily="18" charset="0"/>
              </a:rPr>
              <a:t>x10</a:t>
            </a:r>
            <a:r>
              <a:rPr lang="es-ES" sz="2000" baseline="30000" dirty="0">
                <a:latin typeface="Amasis MT Pro" panose="02040504050005020304" pitchFamily="18" charset="0"/>
              </a:rPr>
              <a:t>3</a:t>
            </a:r>
            <a:endParaRPr lang="es-ES" sz="2000" dirty="0">
              <a:latin typeface="Amasis MT Pro" panose="02040504050005020304" pitchFamily="18" charset="0"/>
            </a:endParaRPr>
          </a:p>
        </p:txBody>
      </p:sp>
      <p:sp>
        <p:nvSpPr>
          <p:cNvPr id="37" name="CuadroTexto 36">
            <a:extLst>
              <a:ext uri="{FF2B5EF4-FFF2-40B4-BE49-F238E27FC236}">
                <a16:creationId xmlns:a16="http://schemas.microsoft.com/office/drawing/2014/main" id="{AD527999-3C04-942C-6229-DF2B476317A8}"/>
              </a:ext>
            </a:extLst>
          </p:cNvPr>
          <p:cNvSpPr txBox="1"/>
          <p:nvPr/>
        </p:nvSpPr>
        <p:spPr>
          <a:xfrm>
            <a:off x="1550829" y="3096692"/>
            <a:ext cx="2185990" cy="461665"/>
          </a:xfrm>
          <a:prstGeom prst="rect">
            <a:avLst/>
          </a:prstGeom>
          <a:noFill/>
        </p:spPr>
        <p:txBody>
          <a:bodyPr wrap="square" rtlCol="0">
            <a:spAutoFit/>
          </a:bodyPr>
          <a:lstStyle/>
          <a:p>
            <a:pPr algn="ctr"/>
            <a:r>
              <a:rPr lang="es-ES" sz="2400" dirty="0">
                <a:latin typeface="Amasis MT Pro" panose="02040504050005020304" pitchFamily="18" charset="0"/>
              </a:rPr>
              <a:t>Generaciones</a:t>
            </a:r>
          </a:p>
        </p:txBody>
      </p:sp>
      <p:sp>
        <p:nvSpPr>
          <p:cNvPr id="38" name="CuadroTexto 37">
            <a:extLst>
              <a:ext uri="{FF2B5EF4-FFF2-40B4-BE49-F238E27FC236}">
                <a16:creationId xmlns:a16="http://schemas.microsoft.com/office/drawing/2014/main" id="{743ED9E1-5A9A-EB49-A87D-AB19068CCC4E}"/>
              </a:ext>
            </a:extLst>
          </p:cNvPr>
          <p:cNvSpPr txBox="1"/>
          <p:nvPr/>
        </p:nvSpPr>
        <p:spPr>
          <a:xfrm>
            <a:off x="1550829" y="6419195"/>
            <a:ext cx="2185990" cy="461665"/>
          </a:xfrm>
          <a:prstGeom prst="rect">
            <a:avLst/>
          </a:prstGeom>
          <a:noFill/>
        </p:spPr>
        <p:txBody>
          <a:bodyPr wrap="square" rtlCol="0">
            <a:spAutoFit/>
          </a:bodyPr>
          <a:lstStyle/>
          <a:p>
            <a:pPr algn="ctr"/>
            <a:r>
              <a:rPr lang="es-ES" sz="2400" dirty="0">
                <a:latin typeface="Amasis MT Pro" panose="02040504050005020304" pitchFamily="18" charset="0"/>
              </a:rPr>
              <a:t>Generaciones</a:t>
            </a:r>
          </a:p>
        </p:txBody>
      </p:sp>
      <p:sp>
        <p:nvSpPr>
          <p:cNvPr id="39" name="CuadroTexto 38">
            <a:extLst>
              <a:ext uri="{FF2B5EF4-FFF2-40B4-BE49-F238E27FC236}">
                <a16:creationId xmlns:a16="http://schemas.microsoft.com/office/drawing/2014/main" id="{6B1C8E8D-9E2E-BE58-F361-298130AD7FB3}"/>
              </a:ext>
            </a:extLst>
          </p:cNvPr>
          <p:cNvSpPr txBox="1"/>
          <p:nvPr/>
        </p:nvSpPr>
        <p:spPr>
          <a:xfrm>
            <a:off x="6171535" y="6441120"/>
            <a:ext cx="2185990" cy="461665"/>
          </a:xfrm>
          <a:prstGeom prst="rect">
            <a:avLst/>
          </a:prstGeom>
          <a:noFill/>
        </p:spPr>
        <p:txBody>
          <a:bodyPr wrap="square" rtlCol="0">
            <a:spAutoFit/>
          </a:bodyPr>
          <a:lstStyle/>
          <a:p>
            <a:pPr algn="ctr"/>
            <a:r>
              <a:rPr lang="es-ES" sz="2400" dirty="0">
                <a:latin typeface="Amasis MT Pro" panose="02040504050005020304" pitchFamily="18" charset="0"/>
              </a:rPr>
              <a:t>Generaciones</a:t>
            </a:r>
          </a:p>
        </p:txBody>
      </p:sp>
      <p:sp>
        <p:nvSpPr>
          <p:cNvPr id="40" name="CuadroTexto 39">
            <a:extLst>
              <a:ext uri="{FF2B5EF4-FFF2-40B4-BE49-F238E27FC236}">
                <a16:creationId xmlns:a16="http://schemas.microsoft.com/office/drawing/2014/main" id="{6A3B7881-E9E5-152E-088D-60F803D64AF8}"/>
              </a:ext>
            </a:extLst>
          </p:cNvPr>
          <p:cNvSpPr txBox="1"/>
          <p:nvPr/>
        </p:nvSpPr>
        <p:spPr>
          <a:xfrm rot="16200000">
            <a:off x="-682406" y="1668618"/>
            <a:ext cx="2185990" cy="461665"/>
          </a:xfrm>
          <a:prstGeom prst="rect">
            <a:avLst/>
          </a:prstGeom>
          <a:noFill/>
        </p:spPr>
        <p:txBody>
          <a:bodyPr wrap="square" rtlCol="0">
            <a:spAutoFit/>
          </a:bodyPr>
          <a:lstStyle/>
          <a:p>
            <a:pPr algn="ctr"/>
            <a:r>
              <a:rPr lang="es-ES" sz="2400" dirty="0">
                <a:latin typeface="Amasis MT Pro" panose="02040504050005020304" pitchFamily="18" charset="0"/>
              </a:rPr>
              <a:t>Población</a:t>
            </a:r>
          </a:p>
        </p:txBody>
      </p:sp>
      <p:sp>
        <p:nvSpPr>
          <p:cNvPr id="41" name="CuadroTexto 40">
            <a:extLst>
              <a:ext uri="{FF2B5EF4-FFF2-40B4-BE49-F238E27FC236}">
                <a16:creationId xmlns:a16="http://schemas.microsoft.com/office/drawing/2014/main" id="{6C44083E-8880-69B1-5E0B-D5F2FBC3ECCE}"/>
              </a:ext>
            </a:extLst>
          </p:cNvPr>
          <p:cNvSpPr txBox="1"/>
          <p:nvPr/>
        </p:nvSpPr>
        <p:spPr>
          <a:xfrm rot="16200000">
            <a:off x="3794821" y="1668619"/>
            <a:ext cx="2185990" cy="461665"/>
          </a:xfrm>
          <a:prstGeom prst="rect">
            <a:avLst/>
          </a:prstGeom>
          <a:noFill/>
        </p:spPr>
        <p:txBody>
          <a:bodyPr wrap="square" rtlCol="0">
            <a:spAutoFit/>
          </a:bodyPr>
          <a:lstStyle/>
          <a:p>
            <a:pPr algn="ctr"/>
            <a:r>
              <a:rPr lang="es-ES" sz="2400" dirty="0">
                <a:latin typeface="Amasis MT Pro" panose="02040504050005020304" pitchFamily="18" charset="0"/>
              </a:rPr>
              <a:t>Población</a:t>
            </a:r>
          </a:p>
        </p:txBody>
      </p:sp>
      <p:sp>
        <p:nvSpPr>
          <p:cNvPr id="42" name="CuadroTexto 41">
            <a:extLst>
              <a:ext uri="{FF2B5EF4-FFF2-40B4-BE49-F238E27FC236}">
                <a16:creationId xmlns:a16="http://schemas.microsoft.com/office/drawing/2014/main" id="{FF4B3FCC-B132-E27C-29A1-F606D8E1B6C2}"/>
              </a:ext>
            </a:extLst>
          </p:cNvPr>
          <p:cNvSpPr txBox="1"/>
          <p:nvPr/>
        </p:nvSpPr>
        <p:spPr>
          <a:xfrm rot="16200000">
            <a:off x="-663110" y="5127826"/>
            <a:ext cx="2185990" cy="461665"/>
          </a:xfrm>
          <a:prstGeom prst="rect">
            <a:avLst/>
          </a:prstGeom>
          <a:noFill/>
        </p:spPr>
        <p:txBody>
          <a:bodyPr wrap="square" rtlCol="0">
            <a:spAutoFit/>
          </a:bodyPr>
          <a:lstStyle/>
          <a:p>
            <a:pPr algn="ctr"/>
            <a:r>
              <a:rPr lang="es-ES" sz="2400" dirty="0">
                <a:latin typeface="Amasis MT Pro" panose="02040504050005020304" pitchFamily="18" charset="0"/>
              </a:rPr>
              <a:t>Población</a:t>
            </a:r>
          </a:p>
        </p:txBody>
      </p:sp>
      <p:sp>
        <p:nvSpPr>
          <p:cNvPr id="45" name="CuadroTexto 44">
            <a:extLst>
              <a:ext uri="{FF2B5EF4-FFF2-40B4-BE49-F238E27FC236}">
                <a16:creationId xmlns:a16="http://schemas.microsoft.com/office/drawing/2014/main" id="{5E463847-CFFE-C7D1-759F-7FDCE794D30A}"/>
              </a:ext>
            </a:extLst>
          </p:cNvPr>
          <p:cNvSpPr txBox="1"/>
          <p:nvPr/>
        </p:nvSpPr>
        <p:spPr>
          <a:xfrm rot="16200000">
            <a:off x="3794821" y="5127826"/>
            <a:ext cx="2185990" cy="461665"/>
          </a:xfrm>
          <a:prstGeom prst="rect">
            <a:avLst/>
          </a:prstGeom>
          <a:noFill/>
        </p:spPr>
        <p:txBody>
          <a:bodyPr wrap="square" rtlCol="0">
            <a:spAutoFit/>
          </a:bodyPr>
          <a:lstStyle/>
          <a:p>
            <a:pPr algn="ctr"/>
            <a:r>
              <a:rPr lang="es-ES" sz="2400" dirty="0">
                <a:latin typeface="Amasis MT Pro" panose="02040504050005020304" pitchFamily="18" charset="0"/>
              </a:rPr>
              <a:t>Población</a:t>
            </a:r>
          </a:p>
        </p:txBody>
      </p:sp>
      <p:sp>
        <p:nvSpPr>
          <p:cNvPr id="47" name="Rectángulo 46">
            <a:extLst>
              <a:ext uri="{FF2B5EF4-FFF2-40B4-BE49-F238E27FC236}">
                <a16:creationId xmlns:a16="http://schemas.microsoft.com/office/drawing/2014/main" id="{32109235-AA39-AE3F-8D8C-91A305D2651A}"/>
              </a:ext>
            </a:extLst>
          </p:cNvPr>
          <p:cNvSpPr/>
          <p:nvPr/>
        </p:nvSpPr>
        <p:spPr>
          <a:xfrm>
            <a:off x="18183" y="22860"/>
            <a:ext cx="4656645" cy="349707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Rectángulo 47">
            <a:extLst>
              <a:ext uri="{FF2B5EF4-FFF2-40B4-BE49-F238E27FC236}">
                <a16:creationId xmlns:a16="http://schemas.microsoft.com/office/drawing/2014/main" id="{815C9F3C-00D3-12D8-15F0-15480985835E}"/>
              </a:ext>
            </a:extLst>
          </p:cNvPr>
          <p:cNvSpPr/>
          <p:nvPr/>
        </p:nvSpPr>
        <p:spPr>
          <a:xfrm>
            <a:off x="4674828" y="22860"/>
            <a:ext cx="4445459" cy="349707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Rectángulo 49">
            <a:extLst>
              <a:ext uri="{FF2B5EF4-FFF2-40B4-BE49-F238E27FC236}">
                <a16:creationId xmlns:a16="http://schemas.microsoft.com/office/drawing/2014/main" id="{AE1858B7-B3BC-1A98-B018-03435184D9AF}"/>
              </a:ext>
            </a:extLst>
          </p:cNvPr>
          <p:cNvSpPr/>
          <p:nvPr/>
        </p:nvSpPr>
        <p:spPr>
          <a:xfrm>
            <a:off x="4674828" y="3519931"/>
            <a:ext cx="4445459" cy="331520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Rectángulo 50">
            <a:extLst>
              <a:ext uri="{FF2B5EF4-FFF2-40B4-BE49-F238E27FC236}">
                <a16:creationId xmlns:a16="http://schemas.microsoft.com/office/drawing/2014/main" id="{52006FF9-BE30-54B4-51AB-534963EA5374}"/>
              </a:ext>
            </a:extLst>
          </p:cNvPr>
          <p:cNvSpPr/>
          <p:nvPr/>
        </p:nvSpPr>
        <p:spPr>
          <a:xfrm>
            <a:off x="18182" y="3519930"/>
            <a:ext cx="4656645" cy="331520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5D25787C-E25D-1A99-0E67-79E1A926F250}"/>
              </a:ext>
            </a:extLst>
          </p:cNvPr>
          <p:cNvSpPr/>
          <p:nvPr/>
        </p:nvSpPr>
        <p:spPr>
          <a:xfrm>
            <a:off x="4143925" y="41351"/>
            <a:ext cx="909511" cy="400110"/>
          </a:xfrm>
          <a:prstGeom prst="rect">
            <a:avLst/>
          </a:prstGeom>
          <a:solidFill>
            <a:schemeClr val="bg1"/>
          </a:solid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28CE3690-3869-9534-C619-E34E3A4E7A52}"/>
              </a:ext>
            </a:extLst>
          </p:cNvPr>
          <p:cNvSpPr txBox="1"/>
          <p:nvPr/>
        </p:nvSpPr>
        <p:spPr>
          <a:xfrm>
            <a:off x="4143925" y="41350"/>
            <a:ext cx="909511" cy="369332"/>
          </a:xfrm>
          <a:prstGeom prst="rect">
            <a:avLst/>
          </a:prstGeom>
          <a:noFill/>
        </p:spPr>
        <p:txBody>
          <a:bodyPr wrap="square" rtlCol="0">
            <a:spAutoFit/>
          </a:bodyPr>
          <a:lstStyle/>
          <a:p>
            <a:pPr algn="ctr"/>
            <a:r>
              <a:rPr lang="es-ES" dirty="0">
                <a:latin typeface="Amasis MT Pro" panose="02040504050005020304" pitchFamily="18" charset="0"/>
              </a:rPr>
              <a:t>r</a:t>
            </a:r>
            <a:r>
              <a:rPr lang="es-ES" baseline="-25000" dirty="0">
                <a:latin typeface="Amasis MT Pro" panose="02040504050005020304" pitchFamily="18" charset="0"/>
              </a:rPr>
              <a:t>0</a:t>
            </a:r>
            <a:r>
              <a:rPr lang="es-ES" dirty="0">
                <a:latin typeface="Amasis MT Pro" panose="02040504050005020304" pitchFamily="18" charset="0"/>
              </a:rPr>
              <a:t>= 4.6</a:t>
            </a:r>
          </a:p>
        </p:txBody>
      </p:sp>
      <p:sp>
        <p:nvSpPr>
          <p:cNvPr id="2" name="CuadroTexto 1">
            <a:extLst>
              <a:ext uri="{FF2B5EF4-FFF2-40B4-BE49-F238E27FC236}">
                <a16:creationId xmlns:a16="http://schemas.microsoft.com/office/drawing/2014/main" id="{A22DCB2F-83D1-C03D-BDA8-E7451ED71A0E}"/>
              </a:ext>
            </a:extLst>
          </p:cNvPr>
          <p:cNvSpPr txBox="1"/>
          <p:nvPr/>
        </p:nvSpPr>
        <p:spPr>
          <a:xfrm>
            <a:off x="1993900" y="3931995"/>
            <a:ext cx="2475273" cy="523220"/>
          </a:xfrm>
          <a:prstGeom prst="rect">
            <a:avLst/>
          </a:prstGeom>
          <a:noFill/>
        </p:spPr>
        <p:txBody>
          <a:bodyPr wrap="square" rtlCol="0">
            <a:spAutoFit/>
          </a:bodyPr>
          <a:lstStyle/>
          <a:p>
            <a:pPr algn="ctr"/>
            <a:r>
              <a:rPr lang="es-ES" sz="2800" dirty="0">
                <a:solidFill>
                  <a:srgbClr val="C00000"/>
                </a:solidFill>
                <a:latin typeface="Amasis MT Pro" panose="02040504050005020304" pitchFamily="18" charset="0"/>
              </a:rPr>
              <a:t>Defraudadores</a:t>
            </a:r>
            <a:endParaRPr lang="es-ES" sz="2800" dirty="0">
              <a:solidFill>
                <a:srgbClr val="C00000"/>
              </a:solidFill>
              <a:latin typeface="Amasis MT Pro" panose="02040504050005020304" pitchFamily="18" charset="0"/>
              <a:cs typeface="Adobe Devanagari" panose="02040503050201020203" pitchFamily="18" charset="0"/>
            </a:endParaRPr>
          </a:p>
        </p:txBody>
      </p:sp>
      <p:sp>
        <p:nvSpPr>
          <p:cNvPr id="5" name="CuadroTexto 4">
            <a:extLst>
              <a:ext uri="{FF2B5EF4-FFF2-40B4-BE49-F238E27FC236}">
                <a16:creationId xmlns:a16="http://schemas.microsoft.com/office/drawing/2014/main" id="{31DD51F0-54F5-370F-ABD7-C1C9572623F8}"/>
              </a:ext>
            </a:extLst>
          </p:cNvPr>
          <p:cNvSpPr txBox="1"/>
          <p:nvPr/>
        </p:nvSpPr>
        <p:spPr>
          <a:xfrm>
            <a:off x="1828210" y="5652108"/>
            <a:ext cx="2532333" cy="523220"/>
          </a:xfrm>
          <a:prstGeom prst="rect">
            <a:avLst/>
          </a:prstGeom>
          <a:noFill/>
        </p:spPr>
        <p:txBody>
          <a:bodyPr wrap="square" rtlCol="0">
            <a:spAutoFit/>
          </a:bodyPr>
          <a:lstStyle/>
          <a:p>
            <a:pPr algn="ctr"/>
            <a:r>
              <a:rPr lang="es-ES" sz="2800" dirty="0">
                <a:solidFill>
                  <a:srgbClr val="3D9072"/>
                </a:solidFill>
                <a:latin typeface="Amasis MT Pro" panose="02040504050005020304" pitchFamily="18" charset="0"/>
              </a:rPr>
              <a:t>Castigadores</a:t>
            </a:r>
            <a:endParaRPr lang="es-ES" sz="2800" dirty="0">
              <a:solidFill>
                <a:srgbClr val="3D9072"/>
              </a:solidFill>
              <a:latin typeface="Amasis MT Pro" panose="02040504050005020304" pitchFamily="18" charset="0"/>
              <a:cs typeface="Adobe Devanagari" panose="02040503050201020203" pitchFamily="18" charset="0"/>
            </a:endParaRPr>
          </a:p>
        </p:txBody>
      </p:sp>
    </p:spTree>
    <p:extLst>
      <p:ext uri="{BB962C8B-B14F-4D97-AF65-F5344CB8AC3E}">
        <p14:creationId xmlns:p14="http://schemas.microsoft.com/office/powerpoint/2010/main" val="2742665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F5A8F-6910-F9AA-91EC-B6C75ABE4101}"/>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E71D051E-F6A6-98F1-BC3C-85F895808501}"/>
              </a:ext>
            </a:extLst>
          </p:cNvPr>
          <p:cNvPicPr>
            <a:picLocks noChangeAspect="1"/>
          </p:cNvPicPr>
          <p:nvPr/>
        </p:nvPicPr>
        <p:blipFill>
          <a:blip r:embed="rId3"/>
          <a:stretch>
            <a:fillRect/>
          </a:stretch>
        </p:blipFill>
        <p:spPr>
          <a:xfrm>
            <a:off x="96642" y="2067065"/>
            <a:ext cx="4308110" cy="2522687"/>
          </a:xfrm>
          <a:prstGeom prst="rect">
            <a:avLst/>
          </a:prstGeom>
        </p:spPr>
      </p:pic>
      <p:sp>
        <p:nvSpPr>
          <p:cNvPr id="11" name="CuadroTexto 10">
            <a:extLst>
              <a:ext uri="{FF2B5EF4-FFF2-40B4-BE49-F238E27FC236}">
                <a16:creationId xmlns:a16="http://schemas.microsoft.com/office/drawing/2014/main" id="{D3C7A1BA-6BD7-55A1-6076-214C30A60C87}"/>
              </a:ext>
            </a:extLst>
          </p:cNvPr>
          <p:cNvSpPr txBox="1"/>
          <p:nvPr/>
        </p:nvSpPr>
        <p:spPr>
          <a:xfrm>
            <a:off x="2160703" y="1666955"/>
            <a:ext cx="1092048" cy="584775"/>
          </a:xfrm>
          <a:prstGeom prst="rect">
            <a:avLst/>
          </a:prstGeom>
          <a:noFill/>
        </p:spPr>
        <p:txBody>
          <a:bodyPr wrap="square" rtlCol="0">
            <a:spAutoFit/>
          </a:bodyPr>
          <a:lstStyle/>
          <a:p>
            <a:pPr algn="ctr"/>
            <a:r>
              <a:rPr lang="el-GR" sz="3200" dirty="0">
                <a:latin typeface="Amasis MT Pro" panose="02040504050005020304" pitchFamily="18" charset="0"/>
                <a:cs typeface="Times New Roman" panose="02020603050405020304" pitchFamily="18" charset="0"/>
              </a:rPr>
              <a:t>τ</a:t>
            </a:r>
            <a:r>
              <a:rPr lang="es-ES" sz="3200" dirty="0">
                <a:latin typeface="Amasis MT Pro" panose="02040504050005020304" pitchFamily="18" charset="0"/>
                <a:cs typeface="Times New Roman" panose="02020603050405020304" pitchFamily="18" charset="0"/>
              </a:rPr>
              <a:t> = 0</a:t>
            </a:r>
            <a:endParaRPr lang="es-ES" sz="3200" dirty="0">
              <a:latin typeface="Amasis MT Pro" panose="02040504050005020304" pitchFamily="18" charset="0"/>
            </a:endParaRPr>
          </a:p>
        </p:txBody>
      </p:sp>
      <p:sp>
        <p:nvSpPr>
          <p:cNvPr id="12" name="CuadroTexto 11">
            <a:extLst>
              <a:ext uri="{FF2B5EF4-FFF2-40B4-BE49-F238E27FC236}">
                <a16:creationId xmlns:a16="http://schemas.microsoft.com/office/drawing/2014/main" id="{97E3329F-C1C6-AB9B-B70E-F1FC696E5E85}"/>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Retardo </a:t>
            </a:r>
            <a:r>
              <a:rPr lang="el-GR" sz="6000" dirty="0">
                <a:solidFill>
                  <a:srgbClr val="0070C0"/>
                </a:solidFill>
                <a:latin typeface="Amasis MT Pro" panose="02040504050005020304" pitchFamily="18" charset="0"/>
                <a:cs typeface="Times New Roman" panose="02020603050405020304" pitchFamily="18" charset="0"/>
              </a:rPr>
              <a:t>τ</a:t>
            </a:r>
            <a:r>
              <a:rPr lang="el-GR" sz="6000" dirty="0">
                <a:latin typeface="Amasis MT Pro" panose="02040504050005020304" pitchFamily="18" charset="0"/>
                <a:cs typeface="Times New Roman" panose="02020603050405020304" pitchFamily="18" charset="0"/>
              </a:rPr>
              <a:t> </a:t>
            </a:r>
            <a:r>
              <a:rPr lang="es-ES" sz="6000" b="1" dirty="0">
                <a:solidFill>
                  <a:srgbClr val="0070C0"/>
                </a:solidFill>
                <a:latin typeface="Amasis MT Pro Light" panose="02040304050005020304" pitchFamily="18" charset="0"/>
                <a:cs typeface="Adobe Devanagari" panose="02040503050201020203" pitchFamily="18" charset="0"/>
              </a:rPr>
              <a:t>en el castigo</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14" name="CuadroTexto 13">
            <a:extLst>
              <a:ext uri="{FF2B5EF4-FFF2-40B4-BE49-F238E27FC236}">
                <a16:creationId xmlns:a16="http://schemas.microsoft.com/office/drawing/2014/main" id="{F5ABB1A4-59BD-DEB6-784E-B514BE2BE7E2}"/>
              </a:ext>
            </a:extLst>
          </p:cNvPr>
          <p:cNvSpPr txBox="1"/>
          <p:nvPr/>
        </p:nvSpPr>
        <p:spPr>
          <a:xfrm>
            <a:off x="-5694" y="4822538"/>
            <a:ext cx="9149694" cy="1569660"/>
          </a:xfrm>
          <a:prstGeom prst="rect">
            <a:avLst/>
          </a:prstGeom>
          <a:noFill/>
        </p:spPr>
        <p:txBody>
          <a:bodyPr wrap="square" rtlCol="0">
            <a:spAutoFit/>
          </a:bodyPr>
          <a:lstStyle/>
          <a:p>
            <a:pPr algn="ctr"/>
            <a:r>
              <a:rPr lang="es-ES" sz="3200" dirty="0">
                <a:latin typeface="Amasis MT Pro" panose="02040504050005020304" pitchFamily="18" charset="0"/>
              </a:rPr>
              <a:t>Cuando el </a:t>
            </a:r>
            <a:r>
              <a:rPr lang="es-ES" sz="3200" dirty="0">
                <a:solidFill>
                  <a:srgbClr val="00B050"/>
                </a:solidFill>
                <a:latin typeface="Amasis MT Pro" panose="02040504050005020304" pitchFamily="18" charset="0"/>
              </a:rPr>
              <a:t>castigo</a:t>
            </a:r>
            <a:r>
              <a:rPr lang="es-ES" sz="3200" dirty="0">
                <a:latin typeface="Amasis MT Pro" panose="02040504050005020304" pitchFamily="18" charset="0"/>
              </a:rPr>
              <a:t> no es inmediato, los </a:t>
            </a:r>
            <a:r>
              <a:rPr lang="es-ES" sz="3200" dirty="0">
                <a:solidFill>
                  <a:srgbClr val="C00000"/>
                </a:solidFill>
                <a:latin typeface="Amasis MT Pro" panose="02040504050005020304" pitchFamily="18" charset="0"/>
              </a:rPr>
              <a:t>defraudadores</a:t>
            </a:r>
            <a:r>
              <a:rPr lang="es-ES" sz="3200" dirty="0">
                <a:latin typeface="Amasis MT Pro" panose="02040504050005020304" pitchFamily="18" charset="0"/>
              </a:rPr>
              <a:t> son más numerosos. Los </a:t>
            </a:r>
            <a:r>
              <a:rPr lang="es-ES" sz="3200" dirty="0">
                <a:solidFill>
                  <a:srgbClr val="00B050"/>
                </a:solidFill>
                <a:latin typeface="Amasis MT Pro" panose="02040504050005020304" pitchFamily="18" charset="0"/>
              </a:rPr>
              <a:t>castigadores</a:t>
            </a:r>
            <a:r>
              <a:rPr lang="es-ES" sz="3200" dirty="0">
                <a:latin typeface="Amasis MT Pro" panose="02040504050005020304" pitchFamily="18" charset="0"/>
              </a:rPr>
              <a:t> son reemplazados por </a:t>
            </a:r>
            <a:r>
              <a:rPr lang="es-ES" sz="3200" dirty="0">
                <a:solidFill>
                  <a:srgbClr val="0070C0"/>
                </a:solidFill>
                <a:latin typeface="Amasis MT Pro" panose="02040504050005020304" pitchFamily="18" charset="0"/>
              </a:rPr>
              <a:t>cooperadores</a:t>
            </a:r>
            <a:r>
              <a:rPr lang="es-ES" sz="3200" dirty="0">
                <a:latin typeface="Amasis MT Pro" panose="02040504050005020304" pitchFamily="18" charset="0"/>
              </a:rPr>
              <a:t>.</a:t>
            </a:r>
            <a:endParaRPr lang="es-ES" sz="3200" dirty="0">
              <a:solidFill>
                <a:srgbClr val="0070C0"/>
              </a:solidFill>
              <a:latin typeface="Amasis MT Pro" panose="02040504050005020304" pitchFamily="18" charset="0"/>
            </a:endParaRPr>
          </a:p>
        </p:txBody>
      </p:sp>
      <p:pic>
        <p:nvPicPr>
          <p:cNvPr id="3" name="Imagen 2" descr="Gráfico, Gráfico de líneas&#10;&#10;El contenido generado por IA puede ser incorrecto.">
            <a:extLst>
              <a:ext uri="{FF2B5EF4-FFF2-40B4-BE49-F238E27FC236}">
                <a16:creationId xmlns:a16="http://schemas.microsoft.com/office/drawing/2014/main" id="{1A28D41C-0101-77C4-6B9A-0054475AFE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9250" y="2067065"/>
            <a:ext cx="3784032" cy="2522688"/>
          </a:xfrm>
          <a:prstGeom prst="rect">
            <a:avLst/>
          </a:prstGeom>
        </p:spPr>
      </p:pic>
      <p:sp>
        <p:nvSpPr>
          <p:cNvPr id="4" name="Rectángulo 3">
            <a:extLst>
              <a:ext uri="{FF2B5EF4-FFF2-40B4-BE49-F238E27FC236}">
                <a16:creationId xmlns:a16="http://schemas.microsoft.com/office/drawing/2014/main" id="{50FF46AD-B208-D61D-F537-1B4BA5E53F47}"/>
              </a:ext>
            </a:extLst>
          </p:cNvPr>
          <p:cNvSpPr/>
          <p:nvPr/>
        </p:nvSpPr>
        <p:spPr>
          <a:xfrm>
            <a:off x="6773779" y="2015289"/>
            <a:ext cx="541421" cy="294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81364B73-F488-D947-A82F-AE118DB89143}"/>
              </a:ext>
            </a:extLst>
          </p:cNvPr>
          <p:cNvSpPr txBox="1"/>
          <p:nvPr/>
        </p:nvSpPr>
        <p:spPr>
          <a:xfrm>
            <a:off x="6170910" y="1717006"/>
            <a:ext cx="1747157" cy="584775"/>
          </a:xfrm>
          <a:prstGeom prst="rect">
            <a:avLst/>
          </a:prstGeom>
          <a:noFill/>
        </p:spPr>
        <p:txBody>
          <a:bodyPr wrap="square" rtlCol="0">
            <a:spAutoFit/>
          </a:bodyPr>
          <a:lstStyle/>
          <a:p>
            <a:pPr algn="ctr"/>
            <a:r>
              <a:rPr lang="el-GR" sz="3200" dirty="0">
                <a:latin typeface="Amasis MT Pro" panose="02040504050005020304" pitchFamily="18" charset="0"/>
                <a:cs typeface="Times New Roman" panose="02020603050405020304" pitchFamily="18" charset="0"/>
              </a:rPr>
              <a:t>τ</a:t>
            </a:r>
            <a:r>
              <a:rPr lang="es-ES" sz="3200" dirty="0">
                <a:latin typeface="Amasis MT Pro" panose="02040504050005020304" pitchFamily="18" charset="0"/>
                <a:cs typeface="Times New Roman" panose="02020603050405020304" pitchFamily="18" charset="0"/>
              </a:rPr>
              <a:t> = 5</a:t>
            </a:r>
            <a:endParaRPr lang="es-ES" sz="3200" dirty="0">
              <a:latin typeface="Amasis MT Pro" panose="02040504050005020304" pitchFamily="18" charset="0"/>
            </a:endParaRPr>
          </a:p>
        </p:txBody>
      </p:sp>
      <p:sp>
        <p:nvSpPr>
          <p:cNvPr id="9" name="Rectángulo 8">
            <a:extLst>
              <a:ext uri="{FF2B5EF4-FFF2-40B4-BE49-F238E27FC236}">
                <a16:creationId xmlns:a16="http://schemas.microsoft.com/office/drawing/2014/main" id="{95A69B12-5AE5-9957-2094-D2624D53F420}"/>
              </a:ext>
            </a:extLst>
          </p:cNvPr>
          <p:cNvSpPr/>
          <p:nvPr/>
        </p:nvSpPr>
        <p:spPr>
          <a:xfrm>
            <a:off x="79829" y="2223690"/>
            <a:ext cx="396422" cy="17895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 name="Imagen 7">
            <a:extLst>
              <a:ext uri="{FF2B5EF4-FFF2-40B4-BE49-F238E27FC236}">
                <a16:creationId xmlns:a16="http://schemas.microsoft.com/office/drawing/2014/main" id="{B5B866BF-89C6-1F87-F41A-F6E7C954B325}"/>
              </a:ext>
            </a:extLst>
          </p:cNvPr>
          <p:cNvPicPr>
            <a:picLocks noChangeAspect="1"/>
          </p:cNvPicPr>
          <p:nvPr/>
        </p:nvPicPr>
        <p:blipFill>
          <a:blip r:embed="rId5"/>
          <a:stretch>
            <a:fillRect/>
          </a:stretch>
        </p:blipFill>
        <p:spPr>
          <a:xfrm>
            <a:off x="48866" y="2371077"/>
            <a:ext cx="396423" cy="1519623"/>
          </a:xfrm>
          <a:prstGeom prst="rect">
            <a:avLst/>
          </a:prstGeom>
        </p:spPr>
      </p:pic>
      <p:sp>
        <p:nvSpPr>
          <p:cNvPr id="2" name="CuadroTexto 1">
            <a:extLst>
              <a:ext uri="{FF2B5EF4-FFF2-40B4-BE49-F238E27FC236}">
                <a16:creationId xmlns:a16="http://schemas.microsoft.com/office/drawing/2014/main" id="{B9882693-4AE0-EA73-A06C-E49AF97E0CC6}"/>
              </a:ext>
            </a:extLst>
          </p:cNvPr>
          <p:cNvSpPr txBox="1"/>
          <p:nvPr/>
        </p:nvSpPr>
        <p:spPr>
          <a:xfrm>
            <a:off x="3683480" y="1048921"/>
            <a:ext cx="1771344" cy="584775"/>
          </a:xfrm>
          <a:prstGeom prst="rect">
            <a:avLst/>
          </a:prstGeom>
          <a:noFill/>
        </p:spPr>
        <p:txBody>
          <a:bodyPr wrap="square" rtlCol="0">
            <a:spAutoFit/>
          </a:bodyPr>
          <a:lstStyle/>
          <a:p>
            <a:pPr algn="ctr"/>
            <a:r>
              <a:rPr lang="es-ES" sz="3200" dirty="0">
                <a:latin typeface="Amasis MT Pro" panose="02040504050005020304" pitchFamily="18" charset="0"/>
              </a:rPr>
              <a:t>K = 0.5</a:t>
            </a:r>
          </a:p>
        </p:txBody>
      </p:sp>
      <p:sp>
        <p:nvSpPr>
          <p:cNvPr id="7" name="Rectángulo: esquinas redondeadas 6">
            <a:extLst>
              <a:ext uri="{FF2B5EF4-FFF2-40B4-BE49-F238E27FC236}">
                <a16:creationId xmlns:a16="http://schemas.microsoft.com/office/drawing/2014/main" id="{10AF675B-61D5-267C-95D4-F6771BD3EAD9}"/>
              </a:ext>
            </a:extLst>
          </p:cNvPr>
          <p:cNvSpPr/>
          <p:nvPr/>
        </p:nvSpPr>
        <p:spPr>
          <a:xfrm>
            <a:off x="4629223" y="1652215"/>
            <a:ext cx="4131114" cy="3013698"/>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Marcador de número de diapositiva 14">
            <a:extLst>
              <a:ext uri="{FF2B5EF4-FFF2-40B4-BE49-F238E27FC236}">
                <a16:creationId xmlns:a16="http://schemas.microsoft.com/office/drawing/2014/main" id="{184AAA63-B046-D639-73D9-987101A0501C}"/>
              </a:ext>
            </a:extLst>
          </p:cNvPr>
          <p:cNvSpPr>
            <a:spLocks noGrp="1"/>
          </p:cNvSpPr>
          <p:nvPr>
            <p:ph type="sldNum" sz="quarter" idx="12"/>
          </p:nvPr>
        </p:nvSpPr>
        <p:spPr/>
        <p:txBody>
          <a:bodyPr/>
          <a:lstStyle/>
          <a:p>
            <a:fld id="{CC057153-B650-4DEB-B370-79DDCFDCE934}" type="slidenum">
              <a:rPr lang="en-US" smtClean="0"/>
              <a:pPr/>
              <a:t>12</a:t>
            </a:fld>
            <a:r>
              <a:rPr lang="en-US"/>
              <a:t> / 57</a:t>
            </a:r>
            <a:endParaRPr lang="en-US" dirty="0"/>
          </a:p>
        </p:txBody>
      </p:sp>
    </p:spTree>
    <p:extLst>
      <p:ext uri="{BB962C8B-B14F-4D97-AF65-F5344CB8AC3E}">
        <p14:creationId xmlns:p14="http://schemas.microsoft.com/office/powerpoint/2010/main" val="1841713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9EF41-A8C7-162E-7805-95589A6279C8}"/>
            </a:ext>
          </a:extLst>
        </p:cNvPr>
        <p:cNvGrpSpPr/>
        <p:nvPr/>
      </p:nvGrpSpPr>
      <p:grpSpPr>
        <a:xfrm>
          <a:off x="0" y="0"/>
          <a:ext cx="0" cy="0"/>
          <a:chOff x="0" y="0"/>
          <a:chExt cx="0" cy="0"/>
        </a:xfrm>
      </p:grpSpPr>
      <p:pic>
        <p:nvPicPr>
          <p:cNvPr id="5" name="Imagen 4" descr="Forma, Cuadrado&#10;&#10;El contenido generado por IA puede ser incorrecto.">
            <a:extLst>
              <a:ext uri="{FF2B5EF4-FFF2-40B4-BE49-F238E27FC236}">
                <a16:creationId xmlns:a16="http://schemas.microsoft.com/office/drawing/2014/main" id="{CC5C0A85-BAA9-52AC-4507-41FC0ED099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905" y="852002"/>
            <a:ext cx="7270190" cy="4846794"/>
          </a:xfrm>
          <a:prstGeom prst="rect">
            <a:avLst/>
          </a:prstGeom>
        </p:spPr>
      </p:pic>
      <p:sp>
        <p:nvSpPr>
          <p:cNvPr id="2" name="CuadroTexto 1">
            <a:extLst>
              <a:ext uri="{FF2B5EF4-FFF2-40B4-BE49-F238E27FC236}">
                <a16:creationId xmlns:a16="http://schemas.microsoft.com/office/drawing/2014/main" id="{340EAA05-191E-8930-4478-F4EF23EBC3E9}"/>
              </a:ext>
            </a:extLst>
          </p:cNvPr>
          <p:cNvSpPr txBox="1"/>
          <p:nvPr/>
        </p:nvSpPr>
        <p:spPr>
          <a:xfrm>
            <a:off x="1097280" y="5817724"/>
            <a:ext cx="6949440" cy="830997"/>
          </a:xfrm>
          <a:prstGeom prst="rect">
            <a:avLst/>
          </a:prstGeom>
          <a:noFill/>
        </p:spPr>
        <p:txBody>
          <a:bodyPr wrap="square" rtlCol="0">
            <a:spAutoFit/>
          </a:bodyPr>
          <a:lstStyle/>
          <a:p>
            <a:pPr algn="ctr"/>
            <a:r>
              <a:rPr lang="en-US" sz="2400" b="0" i="0" u="none" strike="noStrike" baseline="0" dirty="0">
                <a:latin typeface="CMR12"/>
              </a:rPr>
              <a:t>M. A. Nowak and R. M. May, Evolutionary games and spatial chaos. Nature </a:t>
            </a:r>
            <a:r>
              <a:rPr lang="es-ES" sz="2400" b="1" i="0" u="none" strike="noStrike" baseline="0" dirty="0">
                <a:latin typeface="CMBX12"/>
              </a:rPr>
              <a:t>359</a:t>
            </a:r>
            <a:r>
              <a:rPr lang="es-ES" sz="2400" b="0" i="0" u="none" strike="noStrike" baseline="0" dirty="0">
                <a:latin typeface="CMR12"/>
              </a:rPr>
              <a:t>, 826–829 (1992).</a:t>
            </a:r>
            <a:endParaRPr lang="es-ES" sz="2800" dirty="0">
              <a:latin typeface="Amasis MT Pro" panose="02040504050005020304" pitchFamily="18" charset="0"/>
            </a:endParaRPr>
          </a:p>
        </p:txBody>
      </p:sp>
      <p:sp>
        <p:nvSpPr>
          <p:cNvPr id="3" name="Rectángulo: esquinas redondeadas 2">
            <a:extLst>
              <a:ext uri="{FF2B5EF4-FFF2-40B4-BE49-F238E27FC236}">
                <a16:creationId xmlns:a16="http://schemas.microsoft.com/office/drawing/2014/main" id="{3C7A7FD1-DCD7-C48D-288A-E0D6C2E67C3E}"/>
              </a:ext>
            </a:extLst>
          </p:cNvPr>
          <p:cNvSpPr/>
          <p:nvPr/>
        </p:nvSpPr>
        <p:spPr>
          <a:xfrm>
            <a:off x="1074420" y="5817724"/>
            <a:ext cx="6972300" cy="815975"/>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6" name="CuadroTexto 5">
            <a:extLst>
              <a:ext uri="{FF2B5EF4-FFF2-40B4-BE49-F238E27FC236}">
                <a16:creationId xmlns:a16="http://schemas.microsoft.com/office/drawing/2014/main" id="{286F133C-AE4C-EA11-6E31-4F6771BEE91A}"/>
              </a:ext>
            </a:extLst>
          </p:cNvPr>
          <p:cNvSpPr txBox="1"/>
          <p:nvPr/>
        </p:nvSpPr>
        <p:spPr>
          <a:xfrm>
            <a:off x="7002150" y="2165792"/>
            <a:ext cx="2246343" cy="954107"/>
          </a:xfrm>
          <a:prstGeom prst="rect">
            <a:avLst/>
          </a:prstGeom>
          <a:noFill/>
        </p:spPr>
        <p:txBody>
          <a:bodyPr wrap="square" rtlCol="0">
            <a:spAutoFit/>
          </a:bodyPr>
          <a:lstStyle/>
          <a:p>
            <a:pPr algn="ctr"/>
            <a:r>
              <a:rPr lang="es-ES" sz="2800" dirty="0">
                <a:solidFill>
                  <a:srgbClr val="C00000"/>
                </a:solidFill>
                <a:latin typeface="Amasis MT Pro" panose="02040504050005020304" pitchFamily="18" charset="0"/>
              </a:rPr>
              <a:t>No Cooperador</a:t>
            </a:r>
            <a:endParaRPr lang="es-ES" sz="2800" dirty="0">
              <a:solidFill>
                <a:srgbClr val="C00000"/>
              </a:solidFill>
              <a:latin typeface="Amasis MT Pro" panose="02040504050005020304" pitchFamily="18" charset="0"/>
              <a:cs typeface="Adobe Devanagari" panose="02040503050201020203" pitchFamily="18" charset="0"/>
            </a:endParaRPr>
          </a:p>
        </p:txBody>
      </p:sp>
      <p:sp>
        <p:nvSpPr>
          <p:cNvPr id="7" name="CuadroTexto 6">
            <a:extLst>
              <a:ext uri="{FF2B5EF4-FFF2-40B4-BE49-F238E27FC236}">
                <a16:creationId xmlns:a16="http://schemas.microsoft.com/office/drawing/2014/main" id="{AD7D8444-F535-D23A-DDEE-EBC1517DA183}"/>
              </a:ext>
            </a:extLst>
          </p:cNvPr>
          <p:cNvSpPr txBox="1"/>
          <p:nvPr/>
        </p:nvSpPr>
        <p:spPr>
          <a:xfrm>
            <a:off x="7002150" y="1007293"/>
            <a:ext cx="2246343" cy="523220"/>
          </a:xfrm>
          <a:prstGeom prst="rect">
            <a:avLst/>
          </a:prstGeom>
          <a:noFill/>
        </p:spPr>
        <p:txBody>
          <a:bodyPr wrap="square" rtlCol="0">
            <a:spAutoFit/>
          </a:bodyPr>
          <a:lstStyle/>
          <a:p>
            <a:pPr algn="ctr"/>
            <a:r>
              <a:rPr lang="es-ES" sz="2800" dirty="0">
                <a:solidFill>
                  <a:srgbClr val="0070C0"/>
                </a:solidFill>
                <a:latin typeface="Amasis MT Pro" panose="02040504050005020304" pitchFamily="18" charset="0"/>
              </a:rPr>
              <a:t>Cooperador</a:t>
            </a:r>
            <a:endParaRPr lang="es-ES" sz="2800" dirty="0">
              <a:solidFill>
                <a:srgbClr val="0070C0"/>
              </a:solidFill>
              <a:latin typeface="Amasis MT Pro" panose="02040504050005020304" pitchFamily="18" charset="0"/>
              <a:cs typeface="Adobe Devanagari" panose="02040503050201020203" pitchFamily="18" charset="0"/>
            </a:endParaRPr>
          </a:p>
        </p:txBody>
      </p:sp>
      <p:sp>
        <p:nvSpPr>
          <p:cNvPr id="8" name="CuadroTexto 7">
            <a:extLst>
              <a:ext uri="{FF2B5EF4-FFF2-40B4-BE49-F238E27FC236}">
                <a16:creationId xmlns:a16="http://schemas.microsoft.com/office/drawing/2014/main" id="{9FDD7510-056C-37B7-9F28-FBE3715CA45B}"/>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Dilema del prisionero</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10" name="Marcador de número de diapositiva 9">
            <a:extLst>
              <a:ext uri="{FF2B5EF4-FFF2-40B4-BE49-F238E27FC236}">
                <a16:creationId xmlns:a16="http://schemas.microsoft.com/office/drawing/2014/main" id="{339F89BF-7561-7B14-1ACA-86C6B84ACCD2}"/>
              </a:ext>
            </a:extLst>
          </p:cNvPr>
          <p:cNvSpPr>
            <a:spLocks noGrp="1"/>
          </p:cNvSpPr>
          <p:nvPr>
            <p:ph type="sldNum" sz="quarter" idx="12"/>
          </p:nvPr>
        </p:nvSpPr>
        <p:spPr/>
        <p:txBody>
          <a:bodyPr/>
          <a:lstStyle/>
          <a:p>
            <a:fld id="{CC057153-B650-4DEB-B370-79DDCFDCE934}" type="slidenum">
              <a:rPr lang="en-US" smtClean="0"/>
              <a:pPr/>
              <a:t>13</a:t>
            </a:fld>
            <a:r>
              <a:rPr lang="en-US"/>
              <a:t> / 57</a:t>
            </a:r>
            <a:endParaRPr lang="en-US" dirty="0"/>
          </a:p>
        </p:txBody>
      </p:sp>
    </p:spTree>
    <p:extLst>
      <p:ext uri="{BB962C8B-B14F-4D97-AF65-F5344CB8AC3E}">
        <p14:creationId xmlns:p14="http://schemas.microsoft.com/office/powerpoint/2010/main" val="3429857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E599B-9E23-B629-5F90-B35DCC65FDA5}"/>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80F986BE-2481-DCF5-C45C-DBA7882EA64E}"/>
              </a:ext>
            </a:extLst>
          </p:cNvPr>
          <p:cNvSpPr/>
          <p:nvPr/>
        </p:nvSpPr>
        <p:spPr>
          <a:xfrm>
            <a:off x="174285" y="4800600"/>
            <a:ext cx="8795430" cy="1494971"/>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6" name="CuadroTexto 5">
            <a:extLst>
              <a:ext uri="{FF2B5EF4-FFF2-40B4-BE49-F238E27FC236}">
                <a16:creationId xmlns:a16="http://schemas.microsoft.com/office/drawing/2014/main" id="{2A629CCD-E77F-D684-9441-8CDAEBEFAE91}"/>
              </a:ext>
            </a:extLst>
          </p:cNvPr>
          <p:cNvSpPr txBox="1"/>
          <p:nvPr/>
        </p:nvSpPr>
        <p:spPr>
          <a:xfrm>
            <a:off x="174285" y="4947920"/>
            <a:ext cx="8795430" cy="1200329"/>
          </a:xfrm>
          <a:prstGeom prst="rect">
            <a:avLst/>
          </a:prstGeom>
          <a:noFill/>
        </p:spPr>
        <p:txBody>
          <a:bodyPr wrap="square" rtlCol="0">
            <a:spAutoFit/>
          </a:bodyPr>
          <a:lstStyle/>
          <a:p>
            <a:pPr algn="ctr"/>
            <a:r>
              <a:rPr lang="en-US" sz="3600" dirty="0">
                <a:latin typeface="Amasis MT Pro" panose="02040504050005020304" pitchFamily="18" charset="0"/>
              </a:rPr>
              <a:t>G. Alfaro and M. A. F. Sanjuán, Phys. Rev. E </a:t>
            </a:r>
            <a:r>
              <a:rPr lang="en-US" sz="3600" b="1" dirty="0">
                <a:latin typeface="Amasis MT Pro" panose="02040504050005020304" pitchFamily="18" charset="0"/>
              </a:rPr>
              <a:t>109</a:t>
            </a:r>
            <a:r>
              <a:rPr lang="en-US" sz="3600" dirty="0">
                <a:latin typeface="Amasis MT Pro" panose="02040504050005020304" pitchFamily="18" charset="0"/>
              </a:rPr>
              <a:t>, 014203 (2024)</a:t>
            </a:r>
            <a:endParaRPr lang="es-ES" sz="3600" dirty="0">
              <a:latin typeface="Amasis MT Pro" panose="02040504050005020304" pitchFamily="18" charset="0"/>
            </a:endParaRPr>
          </a:p>
        </p:txBody>
      </p:sp>
      <p:sp>
        <p:nvSpPr>
          <p:cNvPr id="13" name="CuadroTexto 12">
            <a:extLst>
              <a:ext uri="{FF2B5EF4-FFF2-40B4-BE49-F238E27FC236}">
                <a16:creationId xmlns:a16="http://schemas.microsoft.com/office/drawing/2014/main" id="{48E67443-1956-5D0D-573A-B7BE880E7200}"/>
              </a:ext>
            </a:extLst>
          </p:cNvPr>
          <p:cNvSpPr txBox="1"/>
          <p:nvPr/>
        </p:nvSpPr>
        <p:spPr>
          <a:xfrm>
            <a:off x="174285" y="2057400"/>
            <a:ext cx="8795430" cy="2308324"/>
          </a:xfrm>
          <a:prstGeom prst="rect">
            <a:avLst/>
          </a:prstGeom>
          <a:noFill/>
        </p:spPr>
        <p:txBody>
          <a:bodyPr wrap="square">
            <a:spAutoFit/>
          </a:bodyPr>
          <a:lstStyle/>
          <a:p>
            <a:pPr algn="ctr"/>
            <a:r>
              <a:rPr lang="en-US" sz="4800" b="1" i="0" u="none" strike="noStrike" baseline="0" dirty="0">
                <a:solidFill>
                  <a:srgbClr val="0070C0"/>
                </a:solidFill>
                <a:latin typeface="Amasis MT Pro Light" panose="02040304050005020304" pitchFamily="18" charset="0"/>
              </a:rPr>
              <a:t>Hamming distance as a measure of spatial chaos in evolutionary </a:t>
            </a:r>
            <a:r>
              <a:rPr lang="es-ES" sz="4800" b="1" i="0" u="none" strike="noStrike" baseline="0" dirty="0" err="1">
                <a:solidFill>
                  <a:srgbClr val="0070C0"/>
                </a:solidFill>
                <a:latin typeface="Amasis MT Pro Light" panose="02040304050005020304" pitchFamily="18" charset="0"/>
              </a:rPr>
              <a:t>games</a:t>
            </a:r>
            <a:endParaRPr lang="es-ES" sz="4800" b="1" dirty="0">
              <a:solidFill>
                <a:srgbClr val="0070C0"/>
              </a:solidFill>
              <a:latin typeface="Amasis MT Pro Light" panose="02040304050005020304" pitchFamily="18" charset="0"/>
            </a:endParaRPr>
          </a:p>
        </p:txBody>
      </p:sp>
      <p:sp>
        <p:nvSpPr>
          <p:cNvPr id="4" name="Marcador de número de diapositiva 3">
            <a:extLst>
              <a:ext uri="{FF2B5EF4-FFF2-40B4-BE49-F238E27FC236}">
                <a16:creationId xmlns:a16="http://schemas.microsoft.com/office/drawing/2014/main" id="{074BBBDC-33D6-A173-A921-65010414254C}"/>
              </a:ext>
            </a:extLst>
          </p:cNvPr>
          <p:cNvSpPr>
            <a:spLocks noGrp="1"/>
          </p:cNvSpPr>
          <p:nvPr>
            <p:ph type="sldNum" sz="quarter" idx="12"/>
          </p:nvPr>
        </p:nvSpPr>
        <p:spPr/>
        <p:txBody>
          <a:bodyPr/>
          <a:lstStyle/>
          <a:p>
            <a:fld id="{CC057153-B650-4DEB-B370-79DDCFDCE934}" type="slidenum">
              <a:rPr lang="en-US" smtClean="0"/>
              <a:pPr/>
              <a:t>14</a:t>
            </a:fld>
            <a:r>
              <a:rPr lang="en-US"/>
              <a:t> / 57</a:t>
            </a:r>
            <a:endParaRPr lang="en-US" dirty="0"/>
          </a:p>
        </p:txBody>
      </p:sp>
    </p:spTree>
    <p:extLst>
      <p:ext uri="{BB962C8B-B14F-4D97-AF65-F5344CB8AC3E}">
        <p14:creationId xmlns:p14="http://schemas.microsoft.com/office/powerpoint/2010/main" val="2890661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1A4E6-C397-3DEB-00C9-F01B698926A5}"/>
            </a:ext>
          </a:extLst>
        </p:cNvPr>
        <p:cNvGrpSpPr/>
        <p:nvPr/>
      </p:nvGrpSpPr>
      <p:grpSpPr>
        <a:xfrm>
          <a:off x="0" y="0"/>
          <a:ext cx="0" cy="0"/>
          <a:chOff x="0" y="0"/>
          <a:chExt cx="0" cy="0"/>
        </a:xfrm>
      </p:grpSpPr>
      <p:sp>
        <p:nvSpPr>
          <p:cNvPr id="19" name="Rectángulo 18">
            <a:extLst>
              <a:ext uri="{FF2B5EF4-FFF2-40B4-BE49-F238E27FC236}">
                <a16:creationId xmlns:a16="http://schemas.microsoft.com/office/drawing/2014/main" id="{0BC00872-B878-533B-B483-055B7118B9E0}"/>
              </a:ext>
            </a:extLst>
          </p:cNvPr>
          <p:cNvSpPr/>
          <p:nvPr/>
        </p:nvSpPr>
        <p:spPr>
          <a:xfrm>
            <a:off x="654050" y="1977881"/>
            <a:ext cx="6959600" cy="769772"/>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Conector recto de flecha 13">
            <a:extLst>
              <a:ext uri="{FF2B5EF4-FFF2-40B4-BE49-F238E27FC236}">
                <a16:creationId xmlns:a16="http://schemas.microsoft.com/office/drawing/2014/main" id="{745468B1-4AC1-6950-06D9-1460F6F19A09}"/>
              </a:ext>
            </a:extLst>
          </p:cNvPr>
          <p:cNvCxnSpPr>
            <a:cxnSpLocks/>
          </p:cNvCxnSpPr>
          <p:nvPr/>
        </p:nvCxnSpPr>
        <p:spPr>
          <a:xfrm>
            <a:off x="5843927" y="5057288"/>
            <a:ext cx="463751" cy="0"/>
          </a:xfrm>
          <a:prstGeom prst="straightConnector1">
            <a:avLst/>
          </a:prstGeom>
          <a:ln w="76200">
            <a:solidFill>
              <a:schemeClr val="bg2">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5" name="CuadroTexto 14">
            <a:extLst>
              <a:ext uri="{FF2B5EF4-FFF2-40B4-BE49-F238E27FC236}">
                <a16:creationId xmlns:a16="http://schemas.microsoft.com/office/drawing/2014/main" id="{625DFA94-F235-1072-3418-11DF5C6687FE}"/>
              </a:ext>
            </a:extLst>
          </p:cNvPr>
          <p:cNvSpPr txBox="1"/>
          <p:nvPr/>
        </p:nvSpPr>
        <p:spPr>
          <a:xfrm>
            <a:off x="817569" y="2039602"/>
            <a:ext cx="1549476" cy="646331"/>
          </a:xfrm>
          <a:prstGeom prst="rect">
            <a:avLst/>
          </a:prstGeom>
          <a:noFill/>
        </p:spPr>
        <p:txBody>
          <a:bodyPr wrap="square" rtlCol="0">
            <a:spAutoFit/>
          </a:bodyPr>
          <a:lstStyle/>
          <a:p>
            <a:pPr algn="ctr"/>
            <a:r>
              <a:rPr lang="es-ES" sz="3600" dirty="0">
                <a:solidFill>
                  <a:schemeClr val="accent2">
                    <a:lumMod val="75000"/>
                  </a:schemeClr>
                </a:solidFill>
                <a:latin typeface="Amasis MT Pro Light" panose="02040304050005020304" pitchFamily="18" charset="0"/>
              </a:rPr>
              <a:t>G</a:t>
            </a:r>
            <a:r>
              <a:rPr lang="es-ES" sz="3600" dirty="0">
                <a:solidFill>
                  <a:srgbClr val="0070C0"/>
                </a:solidFill>
                <a:latin typeface="Amasis MT Pro Light" panose="02040304050005020304" pitchFamily="18" charset="0"/>
              </a:rPr>
              <a:t>ato</a:t>
            </a:r>
          </a:p>
        </p:txBody>
      </p:sp>
      <p:sp>
        <p:nvSpPr>
          <p:cNvPr id="16" name="CuadroTexto 15">
            <a:extLst>
              <a:ext uri="{FF2B5EF4-FFF2-40B4-BE49-F238E27FC236}">
                <a16:creationId xmlns:a16="http://schemas.microsoft.com/office/drawing/2014/main" id="{F1A10CFE-5490-C6B1-E1DB-8E07727F9384}"/>
              </a:ext>
            </a:extLst>
          </p:cNvPr>
          <p:cNvSpPr txBox="1"/>
          <p:nvPr/>
        </p:nvSpPr>
        <p:spPr>
          <a:xfrm>
            <a:off x="3641542" y="2030579"/>
            <a:ext cx="1042737" cy="646331"/>
          </a:xfrm>
          <a:prstGeom prst="rect">
            <a:avLst/>
          </a:prstGeom>
          <a:noFill/>
        </p:spPr>
        <p:txBody>
          <a:bodyPr wrap="square" rtlCol="0">
            <a:spAutoFit/>
          </a:bodyPr>
          <a:lstStyle/>
          <a:p>
            <a:pPr algn="ctr"/>
            <a:r>
              <a:rPr lang="es-ES" sz="3600" dirty="0">
                <a:solidFill>
                  <a:schemeClr val="accent2">
                    <a:lumMod val="75000"/>
                  </a:schemeClr>
                </a:solidFill>
                <a:latin typeface="Amasis MT Pro Light" panose="02040304050005020304" pitchFamily="18" charset="0"/>
              </a:rPr>
              <a:t>P</a:t>
            </a:r>
            <a:r>
              <a:rPr lang="es-ES" sz="3600" dirty="0">
                <a:solidFill>
                  <a:srgbClr val="0070C0"/>
                </a:solidFill>
                <a:latin typeface="Amasis MT Pro Light" panose="02040304050005020304" pitchFamily="18" charset="0"/>
              </a:rPr>
              <a:t>ato</a:t>
            </a:r>
          </a:p>
        </p:txBody>
      </p:sp>
      <p:cxnSp>
        <p:nvCxnSpPr>
          <p:cNvPr id="17" name="Conector recto de flecha 16">
            <a:extLst>
              <a:ext uri="{FF2B5EF4-FFF2-40B4-BE49-F238E27FC236}">
                <a16:creationId xmlns:a16="http://schemas.microsoft.com/office/drawing/2014/main" id="{9530294A-2CB2-0A74-7E42-B7A63F4CF895}"/>
              </a:ext>
            </a:extLst>
          </p:cNvPr>
          <p:cNvCxnSpPr>
            <a:cxnSpLocks/>
          </p:cNvCxnSpPr>
          <p:nvPr/>
        </p:nvCxnSpPr>
        <p:spPr>
          <a:xfrm flipV="1">
            <a:off x="4937147" y="2353744"/>
            <a:ext cx="951887" cy="10293"/>
          </a:xfrm>
          <a:prstGeom prst="straightConnector1">
            <a:avLst/>
          </a:prstGeom>
          <a:ln w="76200">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18" name="CuadroTexto 17">
            <a:extLst>
              <a:ext uri="{FF2B5EF4-FFF2-40B4-BE49-F238E27FC236}">
                <a16:creationId xmlns:a16="http://schemas.microsoft.com/office/drawing/2014/main" id="{8DEBA0DB-98AF-E948-1778-0FE172341A12}"/>
              </a:ext>
            </a:extLst>
          </p:cNvPr>
          <p:cNvSpPr txBox="1"/>
          <p:nvPr/>
        </p:nvSpPr>
        <p:spPr>
          <a:xfrm>
            <a:off x="6006951" y="2030579"/>
            <a:ext cx="1461194" cy="646331"/>
          </a:xfrm>
          <a:prstGeom prst="rect">
            <a:avLst/>
          </a:prstGeom>
          <a:noFill/>
        </p:spPr>
        <p:txBody>
          <a:bodyPr wrap="square" rtlCol="0">
            <a:spAutoFit/>
          </a:bodyPr>
          <a:lstStyle/>
          <a:p>
            <a:pPr algn="ctr"/>
            <a:r>
              <a:rPr lang="es-ES" sz="3600" dirty="0">
                <a:solidFill>
                  <a:schemeClr val="accent2">
                    <a:lumMod val="75000"/>
                  </a:schemeClr>
                </a:solidFill>
                <a:latin typeface="Amasis MT Pro Light" panose="02040304050005020304" pitchFamily="18" charset="0"/>
              </a:rPr>
              <a:t>*</a:t>
            </a:r>
            <a:r>
              <a:rPr lang="es-ES" sz="3600" dirty="0">
                <a:solidFill>
                  <a:srgbClr val="0070C0"/>
                </a:solidFill>
                <a:latin typeface="Amasis MT Pro Light" panose="02040304050005020304" pitchFamily="18" charset="0"/>
              </a:rPr>
              <a:t>ato</a:t>
            </a:r>
          </a:p>
        </p:txBody>
      </p:sp>
      <p:sp>
        <p:nvSpPr>
          <p:cNvPr id="20" name="CuadroTexto 19">
            <a:extLst>
              <a:ext uri="{FF2B5EF4-FFF2-40B4-BE49-F238E27FC236}">
                <a16:creationId xmlns:a16="http://schemas.microsoft.com/office/drawing/2014/main" id="{9FC6A3E0-5DB6-6EBB-3CA1-D12AA20EB32E}"/>
              </a:ext>
            </a:extLst>
          </p:cNvPr>
          <p:cNvSpPr txBox="1"/>
          <p:nvPr/>
        </p:nvSpPr>
        <p:spPr>
          <a:xfrm>
            <a:off x="7769688" y="2030578"/>
            <a:ext cx="1042737" cy="646331"/>
          </a:xfrm>
          <a:prstGeom prst="rect">
            <a:avLst/>
          </a:prstGeom>
          <a:noFill/>
        </p:spPr>
        <p:txBody>
          <a:bodyPr wrap="square" rtlCol="0">
            <a:spAutoFit/>
          </a:bodyPr>
          <a:lstStyle/>
          <a:p>
            <a:pPr algn="ctr"/>
            <a:r>
              <a:rPr lang="es-ES" sz="3600" dirty="0">
                <a:latin typeface="Amasis MT Pro Light" panose="02040304050005020304" pitchFamily="18" charset="0"/>
              </a:rPr>
              <a:t>= 1</a:t>
            </a:r>
          </a:p>
        </p:txBody>
      </p:sp>
      <p:sp>
        <p:nvSpPr>
          <p:cNvPr id="21" name="CuadroTexto 20">
            <a:extLst>
              <a:ext uri="{FF2B5EF4-FFF2-40B4-BE49-F238E27FC236}">
                <a16:creationId xmlns:a16="http://schemas.microsoft.com/office/drawing/2014/main" id="{BBD2E9F9-937F-035D-C0EF-F7B70C71AA4D}"/>
              </a:ext>
            </a:extLst>
          </p:cNvPr>
          <p:cNvSpPr txBox="1"/>
          <p:nvPr/>
        </p:nvSpPr>
        <p:spPr>
          <a:xfrm>
            <a:off x="7710087" y="4136964"/>
            <a:ext cx="1365333" cy="646331"/>
          </a:xfrm>
          <a:prstGeom prst="rect">
            <a:avLst/>
          </a:prstGeom>
          <a:noFill/>
        </p:spPr>
        <p:txBody>
          <a:bodyPr wrap="square" rtlCol="0">
            <a:spAutoFit/>
          </a:bodyPr>
          <a:lstStyle/>
          <a:p>
            <a:pPr algn="ctr"/>
            <a:r>
              <a:rPr lang="es-ES" sz="3600" dirty="0">
                <a:latin typeface="Amasis MT Pro Light" panose="02040304050005020304" pitchFamily="18" charset="0"/>
              </a:rPr>
              <a:t>= 17</a:t>
            </a:r>
          </a:p>
        </p:txBody>
      </p:sp>
      <p:pic>
        <p:nvPicPr>
          <p:cNvPr id="4" name="Imagen 3" descr="Gráfico, Gráfico de barras&#10;&#10;El contenido generado por IA puede ser incorrecto.">
            <a:extLst>
              <a:ext uri="{FF2B5EF4-FFF2-40B4-BE49-F238E27FC236}">
                <a16:creationId xmlns:a16="http://schemas.microsoft.com/office/drawing/2014/main" id="{39CB1958-03ED-9A17-6FBA-6BB44D8BBC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201" y="3429001"/>
            <a:ext cx="2056213" cy="2062261"/>
          </a:xfrm>
          <a:prstGeom prst="rect">
            <a:avLst/>
          </a:prstGeom>
        </p:spPr>
      </p:pic>
      <p:pic>
        <p:nvPicPr>
          <p:cNvPr id="6" name="Imagen 5" descr="Gráfico, Gráfico de barras&#10;&#10;El contenido generado por IA puede ser incorrecto.">
            <a:extLst>
              <a:ext uri="{FF2B5EF4-FFF2-40B4-BE49-F238E27FC236}">
                <a16:creationId xmlns:a16="http://schemas.microsoft.com/office/drawing/2014/main" id="{ACE4699C-282F-8163-2EFB-8FCA57036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2787" y="3429000"/>
            <a:ext cx="2060248" cy="2062261"/>
          </a:xfrm>
          <a:prstGeom prst="rect">
            <a:avLst/>
          </a:prstGeom>
        </p:spPr>
      </p:pic>
      <p:pic>
        <p:nvPicPr>
          <p:cNvPr id="8" name="Imagen 7" descr="Gráfico&#10;&#10;El contenido generado por IA puede ser incorrecto.">
            <a:extLst>
              <a:ext uri="{FF2B5EF4-FFF2-40B4-BE49-F238E27FC236}">
                <a16:creationId xmlns:a16="http://schemas.microsoft.com/office/drawing/2014/main" id="{E7F7B2AE-CEA1-694E-F5AB-D435D80E56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05408" y="3447142"/>
            <a:ext cx="2064280" cy="2062261"/>
          </a:xfrm>
          <a:prstGeom prst="rect">
            <a:avLst/>
          </a:prstGeom>
        </p:spPr>
      </p:pic>
      <p:sp>
        <p:nvSpPr>
          <p:cNvPr id="13" name="CuadroTexto 12">
            <a:extLst>
              <a:ext uri="{FF2B5EF4-FFF2-40B4-BE49-F238E27FC236}">
                <a16:creationId xmlns:a16="http://schemas.microsoft.com/office/drawing/2014/main" id="{30F2A98C-2170-F9E3-496A-CDA1D797A81B}"/>
              </a:ext>
            </a:extLst>
          </p:cNvPr>
          <p:cNvSpPr txBox="1"/>
          <p:nvPr/>
        </p:nvSpPr>
        <p:spPr>
          <a:xfrm>
            <a:off x="-5694" y="0"/>
            <a:ext cx="9149693" cy="1200329"/>
          </a:xfrm>
          <a:prstGeom prst="rect">
            <a:avLst/>
          </a:prstGeom>
          <a:noFill/>
        </p:spPr>
        <p:txBody>
          <a:bodyPr wrap="square" rtlCol="0">
            <a:spAutoFit/>
          </a:bodyPr>
          <a:lstStyle/>
          <a:p>
            <a:pPr algn="ctr"/>
            <a:r>
              <a:rPr lang="es-ES" sz="7200" b="1" dirty="0">
                <a:solidFill>
                  <a:srgbClr val="0070C0"/>
                </a:solidFill>
                <a:latin typeface="Amasis MT Pro Light" panose="02040304050005020304" pitchFamily="18" charset="0"/>
                <a:cs typeface="Adobe Devanagari" panose="02040503050201020203" pitchFamily="18" charset="0"/>
              </a:rPr>
              <a:t>Distancia de </a:t>
            </a:r>
            <a:r>
              <a:rPr lang="es-ES" sz="7200" b="1" dirty="0" err="1">
                <a:solidFill>
                  <a:srgbClr val="0070C0"/>
                </a:solidFill>
                <a:latin typeface="Amasis MT Pro Light" panose="02040304050005020304" pitchFamily="18" charset="0"/>
                <a:cs typeface="Adobe Devanagari" panose="02040503050201020203" pitchFamily="18" charset="0"/>
              </a:rPr>
              <a:t>Hamming</a:t>
            </a:r>
            <a:endParaRPr lang="es-ES" sz="8800" b="1" dirty="0">
              <a:solidFill>
                <a:srgbClr val="0070C0"/>
              </a:solidFill>
              <a:latin typeface="Amasis MT Pro Light" panose="02040304050005020304" pitchFamily="18" charset="0"/>
              <a:cs typeface="Adobe Devanagari" panose="02040503050201020203" pitchFamily="18" charset="0"/>
            </a:endParaRPr>
          </a:p>
        </p:txBody>
      </p:sp>
      <p:sp>
        <p:nvSpPr>
          <p:cNvPr id="5" name="Marcador de número de diapositiva 4">
            <a:extLst>
              <a:ext uri="{FF2B5EF4-FFF2-40B4-BE49-F238E27FC236}">
                <a16:creationId xmlns:a16="http://schemas.microsoft.com/office/drawing/2014/main" id="{721F7939-D428-F62A-74FB-B82C913EC212}"/>
              </a:ext>
            </a:extLst>
          </p:cNvPr>
          <p:cNvSpPr>
            <a:spLocks noGrp="1"/>
          </p:cNvSpPr>
          <p:nvPr>
            <p:ph type="sldNum" sz="quarter" idx="12"/>
          </p:nvPr>
        </p:nvSpPr>
        <p:spPr/>
        <p:txBody>
          <a:bodyPr/>
          <a:lstStyle/>
          <a:p>
            <a:fld id="{CC057153-B650-4DEB-B370-79DDCFDCE934}" type="slidenum">
              <a:rPr lang="en-US" smtClean="0"/>
              <a:pPr/>
              <a:t>15</a:t>
            </a:fld>
            <a:r>
              <a:rPr lang="en-US"/>
              <a:t> / 57</a:t>
            </a:r>
            <a:endParaRPr lang="en-US" dirty="0"/>
          </a:p>
        </p:txBody>
      </p:sp>
    </p:spTree>
    <p:extLst>
      <p:ext uri="{BB962C8B-B14F-4D97-AF65-F5344CB8AC3E}">
        <p14:creationId xmlns:p14="http://schemas.microsoft.com/office/powerpoint/2010/main" val="3023332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26AF-9D42-D58D-73E6-DD416E9AF358}"/>
            </a:ext>
          </a:extLst>
        </p:cNvPr>
        <p:cNvGrpSpPr/>
        <p:nvPr/>
      </p:nvGrpSpPr>
      <p:grpSpPr>
        <a:xfrm>
          <a:off x="0" y="0"/>
          <a:ext cx="0" cy="0"/>
          <a:chOff x="0" y="0"/>
          <a:chExt cx="0" cy="0"/>
        </a:xfrm>
      </p:grpSpPr>
      <p:sp>
        <p:nvSpPr>
          <p:cNvPr id="9" name="Rectángulo 8">
            <a:extLst>
              <a:ext uri="{FF2B5EF4-FFF2-40B4-BE49-F238E27FC236}">
                <a16:creationId xmlns:a16="http://schemas.microsoft.com/office/drawing/2014/main" id="{17A2EDF4-E7E4-CAA0-9CF0-B5E955B80011}"/>
              </a:ext>
            </a:extLst>
          </p:cNvPr>
          <p:cNvSpPr/>
          <p:nvPr/>
        </p:nvSpPr>
        <p:spPr>
          <a:xfrm>
            <a:off x="7073900" y="4784586"/>
            <a:ext cx="889000" cy="184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Rectángulo 11">
            <a:extLst>
              <a:ext uri="{FF2B5EF4-FFF2-40B4-BE49-F238E27FC236}">
                <a16:creationId xmlns:a16="http://schemas.microsoft.com/office/drawing/2014/main" id="{A617886D-1E79-E890-21D7-C698388F22BC}"/>
              </a:ext>
            </a:extLst>
          </p:cNvPr>
          <p:cNvSpPr/>
          <p:nvPr/>
        </p:nvSpPr>
        <p:spPr>
          <a:xfrm>
            <a:off x="5548312" y="2571611"/>
            <a:ext cx="147638" cy="20351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6A3BD2B8-5508-3896-9AB4-F12190BA2618}"/>
              </a:ext>
            </a:extLst>
          </p:cNvPr>
          <p:cNvSpPr txBox="1"/>
          <p:nvPr/>
        </p:nvSpPr>
        <p:spPr>
          <a:xfrm>
            <a:off x="6457577" y="4834870"/>
            <a:ext cx="2127250" cy="369332"/>
          </a:xfrm>
          <a:prstGeom prst="rect">
            <a:avLst/>
          </a:prstGeom>
          <a:noFill/>
        </p:spPr>
        <p:txBody>
          <a:bodyPr wrap="square" rtlCol="0">
            <a:spAutoFit/>
          </a:bodyPr>
          <a:lstStyle/>
          <a:p>
            <a:pPr algn="ctr"/>
            <a:r>
              <a:rPr lang="es-ES" dirty="0">
                <a:latin typeface="Amasis MT Pro" panose="02040504050005020304" pitchFamily="18" charset="0"/>
              </a:rPr>
              <a:t>Generaciones</a:t>
            </a:r>
          </a:p>
        </p:txBody>
      </p:sp>
      <p:sp>
        <p:nvSpPr>
          <p:cNvPr id="15" name="CuadroTexto 14">
            <a:extLst>
              <a:ext uri="{FF2B5EF4-FFF2-40B4-BE49-F238E27FC236}">
                <a16:creationId xmlns:a16="http://schemas.microsoft.com/office/drawing/2014/main" id="{004B8ED0-0D13-DDE3-0ECB-99837E8E3CD9}"/>
              </a:ext>
            </a:extLst>
          </p:cNvPr>
          <p:cNvSpPr txBox="1"/>
          <p:nvPr/>
        </p:nvSpPr>
        <p:spPr>
          <a:xfrm>
            <a:off x="5829113" y="1925280"/>
            <a:ext cx="3378573" cy="646331"/>
          </a:xfrm>
          <a:prstGeom prst="rect">
            <a:avLst/>
          </a:prstGeom>
          <a:noFill/>
        </p:spPr>
        <p:txBody>
          <a:bodyPr wrap="square" rtlCol="0">
            <a:spAutoFit/>
          </a:bodyPr>
          <a:lstStyle/>
          <a:p>
            <a:pPr algn="ctr"/>
            <a:r>
              <a:rPr lang="es-ES" dirty="0">
                <a:latin typeface="Amasis MT Pro" panose="02040504050005020304" pitchFamily="18" charset="0"/>
              </a:rPr>
              <a:t>Distancia de </a:t>
            </a:r>
            <a:r>
              <a:rPr lang="es-ES" dirty="0" err="1">
                <a:latin typeface="Amasis MT Pro" panose="02040504050005020304" pitchFamily="18" charset="0"/>
              </a:rPr>
              <a:t>Hamming</a:t>
            </a:r>
            <a:r>
              <a:rPr lang="es-ES" dirty="0">
                <a:latin typeface="Amasis MT Pro" panose="02040504050005020304" pitchFamily="18" charset="0"/>
              </a:rPr>
              <a:t> </a:t>
            </a:r>
            <a:r>
              <a:rPr lang="es-ES" dirty="0" err="1">
                <a:latin typeface="Amasis MT Pro" panose="02040504050005020304" pitchFamily="18" charset="0"/>
              </a:rPr>
              <a:t>normailizada</a:t>
            </a:r>
            <a:endParaRPr lang="es-ES" dirty="0">
              <a:latin typeface="Amasis MT Pro" panose="02040504050005020304" pitchFamily="18" charset="0"/>
            </a:endParaRPr>
          </a:p>
        </p:txBody>
      </p:sp>
      <p:sp>
        <p:nvSpPr>
          <p:cNvPr id="17" name="CuadroTexto 16">
            <a:extLst>
              <a:ext uri="{FF2B5EF4-FFF2-40B4-BE49-F238E27FC236}">
                <a16:creationId xmlns:a16="http://schemas.microsoft.com/office/drawing/2014/main" id="{229B4757-6AC3-E27A-C627-CB444D4D70AB}"/>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Juego de los bienes públicos</a:t>
            </a:r>
          </a:p>
        </p:txBody>
      </p:sp>
      <p:sp>
        <p:nvSpPr>
          <p:cNvPr id="2" name="CuadroTexto 1">
            <a:extLst>
              <a:ext uri="{FF2B5EF4-FFF2-40B4-BE49-F238E27FC236}">
                <a16:creationId xmlns:a16="http://schemas.microsoft.com/office/drawing/2014/main" id="{25FDD972-0EC6-6EF1-B5C3-3404402832D4}"/>
              </a:ext>
            </a:extLst>
          </p:cNvPr>
          <p:cNvSpPr txBox="1"/>
          <p:nvPr/>
        </p:nvSpPr>
        <p:spPr>
          <a:xfrm>
            <a:off x="5695950" y="1108381"/>
            <a:ext cx="2456657" cy="523220"/>
          </a:xfrm>
          <a:prstGeom prst="rect">
            <a:avLst/>
          </a:prstGeom>
          <a:noFill/>
        </p:spPr>
        <p:txBody>
          <a:bodyPr wrap="square" rtlCol="0">
            <a:spAutoFit/>
          </a:bodyPr>
          <a:lstStyle/>
          <a:p>
            <a:pPr algn="ctr"/>
            <a:r>
              <a:rPr lang="es-ES" sz="2800" dirty="0">
                <a:latin typeface="Amasis MT Pro" panose="02040504050005020304" pitchFamily="18" charset="0"/>
              </a:rPr>
              <a:t>Sin ruido K</a:t>
            </a:r>
            <a:r>
              <a:rPr lang="es-ES" sz="2800" dirty="0">
                <a:latin typeface="Amasis MT Pro" panose="02040504050005020304" pitchFamily="18" charset="0"/>
                <a:sym typeface="Wingdings" panose="05000000000000000000" pitchFamily="2" charset="2"/>
              </a:rPr>
              <a:t>=0</a:t>
            </a:r>
            <a:endParaRPr lang="es-ES" sz="2800" dirty="0">
              <a:latin typeface="Amasis MT Pro" panose="02040504050005020304" pitchFamily="18" charset="0"/>
            </a:endParaRPr>
          </a:p>
        </p:txBody>
      </p:sp>
      <p:sp>
        <p:nvSpPr>
          <p:cNvPr id="6" name="Rectángulo 5">
            <a:extLst>
              <a:ext uri="{FF2B5EF4-FFF2-40B4-BE49-F238E27FC236}">
                <a16:creationId xmlns:a16="http://schemas.microsoft.com/office/drawing/2014/main" id="{07E4CD2E-B534-B1EB-6EEE-9E6E9D0D8AD8}"/>
              </a:ext>
            </a:extLst>
          </p:cNvPr>
          <p:cNvSpPr/>
          <p:nvPr/>
        </p:nvSpPr>
        <p:spPr>
          <a:xfrm>
            <a:off x="5695950" y="3154680"/>
            <a:ext cx="499110" cy="3265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 name="Imagen 4">
            <a:extLst>
              <a:ext uri="{FF2B5EF4-FFF2-40B4-BE49-F238E27FC236}">
                <a16:creationId xmlns:a16="http://schemas.microsoft.com/office/drawing/2014/main" id="{5A94C082-8605-BC96-634D-EEB07176B690}"/>
              </a:ext>
            </a:extLst>
          </p:cNvPr>
          <p:cNvPicPr>
            <a:picLocks noChangeAspect="1"/>
          </p:cNvPicPr>
          <p:nvPr/>
        </p:nvPicPr>
        <p:blipFill>
          <a:blip r:embed="rId3"/>
          <a:stretch>
            <a:fillRect/>
          </a:stretch>
        </p:blipFill>
        <p:spPr>
          <a:xfrm>
            <a:off x="97972" y="1295399"/>
            <a:ext cx="5395631" cy="5465103"/>
          </a:xfrm>
          <a:prstGeom prst="rect">
            <a:avLst/>
          </a:prstGeom>
        </p:spPr>
      </p:pic>
      <p:pic>
        <p:nvPicPr>
          <p:cNvPr id="14" name="Imagen 13">
            <a:extLst>
              <a:ext uri="{FF2B5EF4-FFF2-40B4-BE49-F238E27FC236}">
                <a16:creationId xmlns:a16="http://schemas.microsoft.com/office/drawing/2014/main" id="{DD244BBD-A579-8802-05A8-C0FA15DBEFB6}"/>
              </a:ext>
            </a:extLst>
          </p:cNvPr>
          <p:cNvPicPr>
            <a:picLocks noChangeAspect="1"/>
          </p:cNvPicPr>
          <p:nvPr/>
        </p:nvPicPr>
        <p:blipFill>
          <a:blip r:embed="rId4"/>
          <a:stretch>
            <a:fillRect/>
          </a:stretch>
        </p:blipFill>
        <p:spPr>
          <a:xfrm>
            <a:off x="5843588" y="2571611"/>
            <a:ext cx="3130159" cy="2226223"/>
          </a:xfrm>
          <a:prstGeom prst="rect">
            <a:avLst/>
          </a:prstGeom>
        </p:spPr>
      </p:pic>
      <p:sp>
        <p:nvSpPr>
          <p:cNvPr id="7" name="Rectángulo: esquinas redondeadas 6">
            <a:extLst>
              <a:ext uri="{FF2B5EF4-FFF2-40B4-BE49-F238E27FC236}">
                <a16:creationId xmlns:a16="http://schemas.microsoft.com/office/drawing/2014/main" id="{FE5634E1-0B2A-5BB2-804D-1F464DF8C100}"/>
              </a:ext>
            </a:extLst>
          </p:cNvPr>
          <p:cNvSpPr/>
          <p:nvPr/>
        </p:nvSpPr>
        <p:spPr>
          <a:xfrm>
            <a:off x="5695951" y="1035309"/>
            <a:ext cx="2456656" cy="654506"/>
          </a:xfrm>
          <a:prstGeom prst="round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10" name="Marcador de número de diapositiva 9">
            <a:extLst>
              <a:ext uri="{FF2B5EF4-FFF2-40B4-BE49-F238E27FC236}">
                <a16:creationId xmlns:a16="http://schemas.microsoft.com/office/drawing/2014/main" id="{AFB56B2C-ED55-6D0F-B074-1E9D578C6C2F}"/>
              </a:ext>
            </a:extLst>
          </p:cNvPr>
          <p:cNvSpPr>
            <a:spLocks noGrp="1"/>
          </p:cNvSpPr>
          <p:nvPr>
            <p:ph type="sldNum" sz="quarter" idx="12"/>
          </p:nvPr>
        </p:nvSpPr>
        <p:spPr/>
        <p:txBody>
          <a:bodyPr/>
          <a:lstStyle/>
          <a:p>
            <a:fld id="{CC057153-B650-4DEB-B370-79DDCFDCE934}" type="slidenum">
              <a:rPr lang="en-US" smtClean="0"/>
              <a:pPr/>
              <a:t>16</a:t>
            </a:fld>
            <a:r>
              <a:rPr lang="en-US"/>
              <a:t> / 57</a:t>
            </a:r>
            <a:endParaRPr lang="en-US" dirty="0"/>
          </a:p>
        </p:txBody>
      </p:sp>
    </p:spTree>
    <p:extLst>
      <p:ext uri="{BB962C8B-B14F-4D97-AF65-F5344CB8AC3E}">
        <p14:creationId xmlns:p14="http://schemas.microsoft.com/office/powerpoint/2010/main" val="309095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Un dibujo de una persona&#10;&#10;El contenido generado por IA puede ser incorrecto.">
            <a:extLst>
              <a:ext uri="{FF2B5EF4-FFF2-40B4-BE49-F238E27FC236}">
                <a16:creationId xmlns:a16="http://schemas.microsoft.com/office/drawing/2014/main" id="{9585D998-E4B3-C95A-96AA-6764AECEFC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1019" y="1015663"/>
            <a:ext cx="8825163" cy="5883442"/>
          </a:xfrm>
          <a:prstGeom prst="rect">
            <a:avLst/>
          </a:prstGeom>
        </p:spPr>
      </p:pic>
      <p:pic>
        <p:nvPicPr>
          <p:cNvPr id="4" name="Imagen 3" descr="Un dibujo de una persona&#10;&#10;El contenido generado por IA puede ser incorrecto.">
            <a:extLst>
              <a:ext uri="{FF2B5EF4-FFF2-40B4-BE49-F238E27FC236}">
                <a16:creationId xmlns:a16="http://schemas.microsoft.com/office/drawing/2014/main" id="{2826AFFC-15DD-AE16-EC1F-323F7500CE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5440" y="1023283"/>
            <a:ext cx="8825163" cy="5883442"/>
          </a:xfrm>
          <a:prstGeom prst="rect">
            <a:avLst/>
          </a:prstGeom>
        </p:spPr>
      </p:pic>
      <p:pic>
        <p:nvPicPr>
          <p:cNvPr id="10" name="Imagen 9" descr="Gráfico, Histograma, Gráfico de dispersión&#10;&#10;El contenido generado por IA puede ser incorrecto.">
            <a:extLst>
              <a:ext uri="{FF2B5EF4-FFF2-40B4-BE49-F238E27FC236}">
                <a16:creationId xmlns:a16="http://schemas.microsoft.com/office/drawing/2014/main" id="{55CA8F48-F282-0CCC-0A2A-EDF2FB030D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8312" y="2571611"/>
            <a:ext cx="3495675" cy="2330450"/>
          </a:xfrm>
          <a:prstGeom prst="rect">
            <a:avLst/>
          </a:prstGeom>
        </p:spPr>
      </p:pic>
      <p:sp>
        <p:nvSpPr>
          <p:cNvPr id="9" name="Rectángulo 8">
            <a:extLst>
              <a:ext uri="{FF2B5EF4-FFF2-40B4-BE49-F238E27FC236}">
                <a16:creationId xmlns:a16="http://schemas.microsoft.com/office/drawing/2014/main" id="{900DF5DC-3478-85F6-EE28-8966859FF491}"/>
              </a:ext>
            </a:extLst>
          </p:cNvPr>
          <p:cNvSpPr/>
          <p:nvPr/>
        </p:nvSpPr>
        <p:spPr>
          <a:xfrm>
            <a:off x="7073900" y="4784586"/>
            <a:ext cx="889000" cy="1841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Rectángulo 11">
            <a:extLst>
              <a:ext uri="{FF2B5EF4-FFF2-40B4-BE49-F238E27FC236}">
                <a16:creationId xmlns:a16="http://schemas.microsoft.com/office/drawing/2014/main" id="{A31564B0-7881-AABB-0785-B15FEB4C04E5}"/>
              </a:ext>
            </a:extLst>
          </p:cNvPr>
          <p:cNvSpPr/>
          <p:nvPr/>
        </p:nvSpPr>
        <p:spPr>
          <a:xfrm>
            <a:off x="5548312" y="2571611"/>
            <a:ext cx="147638" cy="20351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0111736B-DBEA-ED69-8807-FB6A71624D82}"/>
              </a:ext>
            </a:extLst>
          </p:cNvPr>
          <p:cNvSpPr txBox="1"/>
          <p:nvPr/>
        </p:nvSpPr>
        <p:spPr>
          <a:xfrm>
            <a:off x="6457577" y="4834870"/>
            <a:ext cx="2127250" cy="369332"/>
          </a:xfrm>
          <a:prstGeom prst="rect">
            <a:avLst/>
          </a:prstGeom>
          <a:noFill/>
        </p:spPr>
        <p:txBody>
          <a:bodyPr wrap="square" rtlCol="0">
            <a:spAutoFit/>
          </a:bodyPr>
          <a:lstStyle/>
          <a:p>
            <a:pPr algn="ctr"/>
            <a:r>
              <a:rPr lang="es-ES" dirty="0"/>
              <a:t>Generaciones</a:t>
            </a:r>
          </a:p>
        </p:txBody>
      </p:sp>
      <p:sp>
        <p:nvSpPr>
          <p:cNvPr id="15" name="CuadroTexto 14">
            <a:extLst>
              <a:ext uri="{FF2B5EF4-FFF2-40B4-BE49-F238E27FC236}">
                <a16:creationId xmlns:a16="http://schemas.microsoft.com/office/drawing/2014/main" id="{3C4F0660-9CF4-AF5B-B099-1AED21872E8F}"/>
              </a:ext>
            </a:extLst>
          </p:cNvPr>
          <p:cNvSpPr txBox="1"/>
          <p:nvPr/>
        </p:nvSpPr>
        <p:spPr>
          <a:xfrm>
            <a:off x="5829113" y="1925280"/>
            <a:ext cx="3378573" cy="646331"/>
          </a:xfrm>
          <a:prstGeom prst="rect">
            <a:avLst/>
          </a:prstGeom>
          <a:noFill/>
        </p:spPr>
        <p:txBody>
          <a:bodyPr wrap="square" rtlCol="0">
            <a:spAutoFit/>
          </a:bodyPr>
          <a:lstStyle/>
          <a:p>
            <a:pPr algn="ctr"/>
            <a:r>
              <a:rPr lang="es-ES" dirty="0"/>
              <a:t>Distancia de </a:t>
            </a:r>
            <a:r>
              <a:rPr lang="es-ES" dirty="0" err="1"/>
              <a:t>Hamming</a:t>
            </a:r>
            <a:r>
              <a:rPr lang="es-ES" dirty="0"/>
              <a:t> </a:t>
            </a:r>
            <a:r>
              <a:rPr lang="es-ES" dirty="0" err="1"/>
              <a:t>normailizada</a:t>
            </a:r>
            <a:endParaRPr lang="es-ES" dirty="0"/>
          </a:p>
        </p:txBody>
      </p:sp>
      <p:sp>
        <p:nvSpPr>
          <p:cNvPr id="17" name="CuadroTexto 16">
            <a:extLst>
              <a:ext uri="{FF2B5EF4-FFF2-40B4-BE49-F238E27FC236}">
                <a16:creationId xmlns:a16="http://schemas.microsoft.com/office/drawing/2014/main" id="{0054C919-71B1-AC57-E41E-8BEC834609FE}"/>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Juego de los bienes públicos</a:t>
            </a:r>
          </a:p>
        </p:txBody>
      </p:sp>
      <p:sp>
        <p:nvSpPr>
          <p:cNvPr id="2" name="CuadroTexto 1">
            <a:extLst>
              <a:ext uri="{FF2B5EF4-FFF2-40B4-BE49-F238E27FC236}">
                <a16:creationId xmlns:a16="http://schemas.microsoft.com/office/drawing/2014/main" id="{0D7FD465-1925-7FF2-04E4-FACF9361ACF7}"/>
              </a:ext>
            </a:extLst>
          </p:cNvPr>
          <p:cNvSpPr txBox="1"/>
          <p:nvPr/>
        </p:nvSpPr>
        <p:spPr>
          <a:xfrm>
            <a:off x="6253161" y="916762"/>
            <a:ext cx="2530475" cy="523220"/>
          </a:xfrm>
          <a:prstGeom prst="rect">
            <a:avLst/>
          </a:prstGeom>
          <a:noFill/>
        </p:spPr>
        <p:txBody>
          <a:bodyPr wrap="square" rtlCol="0">
            <a:spAutoFit/>
          </a:bodyPr>
          <a:lstStyle/>
          <a:p>
            <a:pPr algn="ctr"/>
            <a:r>
              <a:rPr lang="es-ES" sz="2800" dirty="0">
                <a:latin typeface="Amasis MT Pro" panose="02040504050005020304" pitchFamily="18" charset="0"/>
              </a:rPr>
              <a:t>K</a:t>
            </a:r>
            <a:r>
              <a:rPr lang="es-ES" sz="2800" dirty="0">
                <a:latin typeface="Amasis MT Pro" panose="02040504050005020304" pitchFamily="18" charset="0"/>
                <a:sym typeface="Wingdings" panose="05000000000000000000" pitchFamily="2" charset="2"/>
              </a:rPr>
              <a:t>0</a:t>
            </a:r>
            <a:endParaRPr lang="es-ES" sz="2800" dirty="0">
              <a:latin typeface="Amasis MT Pro" panose="02040504050005020304" pitchFamily="18" charset="0"/>
            </a:endParaRPr>
          </a:p>
        </p:txBody>
      </p:sp>
      <p:sp>
        <p:nvSpPr>
          <p:cNvPr id="6" name="Rectángulo 5">
            <a:extLst>
              <a:ext uri="{FF2B5EF4-FFF2-40B4-BE49-F238E27FC236}">
                <a16:creationId xmlns:a16="http://schemas.microsoft.com/office/drawing/2014/main" id="{75D311D4-88B5-0B06-4A6D-C3F83FA2FECE}"/>
              </a:ext>
            </a:extLst>
          </p:cNvPr>
          <p:cNvSpPr/>
          <p:nvPr/>
        </p:nvSpPr>
        <p:spPr>
          <a:xfrm>
            <a:off x="5695950" y="3154680"/>
            <a:ext cx="499110" cy="3265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Marcador de número de diapositiva 6">
            <a:extLst>
              <a:ext uri="{FF2B5EF4-FFF2-40B4-BE49-F238E27FC236}">
                <a16:creationId xmlns:a16="http://schemas.microsoft.com/office/drawing/2014/main" id="{AEE3E801-B80D-851A-CF99-6FE22C34EBE2}"/>
              </a:ext>
            </a:extLst>
          </p:cNvPr>
          <p:cNvSpPr>
            <a:spLocks noGrp="1"/>
          </p:cNvSpPr>
          <p:nvPr>
            <p:ph type="sldNum" sz="quarter" idx="12"/>
          </p:nvPr>
        </p:nvSpPr>
        <p:spPr/>
        <p:txBody>
          <a:bodyPr/>
          <a:lstStyle/>
          <a:p>
            <a:fld id="{CC057153-B650-4DEB-B370-79DDCFDCE934}" type="slidenum">
              <a:rPr lang="en-US" smtClean="0"/>
              <a:pPr/>
              <a:t>17</a:t>
            </a:fld>
            <a:r>
              <a:rPr lang="en-US"/>
              <a:t> / 57</a:t>
            </a:r>
            <a:endParaRPr lang="en-US" dirty="0"/>
          </a:p>
        </p:txBody>
      </p:sp>
    </p:spTree>
    <p:extLst>
      <p:ext uri="{BB962C8B-B14F-4D97-AF65-F5344CB8AC3E}">
        <p14:creationId xmlns:p14="http://schemas.microsoft.com/office/powerpoint/2010/main" val="3431720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CD729-5AE9-6EA8-3CB2-8431520459C3}"/>
            </a:ext>
          </a:extLst>
        </p:cNvPr>
        <p:cNvGrpSpPr/>
        <p:nvPr/>
      </p:nvGrpSpPr>
      <p:grpSpPr>
        <a:xfrm>
          <a:off x="0" y="0"/>
          <a:ext cx="0" cy="0"/>
          <a:chOff x="0" y="0"/>
          <a:chExt cx="0" cy="0"/>
        </a:xfrm>
      </p:grpSpPr>
      <p:pic>
        <p:nvPicPr>
          <p:cNvPr id="9" name="Imagen 8" descr="Gráfico, Histograma&#10;&#10;El contenido generado por IA puede ser incorrecto.">
            <a:extLst>
              <a:ext uri="{FF2B5EF4-FFF2-40B4-BE49-F238E27FC236}">
                <a16:creationId xmlns:a16="http://schemas.microsoft.com/office/drawing/2014/main" id="{543693DC-7676-9C1E-8FB6-5165E5ABCC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9432" y="1682579"/>
            <a:ext cx="6724568" cy="4483045"/>
          </a:xfrm>
          <a:prstGeom prst="rect">
            <a:avLst/>
          </a:prstGeom>
        </p:spPr>
      </p:pic>
      <p:sp>
        <p:nvSpPr>
          <p:cNvPr id="10" name="CuadroTexto 9">
            <a:extLst>
              <a:ext uri="{FF2B5EF4-FFF2-40B4-BE49-F238E27FC236}">
                <a16:creationId xmlns:a16="http://schemas.microsoft.com/office/drawing/2014/main" id="{5E025A6A-9B89-E560-464E-69337F1B65E1}"/>
              </a:ext>
            </a:extLst>
          </p:cNvPr>
          <p:cNvSpPr txBox="1"/>
          <p:nvPr/>
        </p:nvSpPr>
        <p:spPr>
          <a:xfrm>
            <a:off x="4109576" y="2204778"/>
            <a:ext cx="1097618" cy="523220"/>
          </a:xfrm>
          <a:prstGeom prst="rect">
            <a:avLst/>
          </a:prstGeom>
          <a:noFill/>
        </p:spPr>
        <p:txBody>
          <a:bodyPr wrap="square" rtlCol="0">
            <a:spAutoFit/>
          </a:bodyPr>
          <a:lstStyle/>
          <a:p>
            <a:pPr algn="ctr"/>
            <a:r>
              <a:rPr lang="es-ES" sz="2800" dirty="0">
                <a:latin typeface="Amasis MT Pro" panose="02040504050005020304" pitchFamily="18" charset="0"/>
              </a:rPr>
              <a:t>r = 4</a:t>
            </a:r>
          </a:p>
        </p:txBody>
      </p:sp>
      <p:sp>
        <p:nvSpPr>
          <p:cNvPr id="12" name="CuadroTexto 11">
            <a:extLst>
              <a:ext uri="{FF2B5EF4-FFF2-40B4-BE49-F238E27FC236}">
                <a16:creationId xmlns:a16="http://schemas.microsoft.com/office/drawing/2014/main" id="{C98BC9ED-A537-9693-F77A-071DAC6D7F73}"/>
              </a:ext>
            </a:extLst>
          </p:cNvPr>
          <p:cNvSpPr txBox="1"/>
          <p:nvPr/>
        </p:nvSpPr>
        <p:spPr>
          <a:xfrm>
            <a:off x="6540761" y="3362782"/>
            <a:ext cx="1456167" cy="523220"/>
          </a:xfrm>
          <a:prstGeom prst="rect">
            <a:avLst/>
          </a:prstGeom>
          <a:noFill/>
        </p:spPr>
        <p:txBody>
          <a:bodyPr wrap="square" rtlCol="0">
            <a:spAutoFit/>
          </a:bodyPr>
          <a:lstStyle/>
          <a:p>
            <a:pPr algn="ctr"/>
            <a:r>
              <a:rPr lang="es-ES" sz="2800" dirty="0">
                <a:latin typeface="Amasis MT Pro" panose="02040504050005020304" pitchFamily="18" charset="0"/>
              </a:rPr>
              <a:t>r = 4.65</a:t>
            </a:r>
          </a:p>
        </p:txBody>
      </p:sp>
      <p:pic>
        <p:nvPicPr>
          <p:cNvPr id="3" name="Imagen 2" descr="Imagen que contiene Patrón de fondo&#10;&#10;El contenido generado por IA puede ser incorrecto.">
            <a:extLst>
              <a:ext uri="{FF2B5EF4-FFF2-40B4-BE49-F238E27FC236}">
                <a16:creationId xmlns:a16="http://schemas.microsoft.com/office/drawing/2014/main" id="{5F212F0D-F7B0-7617-FE19-9610FAC2B9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786" y="4389253"/>
            <a:ext cx="2063750" cy="2063750"/>
          </a:xfrm>
          <a:prstGeom prst="rect">
            <a:avLst/>
          </a:prstGeom>
        </p:spPr>
      </p:pic>
      <p:pic>
        <p:nvPicPr>
          <p:cNvPr id="13" name="Imagen 12" descr="Dibujo de una persona&#10;&#10;El contenido generado por IA puede ser incorrecto.">
            <a:extLst>
              <a:ext uri="{FF2B5EF4-FFF2-40B4-BE49-F238E27FC236}">
                <a16:creationId xmlns:a16="http://schemas.microsoft.com/office/drawing/2014/main" id="{47297B39-8DAC-2AD4-5E7E-513A0AF0E6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1787" y="1546162"/>
            <a:ext cx="2063750" cy="2063750"/>
          </a:xfrm>
          <a:prstGeom prst="rect">
            <a:avLst/>
          </a:prstGeom>
        </p:spPr>
      </p:pic>
      <p:sp>
        <p:nvSpPr>
          <p:cNvPr id="14" name="CuadroTexto 13">
            <a:extLst>
              <a:ext uri="{FF2B5EF4-FFF2-40B4-BE49-F238E27FC236}">
                <a16:creationId xmlns:a16="http://schemas.microsoft.com/office/drawing/2014/main" id="{B667EBF0-981C-9F63-82C8-791B520CDEC5}"/>
              </a:ext>
            </a:extLst>
          </p:cNvPr>
          <p:cNvSpPr txBox="1"/>
          <p:nvPr/>
        </p:nvSpPr>
        <p:spPr>
          <a:xfrm>
            <a:off x="98423" y="964007"/>
            <a:ext cx="2530475" cy="523220"/>
          </a:xfrm>
          <a:prstGeom prst="rect">
            <a:avLst/>
          </a:prstGeom>
          <a:noFill/>
        </p:spPr>
        <p:txBody>
          <a:bodyPr wrap="square" rtlCol="0">
            <a:spAutoFit/>
          </a:bodyPr>
          <a:lstStyle/>
          <a:p>
            <a:pPr algn="ctr"/>
            <a:r>
              <a:rPr lang="es-ES" sz="2800" dirty="0">
                <a:latin typeface="Amasis MT Pro" panose="02040504050005020304" pitchFamily="18" charset="0"/>
              </a:rPr>
              <a:t>3.58 &lt; r &lt; 4.18</a:t>
            </a:r>
          </a:p>
        </p:txBody>
      </p:sp>
      <p:sp>
        <p:nvSpPr>
          <p:cNvPr id="16" name="CuadroTexto 15">
            <a:extLst>
              <a:ext uri="{FF2B5EF4-FFF2-40B4-BE49-F238E27FC236}">
                <a16:creationId xmlns:a16="http://schemas.microsoft.com/office/drawing/2014/main" id="{0D06D6D7-5F4F-07B5-CA8F-6996F0F579D5}"/>
              </a:ext>
            </a:extLst>
          </p:cNvPr>
          <p:cNvSpPr txBox="1"/>
          <p:nvPr/>
        </p:nvSpPr>
        <p:spPr>
          <a:xfrm>
            <a:off x="307890" y="3866033"/>
            <a:ext cx="2063750" cy="523220"/>
          </a:xfrm>
          <a:prstGeom prst="rect">
            <a:avLst/>
          </a:prstGeom>
          <a:noFill/>
        </p:spPr>
        <p:txBody>
          <a:bodyPr wrap="square" rtlCol="0">
            <a:spAutoFit/>
          </a:bodyPr>
          <a:lstStyle/>
          <a:p>
            <a:pPr algn="ctr"/>
            <a:r>
              <a:rPr lang="es-ES" sz="2800" dirty="0">
                <a:latin typeface="Amasis MT Pro" panose="02040504050005020304" pitchFamily="18" charset="0"/>
              </a:rPr>
              <a:t>4.18 &lt; r &lt; 5</a:t>
            </a:r>
          </a:p>
        </p:txBody>
      </p:sp>
      <p:sp>
        <p:nvSpPr>
          <p:cNvPr id="21" name="CuadroTexto 20">
            <a:extLst>
              <a:ext uri="{FF2B5EF4-FFF2-40B4-BE49-F238E27FC236}">
                <a16:creationId xmlns:a16="http://schemas.microsoft.com/office/drawing/2014/main" id="{63F48983-81E8-D339-665F-F71A6183461E}"/>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Juego de los bienes públicos</a:t>
            </a:r>
          </a:p>
        </p:txBody>
      </p:sp>
      <p:sp>
        <p:nvSpPr>
          <p:cNvPr id="2" name="Rectángulo 1">
            <a:extLst>
              <a:ext uri="{FF2B5EF4-FFF2-40B4-BE49-F238E27FC236}">
                <a16:creationId xmlns:a16="http://schemas.microsoft.com/office/drawing/2014/main" id="{F107F2C6-F817-6742-2EE3-700679B9B603}"/>
              </a:ext>
            </a:extLst>
          </p:cNvPr>
          <p:cNvSpPr/>
          <p:nvPr/>
        </p:nvSpPr>
        <p:spPr>
          <a:xfrm>
            <a:off x="6592729" y="4626874"/>
            <a:ext cx="2236154" cy="93726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6" name="Conector recto de flecha 5">
            <a:extLst>
              <a:ext uri="{FF2B5EF4-FFF2-40B4-BE49-F238E27FC236}">
                <a16:creationId xmlns:a16="http://schemas.microsoft.com/office/drawing/2014/main" id="{8DEC25F3-C9D5-499D-884C-731EB2545F83}"/>
              </a:ext>
            </a:extLst>
          </p:cNvPr>
          <p:cNvCxnSpPr>
            <a:cxnSpLocks/>
            <a:stCxn id="10" idx="2"/>
          </p:cNvCxnSpPr>
          <p:nvPr/>
        </p:nvCxnSpPr>
        <p:spPr>
          <a:xfrm>
            <a:off x="4658385" y="2727998"/>
            <a:ext cx="548809" cy="32570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8519315-75D8-9A56-53AE-8AB073B117BA}"/>
              </a:ext>
            </a:extLst>
          </p:cNvPr>
          <p:cNvCxnSpPr>
            <a:cxnSpLocks/>
          </p:cNvCxnSpPr>
          <p:nvPr/>
        </p:nvCxnSpPr>
        <p:spPr>
          <a:xfrm flipH="1" flipV="1">
            <a:off x="6180564" y="3139892"/>
            <a:ext cx="672601" cy="289108"/>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5" name="Marcador de número de diapositiva 14">
            <a:extLst>
              <a:ext uri="{FF2B5EF4-FFF2-40B4-BE49-F238E27FC236}">
                <a16:creationId xmlns:a16="http://schemas.microsoft.com/office/drawing/2014/main" id="{C86890C1-9B63-372D-9A69-172DA162B182}"/>
              </a:ext>
            </a:extLst>
          </p:cNvPr>
          <p:cNvSpPr>
            <a:spLocks noGrp="1"/>
          </p:cNvSpPr>
          <p:nvPr>
            <p:ph type="sldNum" sz="quarter" idx="12"/>
          </p:nvPr>
        </p:nvSpPr>
        <p:spPr/>
        <p:txBody>
          <a:bodyPr/>
          <a:lstStyle/>
          <a:p>
            <a:fld id="{CC057153-B650-4DEB-B370-79DDCFDCE934}" type="slidenum">
              <a:rPr lang="en-US" smtClean="0"/>
              <a:pPr/>
              <a:t>18</a:t>
            </a:fld>
            <a:r>
              <a:rPr lang="en-US"/>
              <a:t> / 57</a:t>
            </a:r>
            <a:endParaRPr lang="en-US" dirty="0"/>
          </a:p>
        </p:txBody>
      </p:sp>
    </p:spTree>
    <p:extLst>
      <p:ext uri="{BB962C8B-B14F-4D97-AF65-F5344CB8AC3E}">
        <p14:creationId xmlns:p14="http://schemas.microsoft.com/office/powerpoint/2010/main" val="3099465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B8FD7-1DFD-6650-99AB-A8E0CA996911}"/>
            </a:ext>
          </a:extLst>
        </p:cNvPr>
        <p:cNvGrpSpPr/>
        <p:nvPr/>
      </p:nvGrpSpPr>
      <p:grpSpPr>
        <a:xfrm>
          <a:off x="0" y="0"/>
          <a:ext cx="0" cy="0"/>
          <a:chOff x="0" y="0"/>
          <a:chExt cx="0" cy="0"/>
        </a:xfrm>
      </p:grpSpPr>
      <p:pic>
        <p:nvPicPr>
          <p:cNvPr id="7" name="Imagen 6" descr="Gráfico, Gráfico de líneas, Histograma&#10;&#10;El contenido generado por IA puede ser incorrecto.">
            <a:extLst>
              <a:ext uri="{FF2B5EF4-FFF2-40B4-BE49-F238E27FC236}">
                <a16:creationId xmlns:a16="http://schemas.microsoft.com/office/drawing/2014/main" id="{055D0D10-5B38-7413-5B30-0F1DBFCA1A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80" y="1694945"/>
            <a:ext cx="6701980" cy="4467986"/>
          </a:xfrm>
          <a:prstGeom prst="rect">
            <a:avLst/>
          </a:prstGeom>
        </p:spPr>
      </p:pic>
      <p:sp>
        <p:nvSpPr>
          <p:cNvPr id="9" name="CuadroTexto 8">
            <a:extLst>
              <a:ext uri="{FF2B5EF4-FFF2-40B4-BE49-F238E27FC236}">
                <a16:creationId xmlns:a16="http://schemas.microsoft.com/office/drawing/2014/main" id="{95B1236E-60D3-B5D0-2629-070BB0C61BB3}"/>
              </a:ext>
            </a:extLst>
          </p:cNvPr>
          <p:cNvSpPr txBox="1"/>
          <p:nvPr/>
        </p:nvSpPr>
        <p:spPr>
          <a:xfrm>
            <a:off x="1988820" y="2949503"/>
            <a:ext cx="1112520" cy="523220"/>
          </a:xfrm>
          <a:prstGeom prst="rect">
            <a:avLst/>
          </a:prstGeom>
          <a:noFill/>
        </p:spPr>
        <p:txBody>
          <a:bodyPr wrap="square" rtlCol="0">
            <a:spAutoFit/>
          </a:bodyPr>
          <a:lstStyle/>
          <a:p>
            <a:pPr algn="ctr"/>
            <a:r>
              <a:rPr lang="es-ES" sz="2800" dirty="0">
                <a:latin typeface="Amasis MT Pro" panose="02040504050005020304" pitchFamily="18" charset="0"/>
              </a:rPr>
              <a:t>r = 5</a:t>
            </a:r>
          </a:p>
        </p:txBody>
      </p:sp>
      <p:pic>
        <p:nvPicPr>
          <p:cNvPr id="6" name="Imagen 5" descr="Imagen que contiene sostener&#10;&#10;El contenido generado por IA puede ser incorrecto.">
            <a:extLst>
              <a:ext uri="{FF2B5EF4-FFF2-40B4-BE49-F238E27FC236}">
                <a16:creationId xmlns:a16="http://schemas.microsoft.com/office/drawing/2014/main" id="{B333822F-05CF-9132-3EC5-69940C6B6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5354" y="2552701"/>
            <a:ext cx="2395109" cy="2395109"/>
          </a:xfrm>
          <a:prstGeom prst="rect">
            <a:avLst/>
          </a:prstGeom>
        </p:spPr>
      </p:pic>
      <p:sp>
        <p:nvSpPr>
          <p:cNvPr id="17" name="CuadroTexto 16">
            <a:extLst>
              <a:ext uri="{FF2B5EF4-FFF2-40B4-BE49-F238E27FC236}">
                <a16:creationId xmlns:a16="http://schemas.microsoft.com/office/drawing/2014/main" id="{0A4844FE-9E9A-772C-6306-95DEC33B9553}"/>
              </a:ext>
            </a:extLst>
          </p:cNvPr>
          <p:cNvSpPr txBox="1"/>
          <p:nvPr/>
        </p:nvSpPr>
        <p:spPr>
          <a:xfrm>
            <a:off x="7215021" y="1944296"/>
            <a:ext cx="1037066" cy="523220"/>
          </a:xfrm>
          <a:prstGeom prst="rect">
            <a:avLst/>
          </a:prstGeom>
          <a:noFill/>
        </p:spPr>
        <p:txBody>
          <a:bodyPr wrap="square" rtlCol="0">
            <a:spAutoFit/>
          </a:bodyPr>
          <a:lstStyle/>
          <a:p>
            <a:pPr algn="ctr"/>
            <a:r>
              <a:rPr lang="es-ES" sz="2800" dirty="0">
                <a:latin typeface="Amasis MT Pro" panose="02040504050005020304" pitchFamily="18" charset="0"/>
              </a:rPr>
              <a:t>r &gt; 5</a:t>
            </a:r>
          </a:p>
        </p:txBody>
      </p:sp>
      <p:sp>
        <p:nvSpPr>
          <p:cNvPr id="21" name="CuadroTexto 20">
            <a:extLst>
              <a:ext uri="{FF2B5EF4-FFF2-40B4-BE49-F238E27FC236}">
                <a16:creationId xmlns:a16="http://schemas.microsoft.com/office/drawing/2014/main" id="{644BD34B-9C08-1124-A486-DE22A834D099}"/>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Juego de los bienes públicos</a:t>
            </a:r>
          </a:p>
        </p:txBody>
      </p:sp>
      <p:sp>
        <p:nvSpPr>
          <p:cNvPr id="2" name="Rectángulo 1">
            <a:extLst>
              <a:ext uri="{FF2B5EF4-FFF2-40B4-BE49-F238E27FC236}">
                <a16:creationId xmlns:a16="http://schemas.microsoft.com/office/drawing/2014/main" id="{0F7DBBA4-7A73-4B69-667E-9208D9E80F99}"/>
              </a:ext>
            </a:extLst>
          </p:cNvPr>
          <p:cNvSpPr/>
          <p:nvPr/>
        </p:nvSpPr>
        <p:spPr>
          <a:xfrm>
            <a:off x="3948196" y="4838700"/>
            <a:ext cx="2300204" cy="5777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Marcador de número de diapositiva 4">
            <a:extLst>
              <a:ext uri="{FF2B5EF4-FFF2-40B4-BE49-F238E27FC236}">
                <a16:creationId xmlns:a16="http://schemas.microsoft.com/office/drawing/2014/main" id="{8792B214-1645-7165-A7DA-60D07B77FF37}"/>
              </a:ext>
            </a:extLst>
          </p:cNvPr>
          <p:cNvSpPr>
            <a:spLocks noGrp="1"/>
          </p:cNvSpPr>
          <p:nvPr>
            <p:ph type="sldNum" sz="quarter" idx="12"/>
          </p:nvPr>
        </p:nvSpPr>
        <p:spPr/>
        <p:txBody>
          <a:bodyPr/>
          <a:lstStyle/>
          <a:p>
            <a:fld id="{CC057153-B650-4DEB-B370-79DDCFDCE934}" type="slidenum">
              <a:rPr lang="en-US" smtClean="0"/>
              <a:pPr/>
              <a:t>19</a:t>
            </a:fld>
            <a:r>
              <a:rPr lang="en-US"/>
              <a:t> / 57</a:t>
            </a:r>
            <a:endParaRPr lang="en-US" dirty="0"/>
          </a:p>
        </p:txBody>
      </p:sp>
    </p:spTree>
    <p:extLst>
      <p:ext uri="{BB962C8B-B14F-4D97-AF65-F5344CB8AC3E}">
        <p14:creationId xmlns:p14="http://schemas.microsoft.com/office/powerpoint/2010/main" val="3415431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901F-6FB2-E504-C037-27375989A2AC}"/>
            </a:ext>
          </a:extLst>
        </p:cNvPr>
        <p:cNvGrpSpPr/>
        <p:nvPr/>
      </p:nvGrpSpPr>
      <p:grpSpPr>
        <a:xfrm>
          <a:off x="0" y="0"/>
          <a:ext cx="0" cy="0"/>
          <a:chOff x="0" y="0"/>
          <a:chExt cx="0" cy="0"/>
        </a:xfrm>
      </p:grpSpPr>
      <p:pic>
        <p:nvPicPr>
          <p:cNvPr id="7" name="Imagen 6" descr="Gráfico, Diagrama&#10;&#10;El contenido generado por IA puede ser incorrecto.">
            <a:extLst>
              <a:ext uri="{FF2B5EF4-FFF2-40B4-BE49-F238E27FC236}">
                <a16:creationId xmlns:a16="http://schemas.microsoft.com/office/drawing/2014/main" id="{6350297A-2D78-5FFC-7D5C-69A20D203C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 y="961487"/>
            <a:ext cx="8252512" cy="5501673"/>
          </a:xfrm>
          <a:prstGeom prst="rect">
            <a:avLst/>
          </a:prstGeom>
        </p:spPr>
      </p:pic>
      <p:pic>
        <p:nvPicPr>
          <p:cNvPr id="13" name="Imagen 12">
            <a:extLst>
              <a:ext uri="{FF2B5EF4-FFF2-40B4-BE49-F238E27FC236}">
                <a16:creationId xmlns:a16="http://schemas.microsoft.com/office/drawing/2014/main" id="{3E2C8038-16A7-945F-E1FB-C54297D1B06D}"/>
              </a:ext>
            </a:extLst>
          </p:cNvPr>
          <p:cNvPicPr>
            <a:picLocks noChangeAspect="1"/>
          </p:cNvPicPr>
          <p:nvPr/>
        </p:nvPicPr>
        <p:blipFill>
          <a:blip r:embed="rId4"/>
          <a:stretch>
            <a:fillRect/>
          </a:stretch>
        </p:blipFill>
        <p:spPr>
          <a:xfrm>
            <a:off x="3622272" y="4861255"/>
            <a:ext cx="3161767" cy="444506"/>
          </a:xfrm>
          <a:prstGeom prst="rect">
            <a:avLst/>
          </a:prstGeom>
        </p:spPr>
      </p:pic>
      <p:sp>
        <p:nvSpPr>
          <p:cNvPr id="2" name="Rectángulo: esquinas redondeadas 1">
            <a:extLst>
              <a:ext uri="{FF2B5EF4-FFF2-40B4-BE49-F238E27FC236}">
                <a16:creationId xmlns:a16="http://schemas.microsoft.com/office/drawing/2014/main" id="{4FA70E9F-C9C7-24C4-32F5-5126131D3C9A}"/>
              </a:ext>
            </a:extLst>
          </p:cNvPr>
          <p:cNvSpPr/>
          <p:nvPr/>
        </p:nvSpPr>
        <p:spPr>
          <a:xfrm>
            <a:off x="3491866" y="4784466"/>
            <a:ext cx="3371849" cy="661723"/>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2CF6CFE6-4100-5B70-3FD1-1C01B7F19C20}"/>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Dilema del prisionero</a:t>
            </a:r>
            <a:endParaRPr lang="es-ES" sz="6600" b="1" dirty="0">
              <a:solidFill>
                <a:srgbClr val="0070C0"/>
              </a:solidFill>
              <a:latin typeface="Amasis MT Pro Light" panose="02040304050005020304" pitchFamily="18" charset="0"/>
              <a:cs typeface="Adobe Devanagari" panose="02040503050201020203" pitchFamily="18" charset="0"/>
            </a:endParaRPr>
          </a:p>
        </p:txBody>
      </p:sp>
      <p:sp>
        <p:nvSpPr>
          <p:cNvPr id="3" name="CuadroTexto 2">
            <a:extLst>
              <a:ext uri="{FF2B5EF4-FFF2-40B4-BE49-F238E27FC236}">
                <a16:creationId xmlns:a16="http://schemas.microsoft.com/office/drawing/2014/main" id="{E2B7A564-9348-6E91-61F9-DD2B7CDCC542}"/>
              </a:ext>
            </a:extLst>
          </p:cNvPr>
          <p:cNvSpPr txBox="1"/>
          <p:nvPr/>
        </p:nvSpPr>
        <p:spPr>
          <a:xfrm>
            <a:off x="8389791" y="2641999"/>
            <a:ext cx="613414" cy="1015663"/>
          </a:xfrm>
          <a:prstGeom prst="rect">
            <a:avLst/>
          </a:prstGeom>
          <a:noFill/>
        </p:spPr>
        <p:txBody>
          <a:bodyPr wrap="square" rtlCol="0">
            <a:spAutoFit/>
          </a:bodyPr>
          <a:lstStyle/>
          <a:p>
            <a:pPr algn="ctr"/>
            <a:r>
              <a:rPr lang="es-ES" sz="6000" dirty="0">
                <a:latin typeface="Amasis MT Pro" panose="02040504050005020304" pitchFamily="18" charset="0"/>
              </a:rPr>
              <a:t>L</a:t>
            </a:r>
          </a:p>
        </p:txBody>
      </p:sp>
      <p:sp>
        <p:nvSpPr>
          <p:cNvPr id="11" name="CuadroTexto 10">
            <a:extLst>
              <a:ext uri="{FF2B5EF4-FFF2-40B4-BE49-F238E27FC236}">
                <a16:creationId xmlns:a16="http://schemas.microsoft.com/office/drawing/2014/main" id="{098F1687-8E2C-2CA6-A62D-FEDBD04BC4B8}"/>
              </a:ext>
            </a:extLst>
          </p:cNvPr>
          <p:cNvSpPr txBox="1"/>
          <p:nvPr/>
        </p:nvSpPr>
        <p:spPr>
          <a:xfrm>
            <a:off x="97972" y="6041175"/>
            <a:ext cx="3247208" cy="707886"/>
          </a:xfrm>
          <a:prstGeom prst="rect">
            <a:avLst/>
          </a:prstGeom>
          <a:noFill/>
        </p:spPr>
        <p:txBody>
          <a:bodyPr wrap="square" rtlCol="0">
            <a:spAutoFit/>
          </a:bodyPr>
          <a:lstStyle/>
          <a:p>
            <a:pPr algn="ctr"/>
            <a:r>
              <a:rPr lang="en-US" sz="2000" b="0" i="0" u="none" strike="noStrike" baseline="0" dirty="0">
                <a:latin typeface="CMR12"/>
              </a:rPr>
              <a:t>M. A. Nowak and R. M. May, Nature </a:t>
            </a:r>
            <a:r>
              <a:rPr lang="es-ES" sz="2000" b="1" i="0" u="none" strike="noStrike" baseline="0" dirty="0">
                <a:latin typeface="CMBX12"/>
              </a:rPr>
              <a:t>359</a:t>
            </a:r>
            <a:r>
              <a:rPr lang="es-ES" sz="2000" b="0" i="0" u="none" strike="noStrike" baseline="0" dirty="0">
                <a:latin typeface="CMR12"/>
              </a:rPr>
              <a:t>, 826–829 (1992)</a:t>
            </a:r>
            <a:endParaRPr lang="es-ES" sz="2400" dirty="0">
              <a:latin typeface="Amasis MT Pro" panose="02040504050005020304" pitchFamily="18" charset="0"/>
            </a:endParaRPr>
          </a:p>
        </p:txBody>
      </p:sp>
      <p:sp>
        <p:nvSpPr>
          <p:cNvPr id="12" name="Rectángulo: esquinas redondeadas 11">
            <a:extLst>
              <a:ext uri="{FF2B5EF4-FFF2-40B4-BE49-F238E27FC236}">
                <a16:creationId xmlns:a16="http://schemas.microsoft.com/office/drawing/2014/main" id="{F9C01949-4EB1-37D6-DE52-24C129F950F2}"/>
              </a:ext>
            </a:extLst>
          </p:cNvPr>
          <p:cNvSpPr/>
          <p:nvPr/>
        </p:nvSpPr>
        <p:spPr>
          <a:xfrm>
            <a:off x="97972" y="5987131"/>
            <a:ext cx="3247208" cy="815975"/>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4" name="CuadroTexto 3">
            <a:extLst>
              <a:ext uri="{FF2B5EF4-FFF2-40B4-BE49-F238E27FC236}">
                <a16:creationId xmlns:a16="http://schemas.microsoft.com/office/drawing/2014/main" id="{E8DBEA00-3BAA-48D6-78A6-DD51AB3C3F11}"/>
              </a:ext>
            </a:extLst>
          </p:cNvPr>
          <p:cNvSpPr txBox="1"/>
          <p:nvPr/>
        </p:nvSpPr>
        <p:spPr>
          <a:xfrm>
            <a:off x="4159502" y="4303722"/>
            <a:ext cx="2624537" cy="461665"/>
          </a:xfrm>
          <a:prstGeom prst="rect">
            <a:avLst/>
          </a:prstGeom>
          <a:noFill/>
        </p:spPr>
        <p:txBody>
          <a:bodyPr wrap="square" rtlCol="0">
            <a:spAutoFit/>
          </a:bodyPr>
          <a:lstStyle/>
          <a:p>
            <a:pPr algn="ctr"/>
            <a:r>
              <a:rPr lang="es-ES" sz="2400" dirty="0">
                <a:latin typeface="Amasis MT Pro" panose="02040504050005020304" pitchFamily="18" charset="0"/>
              </a:rPr>
              <a:t>Ajuste de la curva</a:t>
            </a:r>
          </a:p>
        </p:txBody>
      </p:sp>
      <p:sp>
        <p:nvSpPr>
          <p:cNvPr id="8" name="Marcador de número de diapositiva 7">
            <a:extLst>
              <a:ext uri="{FF2B5EF4-FFF2-40B4-BE49-F238E27FC236}">
                <a16:creationId xmlns:a16="http://schemas.microsoft.com/office/drawing/2014/main" id="{5DC0A7F0-F31A-4506-A766-3430123E70E8}"/>
              </a:ext>
            </a:extLst>
          </p:cNvPr>
          <p:cNvSpPr>
            <a:spLocks noGrp="1"/>
          </p:cNvSpPr>
          <p:nvPr>
            <p:ph type="sldNum" sz="quarter" idx="12"/>
          </p:nvPr>
        </p:nvSpPr>
        <p:spPr/>
        <p:txBody>
          <a:bodyPr/>
          <a:lstStyle/>
          <a:p>
            <a:fld id="{CC057153-B650-4DEB-B370-79DDCFDCE934}" type="slidenum">
              <a:rPr lang="en-US" smtClean="0"/>
              <a:pPr/>
              <a:t>20</a:t>
            </a:fld>
            <a:r>
              <a:rPr lang="en-US"/>
              <a:t> / 57</a:t>
            </a:r>
            <a:endParaRPr lang="en-US" dirty="0"/>
          </a:p>
        </p:txBody>
      </p:sp>
    </p:spTree>
    <p:extLst>
      <p:ext uri="{BB962C8B-B14F-4D97-AF65-F5344CB8AC3E}">
        <p14:creationId xmlns:p14="http://schemas.microsoft.com/office/powerpoint/2010/main" val="2004228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97F2C-DA1E-A1BB-C9A5-F7A2AE2935DA}"/>
            </a:ext>
          </a:extLst>
        </p:cNvPr>
        <p:cNvGrpSpPr/>
        <p:nvPr/>
      </p:nvGrpSpPr>
      <p:grpSpPr>
        <a:xfrm>
          <a:off x="0" y="0"/>
          <a:ext cx="0" cy="0"/>
          <a:chOff x="0" y="0"/>
          <a:chExt cx="0" cy="0"/>
        </a:xfrm>
      </p:grpSpPr>
      <p:pic>
        <p:nvPicPr>
          <p:cNvPr id="9" name="Imagen 8" descr="Gráfico, Gráfico de dispersión&#10;&#10;El contenido generado por IA puede ser incorrecto.">
            <a:extLst>
              <a:ext uri="{FF2B5EF4-FFF2-40B4-BE49-F238E27FC236}">
                <a16:creationId xmlns:a16="http://schemas.microsoft.com/office/drawing/2014/main" id="{0F12138A-7BCB-A905-55AC-D9660E4F2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786" y="1109186"/>
            <a:ext cx="7476732" cy="4984487"/>
          </a:xfrm>
          <a:prstGeom prst="rect">
            <a:avLst/>
          </a:prstGeom>
        </p:spPr>
      </p:pic>
      <p:sp>
        <p:nvSpPr>
          <p:cNvPr id="16" name="CuadroTexto 15">
            <a:extLst>
              <a:ext uri="{FF2B5EF4-FFF2-40B4-BE49-F238E27FC236}">
                <a16:creationId xmlns:a16="http://schemas.microsoft.com/office/drawing/2014/main" id="{9877B648-6E83-35FA-7AE9-3721FF0EB5F9}"/>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Dilema del prisionero</a:t>
            </a:r>
            <a:endParaRPr lang="es-ES" sz="6600" b="1" dirty="0">
              <a:solidFill>
                <a:srgbClr val="0070C0"/>
              </a:solidFill>
              <a:latin typeface="Amasis MT Pro Light" panose="02040304050005020304" pitchFamily="18" charset="0"/>
              <a:cs typeface="Adobe Devanagari" panose="02040503050201020203" pitchFamily="18" charset="0"/>
            </a:endParaRPr>
          </a:p>
        </p:txBody>
      </p:sp>
      <p:sp>
        <p:nvSpPr>
          <p:cNvPr id="10" name="Rectángulo 9">
            <a:extLst>
              <a:ext uri="{FF2B5EF4-FFF2-40B4-BE49-F238E27FC236}">
                <a16:creationId xmlns:a16="http://schemas.microsoft.com/office/drawing/2014/main" id="{C36572A4-0A09-E3FB-6B38-1584936E0499}"/>
              </a:ext>
            </a:extLst>
          </p:cNvPr>
          <p:cNvSpPr/>
          <p:nvPr/>
        </p:nvSpPr>
        <p:spPr>
          <a:xfrm>
            <a:off x="6724650" y="4546600"/>
            <a:ext cx="1301750" cy="641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7E11393A-0FCD-85AB-DC06-365F07E6C6CD}"/>
              </a:ext>
            </a:extLst>
          </p:cNvPr>
          <p:cNvSpPr txBox="1"/>
          <p:nvPr/>
        </p:nvSpPr>
        <p:spPr>
          <a:xfrm>
            <a:off x="5880100" y="4187270"/>
            <a:ext cx="2146300" cy="584775"/>
          </a:xfrm>
          <a:prstGeom prst="rect">
            <a:avLst/>
          </a:prstGeom>
          <a:noFill/>
        </p:spPr>
        <p:txBody>
          <a:bodyPr wrap="square" rtlCol="0">
            <a:spAutoFit/>
          </a:bodyPr>
          <a:lstStyle/>
          <a:p>
            <a:pPr algn="ctr"/>
            <a:r>
              <a:rPr lang="es-ES" sz="3200" dirty="0">
                <a:latin typeface="Amasis MT Pro" panose="02040504050005020304" pitchFamily="18" charset="0"/>
              </a:rPr>
              <a:t>a = 0.56L</a:t>
            </a:r>
          </a:p>
        </p:txBody>
      </p:sp>
      <p:cxnSp>
        <p:nvCxnSpPr>
          <p:cNvPr id="12" name="Conector recto de flecha 11">
            <a:extLst>
              <a:ext uri="{FF2B5EF4-FFF2-40B4-BE49-F238E27FC236}">
                <a16:creationId xmlns:a16="http://schemas.microsoft.com/office/drawing/2014/main" id="{22C61584-5E9A-CD0A-1CC3-62CA4A4B278A}"/>
              </a:ext>
            </a:extLst>
          </p:cNvPr>
          <p:cNvCxnSpPr>
            <a:cxnSpLocks/>
          </p:cNvCxnSpPr>
          <p:nvPr/>
        </p:nvCxnSpPr>
        <p:spPr>
          <a:xfrm flipH="1" flipV="1">
            <a:off x="6051550" y="3116666"/>
            <a:ext cx="469900" cy="11430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7B855284-57A2-B153-72B3-91A6B84E2FEF}"/>
              </a:ext>
            </a:extLst>
          </p:cNvPr>
          <p:cNvSpPr txBox="1"/>
          <p:nvPr/>
        </p:nvSpPr>
        <p:spPr>
          <a:xfrm>
            <a:off x="-292099" y="2339570"/>
            <a:ext cx="2146300" cy="646331"/>
          </a:xfrm>
          <a:prstGeom prst="rect">
            <a:avLst/>
          </a:prstGeom>
          <a:noFill/>
        </p:spPr>
        <p:txBody>
          <a:bodyPr wrap="square" rtlCol="0">
            <a:spAutoFit/>
          </a:bodyPr>
          <a:lstStyle/>
          <a:p>
            <a:pPr algn="ctr"/>
            <a:r>
              <a:rPr lang="es-ES" dirty="0">
                <a:latin typeface="Amasis MT Pro" panose="02040504050005020304" pitchFamily="18" charset="0"/>
              </a:rPr>
              <a:t>Tiempo característico</a:t>
            </a:r>
          </a:p>
        </p:txBody>
      </p:sp>
      <p:cxnSp>
        <p:nvCxnSpPr>
          <p:cNvPr id="18" name="Conector recto de flecha 17">
            <a:extLst>
              <a:ext uri="{FF2B5EF4-FFF2-40B4-BE49-F238E27FC236}">
                <a16:creationId xmlns:a16="http://schemas.microsoft.com/office/drawing/2014/main" id="{EB25F9C0-0A80-0769-6ECA-000395268B8E}"/>
              </a:ext>
            </a:extLst>
          </p:cNvPr>
          <p:cNvCxnSpPr>
            <a:cxnSpLocks/>
            <a:stCxn id="17" idx="2"/>
          </p:cNvCxnSpPr>
          <p:nvPr/>
        </p:nvCxnSpPr>
        <p:spPr>
          <a:xfrm>
            <a:off x="781051" y="2985901"/>
            <a:ext cx="253999" cy="25273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E136E536-FF71-FD3E-499E-5EE1562F5454}"/>
              </a:ext>
            </a:extLst>
          </p:cNvPr>
          <p:cNvCxnSpPr>
            <a:cxnSpLocks/>
          </p:cNvCxnSpPr>
          <p:nvPr/>
        </p:nvCxnSpPr>
        <p:spPr>
          <a:xfrm flipH="1" flipV="1">
            <a:off x="4978400" y="6007100"/>
            <a:ext cx="336550" cy="2032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9E36FB1D-B13C-8A1A-E7B4-BCC70B88F1DC}"/>
              </a:ext>
            </a:extLst>
          </p:cNvPr>
          <p:cNvSpPr txBox="1"/>
          <p:nvPr/>
        </p:nvSpPr>
        <p:spPr>
          <a:xfrm>
            <a:off x="5213350" y="6115050"/>
            <a:ext cx="2146300" cy="369332"/>
          </a:xfrm>
          <a:prstGeom prst="rect">
            <a:avLst/>
          </a:prstGeom>
          <a:noFill/>
        </p:spPr>
        <p:txBody>
          <a:bodyPr wrap="square" rtlCol="0">
            <a:spAutoFit/>
          </a:bodyPr>
          <a:lstStyle/>
          <a:p>
            <a:pPr algn="ctr"/>
            <a:r>
              <a:rPr lang="es-ES" dirty="0">
                <a:latin typeface="Amasis MT Pro" panose="02040504050005020304" pitchFamily="18" charset="0"/>
              </a:rPr>
              <a:t>Tamaño de rejilla</a:t>
            </a:r>
          </a:p>
        </p:txBody>
      </p:sp>
      <p:sp>
        <p:nvSpPr>
          <p:cNvPr id="4" name="Marcador de número de diapositiva 3">
            <a:extLst>
              <a:ext uri="{FF2B5EF4-FFF2-40B4-BE49-F238E27FC236}">
                <a16:creationId xmlns:a16="http://schemas.microsoft.com/office/drawing/2014/main" id="{C8D8A8C1-0584-FE58-AFF1-02F965DB7381}"/>
              </a:ext>
            </a:extLst>
          </p:cNvPr>
          <p:cNvSpPr>
            <a:spLocks noGrp="1"/>
          </p:cNvSpPr>
          <p:nvPr>
            <p:ph type="sldNum" sz="quarter" idx="12"/>
          </p:nvPr>
        </p:nvSpPr>
        <p:spPr/>
        <p:txBody>
          <a:bodyPr/>
          <a:lstStyle/>
          <a:p>
            <a:fld id="{CC057153-B650-4DEB-B370-79DDCFDCE934}" type="slidenum">
              <a:rPr lang="en-US" smtClean="0"/>
              <a:pPr/>
              <a:t>21</a:t>
            </a:fld>
            <a:r>
              <a:rPr lang="en-US"/>
              <a:t> / 57</a:t>
            </a:r>
            <a:endParaRPr lang="en-US" dirty="0"/>
          </a:p>
        </p:txBody>
      </p:sp>
    </p:spTree>
    <p:extLst>
      <p:ext uri="{BB962C8B-B14F-4D97-AF65-F5344CB8AC3E}">
        <p14:creationId xmlns:p14="http://schemas.microsoft.com/office/powerpoint/2010/main" val="2545422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2F8E0-0478-6595-68BD-40FF4C7C13DF}"/>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28ACAF7-4718-52A6-E0FA-862453006F01}"/>
              </a:ext>
            </a:extLst>
          </p:cNvPr>
          <p:cNvSpPr txBox="1"/>
          <p:nvPr/>
        </p:nvSpPr>
        <p:spPr>
          <a:xfrm>
            <a:off x="0" y="2228671"/>
            <a:ext cx="9143999" cy="1569660"/>
          </a:xfrm>
          <a:prstGeom prst="rect">
            <a:avLst/>
          </a:prstGeom>
          <a:noFill/>
        </p:spPr>
        <p:txBody>
          <a:bodyPr wrap="square" rtlCol="0">
            <a:spAutoFit/>
          </a:bodyPr>
          <a:lstStyle/>
          <a:p>
            <a:pPr algn="ctr"/>
            <a:r>
              <a:rPr lang="en-US" sz="4800" b="1" dirty="0">
                <a:solidFill>
                  <a:srgbClr val="0070C0"/>
                </a:solidFill>
                <a:latin typeface="Amasis MT Pro Light" panose="02040304050005020304" pitchFamily="18" charset="0"/>
                <a:cs typeface="Adobe Devanagari" panose="02040503050201020203" pitchFamily="18" charset="0"/>
              </a:rPr>
              <a:t>Classification of cellular automata based on the Hamming distance</a:t>
            </a:r>
          </a:p>
        </p:txBody>
      </p:sp>
      <p:sp>
        <p:nvSpPr>
          <p:cNvPr id="5" name="Rectángulo: esquinas redondeadas 4">
            <a:extLst>
              <a:ext uri="{FF2B5EF4-FFF2-40B4-BE49-F238E27FC236}">
                <a16:creationId xmlns:a16="http://schemas.microsoft.com/office/drawing/2014/main" id="{4F29DF35-94D3-A881-2197-F282E1C63B17}"/>
              </a:ext>
            </a:extLst>
          </p:cNvPr>
          <p:cNvSpPr/>
          <p:nvPr/>
        </p:nvSpPr>
        <p:spPr>
          <a:xfrm>
            <a:off x="928685" y="4800596"/>
            <a:ext cx="7286625" cy="1494971"/>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6" name="CuadroTexto 5">
            <a:extLst>
              <a:ext uri="{FF2B5EF4-FFF2-40B4-BE49-F238E27FC236}">
                <a16:creationId xmlns:a16="http://schemas.microsoft.com/office/drawing/2014/main" id="{E02E88C4-DF8D-6DDE-1A24-AD297FF074E1}"/>
              </a:ext>
            </a:extLst>
          </p:cNvPr>
          <p:cNvSpPr txBox="1"/>
          <p:nvPr/>
        </p:nvSpPr>
        <p:spPr>
          <a:xfrm>
            <a:off x="772941" y="4947918"/>
            <a:ext cx="7598115" cy="1200329"/>
          </a:xfrm>
          <a:prstGeom prst="rect">
            <a:avLst/>
          </a:prstGeom>
          <a:noFill/>
        </p:spPr>
        <p:txBody>
          <a:bodyPr wrap="square" rtlCol="0">
            <a:spAutoFit/>
          </a:bodyPr>
          <a:lstStyle/>
          <a:p>
            <a:pPr algn="ctr"/>
            <a:r>
              <a:rPr lang="en-US" sz="3600" b="0" i="0" u="none" strike="noStrike" baseline="0" dirty="0">
                <a:latin typeface="CMR10"/>
              </a:rPr>
              <a:t>G. Alfaro and M. A. F. Sanjuán</a:t>
            </a:r>
            <a:r>
              <a:rPr lang="es-ES" sz="3600" b="0" i="0" u="none" strike="noStrike" baseline="0" dirty="0">
                <a:latin typeface="CMR10"/>
              </a:rPr>
              <a:t>, Chaos </a:t>
            </a:r>
            <a:r>
              <a:rPr lang="es-ES" sz="3600" b="1" i="0" u="none" strike="noStrike" baseline="0" dirty="0">
                <a:latin typeface="CMBX10"/>
              </a:rPr>
              <a:t>34</a:t>
            </a:r>
            <a:r>
              <a:rPr lang="es-ES" sz="3600" b="0" i="0" u="none" strike="noStrike" baseline="0" dirty="0">
                <a:latin typeface="CMR10"/>
              </a:rPr>
              <a:t>, 083129 (2024)</a:t>
            </a:r>
            <a:endParaRPr lang="es-ES" sz="6000" dirty="0">
              <a:latin typeface="Amasis MT Pro" panose="02040504050005020304" pitchFamily="18" charset="0"/>
            </a:endParaRPr>
          </a:p>
        </p:txBody>
      </p:sp>
      <p:sp>
        <p:nvSpPr>
          <p:cNvPr id="7" name="Marcador de número de diapositiva 6">
            <a:extLst>
              <a:ext uri="{FF2B5EF4-FFF2-40B4-BE49-F238E27FC236}">
                <a16:creationId xmlns:a16="http://schemas.microsoft.com/office/drawing/2014/main" id="{6D535CFC-1828-5821-DAB6-6D2EB2BF49E8}"/>
              </a:ext>
            </a:extLst>
          </p:cNvPr>
          <p:cNvSpPr>
            <a:spLocks noGrp="1"/>
          </p:cNvSpPr>
          <p:nvPr>
            <p:ph type="sldNum" sz="quarter" idx="12"/>
          </p:nvPr>
        </p:nvSpPr>
        <p:spPr/>
        <p:txBody>
          <a:bodyPr/>
          <a:lstStyle/>
          <a:p>
            <a:fld id="{CC057153-B650-4DEB-B370-79DDCFDCE934}" type="slidenum">
              <a:rPr lang="en-US" smtClean="0"/>
              <a:pPr/>
              <a:t>22</a:t>
            </a:fld>
            <a:r>
              <a:rPr lang="en-US"/>
              <a:t> / 57</a:t>
            </a:r>
            <a:endParaRPr lang="en-US" dirty="0"/>
          </a:p>
        </p:txBody>
      </p:sp>
    </p:spTree>
    <p:extLst>
      <p:ext uri="{BB962C8B-B14F-4D97-AF65-F5344CB8AC3E}">
        <p14:creationId xmlns:p14="http://schemas.microsoft.com/office/powerpoint/2010/main" val="10623502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7AFA8-93CD-3655-A219-C539CF62F952}"/>
            </a:ext>
          </a:extLst>
        </p:cNvPr>
        <p:cNvGrpSpPr/>
        <p:nvPr/>
      </p:nvGrpSpPr>
      <p:grpSpPr>
        <a:xfrm>
          <a:off x="0" y="0"/>
          <a:ext cx="0" cy="0"/>
          <a:chOff x="0" y="0"/>
          <a:chExt cx="0" cy="0"/>
        </a:xfrm>
      </p:grpSpPr>
      <p:sp>
        <p:nvSpPr>
          <p:cNvPr id="23" name="CuadroTexto 22">
            <a:extLst>
              <a:ext uri="{FF2B5EF4-FFF2-40B4-BE49-F238E27FC236}">
                <a16:creationId xmlns:a16="http://schemas.microsoft.com/office/drawing/2014/main" id="{46E864D9-EB3B-10ED-4954-14A3085EA6E7}"/>
              </a:ext>
            </a:extLst>
          </p:cNvPr>
          <p:cNvSpPr txBox="1"/>
          <p:nvPr/>
        </p:nvSpPr>
        <p:spPr>
          <a:xfrm>
            <a:off x="-5694" y="0"/>
            <a:ext cx="9149693"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Autómatas celulares</a:t>
            </a:r>
            <a:endParaRPr lang="es-ES" sz="9600" b="1" dirty="0">
              <a:solidFill>
                <a:srgbClr val="0070C0"/>
              </a:solidFill>
              <a:latin typeface="Amasis MT Pro Light" panose="02040304050005020304" pitchFamily="18" charset="0"/>
              <a:cs typeface="Adobe Devanagari" panose="02040503050201020203" pitchFamily="18" charset="0"/>
            </a:endParaRPr>
          </a:p>
        </p:txBody>
      </p:sp>
      <p:sp>
        <p:nvSpPr>
          <p:cNvPr id="2" name="Elipse 1">
            <a:extLst>
              <a:ext uri="{FF2B5EF4-FFF2-40B4-BE49-F238E27FC236}">
                <a16:creationId xmlns:a16="http://schemas.microsoft.com/office/drawing/2014/main" id="{CA5F5A5C-B759-F689-E497-05B1466F9BB7}"/>
              </a:ext>
            </a:extLst>
          </p:cNvPr>
          <p:cNvSpPr/>
          <p:nvPr/>
        </p:nvSpPr>
        <p:spPr>
          <a:xfrm>
            <a:off x="1398800" y="2408978"/>
            <a:ext cx="707886" cy="70788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Elipse 3">
            <a:extLst>
              <a:ext uri="{FF2B5EF4-FFF2-40B4-BE49-F238E27FC236}">
                <a16:creationId xmlns:a16="http://schemas.microsoft.com/office/drawing/2014/main" id="{3533CCCB-FA19-066B-F55B-10EC4CE0D58C}"/>
              </a:ext>
            </a:extLst>
          </p:cNvPr>
          <p:cNvSpPr/>
          <p:nvPr/>
        </p:nvSpPr>
        <p:spPr>
          <a:xfrm>
            <a:off x="2106686" y="1979958"/>
            <a:ext cx="707886" cy="707886"/>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Elipse 5">
            <a:extLst>
              <a:ext uri="{FF2B5EF4-FFF2-40B4-BE49-F238E27FC236}">
                <a16:creationId xmlns:a16="http://schemas.microsoft.com/office/drawing/2014/main" id="{35DAE3F8-EB69-5EE9-BDA9-11405E49C714}"/>
              </a:ext>
            </a:extLst>
          </p:cNvPr>
          <p:cNvSpPr/>
          <p:nvPr/>
        </p:nvSpPr>
        <p:spPr>
          <a:xfrm>
            <a:off x="2106686" y="2823730"/>
            <a:ext cx="707886" cy="70788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64D3FEB1-F846-1342-1546-EA28D0D7244C}"/>
              </a:ext>
            </a:extLst>
          </p:cNvPr>
          <p:cNvSpPr/>
          <p:nvPr/>
        </p:nvSpPr>
        <p:spPr>
          <a:xfrm>
            <a:off x="1398800" y="3204883"/>
            <a:ext cx="707886" cy="707886"/>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Elipse 14">
            <a:extLst>
              <a:ext uri="{FF2B5EF4-FFF2-40B4-BE49-F238E27FC236}">
                <a16:creationId xmlns:a16="http://schemas.microsoft.com/office/drawing/2014/main" id="{C059AB51-F6BC-AB8F-B1BB-C92314D496D7}"/>
              </a:ext>
            </a:extLst>
          </p:cNvPr>
          <p:cNvSpPr/>
          <p:nvPr/>
        </p:nvSpPr>
        <p:spPr>
          <a:xfrm>
            <a:off x="2106686" y="3667502"/>
            <a:ext cx="707886" cy="70788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Elipse 16">
            <a:extLst>
              <a:ext uri="{FF2B5EF4-FFF2-40B4-BE49-F238E27FC236}">
                <a16:creationId xmlns:a16="http://schemas.microsoft.com/office/drawing/2014/main" id="{0D9F4C71-163B-C363-EE57-A36B26380192}"/>
              </a:ext>
            </a:extLst>
          </p:cNvPr>
          <p:cNvSpPr/>
          <p:nvPr/>
        </p:nvSpPr>
        <p:spPr>
          <a:xfrm>
            <a:off x="2812896" y="2408978"/>
            <a:ext cx="707886" cy="707886"/>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Elipse 18">
            <a:extLst>
              <a:ext uri="{FF2B5EF4-FFF2-40B4-BE49-F238E27FC236}">
                <a16:creationId xmlns:a16="http://schemas.microsoft.com/office/drawing/2014/main" id="{6D5922FF-795B-EB46-6D46-CA4C53FDD567}"/>
              </a:ext>
            </a:extLst>
          </p:cNvPr>
          <p:cNvSpPr/>
          <p:nvPr/>
        </p:nvSpPr>
        <p:spPr>
          <a:xfrm>
            <a:off x="2812896" y="3258350"/>
            <a:ext cx="707886" cy="70788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Elipse 35">
            <a:extLst>
              <a:ext uri="{FF2B5EF4-FFF2-40B4-BE49-F238E27FC236}">
                <a16:creationId xmlns:a16="http://schemas.microsoft.com/office/drawing/2014/main" id="{F7916DA8-C15F-3889-0648-3FE250798E50}"/>
              </a:ext>
            </a:extLst>
          </p:cNvPr>
          <p:cNvSpPr/>
          <p:nvPr/>
        </p:nvSpPr>
        <p:spPr>
          <a:xfrm>
            <a:off x="5611572" y="2408978"/>
            <a:ext cx="707886" cy="70788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Elipse 36">
            <a:extLst>
              <a:ext uri="{FF2B5EF4-FFF2-40B4-BE49-F238E27FC236}">
                <a16:creationId xmlns:a16="http://schemas.microsoft.com/office/drawing/2014/main" id="{9E624E78-B761-455A-CB56-8E07B9DF842E}"/>
              </a:ext>
            </a:extLst>
          </p:cNvPr>
          <p:cNvSpPr/>
          <p:nvPr/>
        </p:nvSpPr>
        <p:spPr>
          <a:xfrm>
            <a:off x="6319458" y="1979958"/>
            <a:ext cx="707886" cy="707886"/>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Elipse 37">
            <a:extLst>
              <a:ext uri="{FF2B5EF4-FFF2-40B4-BE49-F238E27FC236}">
                <a16:creationId xmlns:a16="http://schemas.microsoft.com/office/drawing/2014/main" id="{D41B49F9-B91F-1159-ECA1-9083EB416ECC}"/>
              </a:ext>
            </a:extLst>
          </p:cNvPr>
          <p:cNvSpPr/>
          <p:nvPr/>
        </p:nvSpPr>
        <p:spPr>
          <a:xfrm>
            <a:off x="6319458" y="2823730"/>
            <a:ext cx="707886" cy="707886"/>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Elipse 38">
            <a:extLst>
              <a:ext uri="{FF2B5EF4-FFF2-40B4-BE49-F238E27FC236}">
                <a16:creationId xmlns:a16="http://schemas.microsoft.com/office/drawing/2014/main" id="{23294C4A-1E2E-0B71-CBBD-02D3CD47C236}"/>
              </a:ext>
            </a:extLst>
          </p:cNvPr>
          <p:cNvSpPr/>
          <p:nvPr/>
        </p:nvSpPr>
        <p:spPr>
          <a:xfrm>
            <a:off x="5611572" y="3204883"/>
            <a:ext cx="707886" cy="707886"/>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Elipse 39">
            <a:extLst>
              <a:ext uri="{FF2B5EF4-FFF2-40B4-BE49-F238E27FC236}">
                <a16:creationId xmlns:a16="http://schemas.microsoft.com/office/drawing/2014/main" id="{1386D63C-6B62-27D1-058F-D25A8A3486EC}"/>
              </a:ext>
            </a:extLst>
          </p:cNvPr>
          <p:cNvSpPr/>
          <p:nvPr/>
        </p:nvSpPr>
        <p:spPr>
          <a:xfrm>
            <a:off x="6319458" y="3667502"/>
            <a:ext cx="707886" cy="707886"/>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Elipse 40">
            <a:extLst>
              <a:ext uri="{FF2B5EF4-FFF2-40B4-BE49-F238E27FC236}">
                <a16:creationId xmlns:a16="http://schemas.microsoft.com/office/drawing/2014/main" id="{B42CAB0F-FA82-09F6-8799-59AE284D7316}"/>
              </a:ext>
            </a:extLst>
          </p:cNvPr>
          <p:cNvSpPr/>
          <p:nvPr/>
        </p:nvSpPr>
        <p:spPr>
          <a:xfrm>
            <a:off x="7025668" y="2408978"/>
            <a:ext cx="707886" cy="707886"/>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Elipse 41">
            <a:extLst>
              <a:ext uri="{FF2B5EF4-FFF2-40B4-BE49-F238E27FC236}">
                <a16:creationId xmlns:a16="http://schemas.microsoft.com/office/drawing/2014/main" id="{FF36553A-BFA6-DE80-195F-167A62A81BA9}"/>
              </a:ext>
            </a:extLst>
          </p:cNvPr>
          <p:cNvSpPr/>
          <p:nvPr/>
        </p:nvSpPr>
        <p:spPr>
          <a:xfrm>
            <a:off x="7025668" y="3258350"/>
            <a:ext cx="707886" cy="70788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4" name="Conector recto de flecha 43">
            <a:extLst>
              <a:ext uri="{FF2B5EF4-FFF2-40B4-BE49-F238E27FC236}">
                <a16:creationId xmlns:a16="http://schemas.microsoft.com/office/drawing/2014/main" id="{3F70EE31-1149-9692-CA7C-68C4855E9A65}"/>
              </a:ext>
            </a:extLst>
          </p:cNvPr>
          <p:cNvCxnSpPr/>
          <p:nvPr/>
        </p:nvCxnSpPr>
        <p:spPr>
          <a:xfrm>
            <a:off x="3940629" y="3116864"/>
            <a:ext cx="118654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1CDDF0BB-F31B-B6D4-F61C-D85EAA48B335}"/>
              </a:ext>
            </a:extLst>
          </p:cNvPr>
          <p:cNvSpPr txBox="1"/>
          <p:nvPr/>
        </p:nvSpPr>
        <p:spPr>
          <a:xfrm>
            <a:off x="6417267" y="2716008"/>
            <a:ext cx="581325" cy="923330"/>
          </a:xfrm>
          <a:prstGeom prst="rect">
            <a:avLst/>
          </a:prstGeom>
          <a:noFill/>
        </p:spPr>
        <p:txBody>
          <a:bodyPr wrap="square" rtlCol="0">
            <a:spAutoFit/>
          </a:bodyPr>
          <a:lstStyle/>
          <a:p>
            <a:r>
              <a:rPr lang="es-ES" sz="5400" b="1" dirty="0">
                <a:latin typeface="Amasis MT Pro" panose="02040504050005020304" pitchFamily="18" charset="0"/>
              </a:rPr>
              <a:t>?</a:t>
            </a:r>
          </a:p>
        </p:txBody>
      </p:sp>
      <p:sp>
        <p:nvSpPr>
          <p:cNvPr id="46" name="CuadroTexto 45">
            <a:extLst>
              <a:ext uri="{FF2B5EF4-FFF2-40B4-BE49-F238E27FC236}">
                <a16:creationId xmlns:a16="http://schemas.microsoft.com/office/drawing/2014/main" id="{A8053517-690E-0E47-2C8E-F7F888C73EAD}"/>
              </a:ext>
            </a:extLst>
          </p:cNvPr>
          <p:cNvSpPr txBox="1"/>
          <p:nvPr/>
        </p:nvSpPr>
        <p:spPr>
          <a:xfrm>
            <a:off x="185056" y="4682118"/>
            <a:ext cx="8860972" cy="1569660"/>
          </a:xfrm>
          <a:prstGeom prst="rect">
            <a:avLst/>
          </a:prstGeom>
          <a:noFill/>
        </p:spPr>
        <p:txBody>
          <a:bodyPr wrap="square" rtlCol="0">
            <a:spAutoFit/>
          </a:bodyPr>
          <a:lstStyle/>
          <a:p>
            <a:pPr algn="ctr"/>
            <a:r>
              <a:rPr lang="es-ES" sz="3200" dirty="0">
                <a:latin typeface="Amasis MT Pro" panose="02040504050005020304" pitchFamily="18" charset="0"/>
              </a:rPr>
              <a:t>Las </a:t>
            </a:r>
            <a:r>
              <a:rPr lang="es-ES" sz="3200" dirty="0">
                <a:solidFill>
                  <a:srgbClr val="0070C0"/>
                </a:solidFill>
                <a:latin typeface="Amasis MT Pro" panose="02040504050005020304" pitchFamily="18" charset="0"/>
              </a:rPr>
              <a:t>reglas</a:t>
            </a:r>
            <a:r>
              <a:rPr lang="es-ES" sz="3200" dirty="0">
                <a:latin typeface="Amasis MT Pro" panose="02040504050005020304" pitchFamily="18" charset="0"/>
              </a:rPr>
              <a:t> del autómata celular deciden el estado de la </a:t>
            </a:r>
            <a:r>
              <a:rPr lang="es-ES" sz="3200" b="1" dirty="0">
                <a:latin typeface="Amasis MT Pro" panose="02040504050005020304" pitchFamily="18" charset="0"/>
              </a:rPr>
              <a:t>célula central </a:t>
            </a:r>
            <a:r>
              <a:rPr lang="es-ES" sz="3200" dirty="0">
                <a:latin typeface="Amasis MT Pro" panose="02040504050005020304" pitchFamily="18" charset="0"/>
              </a:rPr>
              <a:t>en la siguiente iteración observando el </a:t>
            </a:r>
            <a:r>
              <a:rPr lang="es-ES" sz="3200" dirty="0">
                <a:solidFill>
                  <a:srgbClr val="C00000"/>
                </a:solidFill>
                <a:latin typeface="Amasis MT Pro" panose="02040504050005020304" pitchFamily="18" charset="0"/>
              </a:rPr>
              <a:t>estado de los vecinos.</a:t>
            </a:r>
          </a:p>
        </p:txBody>
      </p:sp>
      <p:sp>
        <p:nvSpPr>
          <p:cNvPr id="8" name="Marcador de número de diapositiva 7">
            <a:extLst>
              <a:ext uri="{FF2B5EF4-FFF2-40B4-BE49-F238E27FC236}">
                <a16:creationId xmlns:a16="http://schemas.microsoft.com/office/drawing/2014/main" id="{2665D8A1-2262-E5E6-CA4C-8811AB615A3A}"/>
              </a:ext>
            </a:extLst>
          </p:cNvPr>
          <p:cNvSpPr>
            <a:spLocks noGrp="1"/>
          </p:cNvSpPr>
          <p:nvPr>
            <p:ph type="sldNum" sz="quarter" idx="12"/>
          </p:nvPr>
        </p:nvSpPr>
        <p:spPr/>
        <p:txBody>
          <a:bodyPr/>
          <a:lstStyle/>
          <a:p>
            <a:fld id="{CC057153-B650-4DEB-B370-79DDCFDCE934}" type="slidenum">
              <a:rPr lang="en-US" smtClean="0"/>
              <a:pPr/>
              <a:t>23</a:t>
            </a:fld>
            <a:r>
              <a:rPr lang="en-US"/>
              <a:t> / 57</a:t>
            </a:r>
            <a:endParaRPr lang="en-US" dirty="0"/>
          </a:p>
        </p:txBody>
      </p:sp>
    </p:spTree>
    <p:extLst>
      <p:ext uri="{BB962C8B-B14F-4D97-AF65-F5344CB8AC3E}">
        <p14:creationId xmlns:p14="http://schemas.microsoft.com/office/powerpoint/2010/main" val="3134473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0649D-EFD5-0D60-0228-5CE781091F0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6D2378B-74B5-6AC8-F8E1-E7CE30F63FBE}"/>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Regla-105</a:t>
            </a:r>
            <a:r>
              <a:rPr lang="es-ES" sz="2400" dirty="0">
                <a:solidFill>
                  <a:schemeClr val="bg2">
                    <a:lumMod val="50000"/>
                  </a:schemeClr>
                </a:solidFill>
                <a:latin typeface="Amasis MT Pro" panose="02040504050005020304" pitchFamily="18" charset="0"/>
              </a:rPr>
              <a:t> </a:t>
            </a:r>
            <a:r>
              <a:rPr lang="es-ES" sz="2400" dirty="0">
                <a:latin typeface="Amasis MT Pro" panose="02040504050005020304" pitchFamily="18" charset="0"/>
              </a:rPr>
              <a:t>= </a:t>
            </a:r>
            <a:r>
              <a:rPr lang="es-ES" sz="2400" dirty="0">
                <a:solidFill>
                  <a:srgbClr val="0070C0"/>
                </a:solidFill>
                <a:latin typeface="Amasis MT Pro" panose="02040504050005020304" pitchFamily="18" charset="0"/>
              </a:rPr>
              <a:t>0x128</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1x64</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1x32</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0x16</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1x8</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0x4</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0x2</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a:t>
            </a:r>
          </a:p>
        </p:txBody>
      </p:sp>
      <p:sp>
        <p:nvSpPr>
          <p:cNvPr id="5" name="CuadroTexto 4">
            <a:extLst>
              <a:ext uri="{FF2B5EF4-FFF2-40B4-BE49-F238E27FC236}">
                <a16:creationId xmlns:a16="http://schemas.microsoft.com/office/drawing/2014/main" id="{EFC8D879-C881-1B90-E2CC-DCFF983D93DF}"/>
              </a:ext>
            </a:extLst>
          </p:cNvPr>
          <p:cNvSpPr txBox="1"/>
          <p:nvPr/>
        </p:nvSpPr>
        <p:spPr>
          <a:xfrm>
            <a:off x="1166627" y="2018386"/>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8" name="CuadroTexto 7">
            <a:extLst>
              <a:ext uri="{FF2B5EF4-FFF2-40B4-BE49-F238E27FC236}">
                <a16:creationId xmlns:a16="http://schemas.microsoft.com/office/drawing/2014/main" id="{B736B465-92A7-D7D0-740A-7015D9A7FC6E}"/>
              </a:ext>
            </a:extLst>
          </p:cNvPr>
          <p:cNvSpPr txBox="1"/>
          <p:nvPr/>
        </p:nvSpPr>
        <p:spPr>
          <a:xfrm>
            <a:off x="2094432" y="2018386"/>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9" name="CuadroTexto 8">
            <a:extLst>
              <a:ext uri="{FF2B5EF4-FFF2-40B4-BE49-F238E27FC236}">
                <a16:creationId xmlns:a16="http://schemas.microsoft.com/office/drawing/2014/main" id="{8AB18011-0FED-E475-36E2-935779B831ED}"/>
              </a:ext>
            </a:extLst>
          </p:cNvPr>
          <p:cNvSpPr txBox="1"/>
          <p:nvPr/>
        </p:nvSpPr>
        <p:spPr>
          <a:xfrm>
            <a:off x="3022237" y="2018386"/>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10" name="CuadroTexto 9">
            <a:extLst>
              <a:ext uri="{FF2B5EF4-FFF2-40B4-BE49-F238E27FC236}">
                <a16:creationId xmlns:a16="http://schemas.microsoft.com/office/drawing/2014/main" id="{7E0C649F-14BE-3278-27A5-231808925B05}"/>
              </a:ext>
            </a:extLst>
          </p:cNvPr>
          <p:cNvSpPr txBox="1"/>
          <p:nvPr/>
        </p:nvSpPr>
        <p:spPr>
          <a:xfrm>
            <a:off x="3957185" y="2011184"/>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1" name="CuadroTexto 10">
            <a:extLst>
              <a:ext uri="{FF2B5EF4-FFF2-40B4-BE49-F238E27FC236}">
                <a16:creationId xmlns:a16="http://schemas.microsoft.com/office/drawing/2014/main" id="{41933D6A-661F-B146-6B42-42F3FCDC4588}"/>
              </a:ext>
            </a:extLst>
          </p:cNvPr>
          <p:cNvSpPr txBox="1"/>
          <p:nvPr/>
        </p:nvSpPr>
        <p:spPr>
          <a:xfrm>
            <a:off x="4884062" y="2011184"/>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12" name="CuadroTexto 11">
            <a:extLst>
              <a:ext uri="{FF2B5EF4-FFF2-40B4-BE49-F238E27FC236}">
                <a16:creationId xmlns:a16="http://schemas.microsoft.com/office/drawing/2014/main" id="{1656A5A4-11CC-7CAA-5731-46FBCF6C084F}"/>
              </a:ext>
            </a:extLst>
          </p:cNvPr>
          <p:cNvSpPr txBox="1"/>
          <p:nvPr/>
        </p:nvSpPr>
        <p:spPr>
          <a:xfrm>
            <a:off x="5817600" y="2018386"/>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1350" dirty="0">
              <a:solidFill>
                <a:srgbClr val="0070C0"/>
              </a:solidFill>
              <a:latin typeface="Amasis MT Pro" panose="02040504050005020304" pitchFamily="18" charset="0"/>
            </a:endParaRPr>
          </a:p>
        </p:txBody>
      </p:sp>
      <p:sp>
        <p:nvSpPr>
          <p:cNvPr id="13" name="CuadroTexto 12">
            <a:extLst>
              <a:ext uri="{FF2B5EF4-FFF2-40B4-BE49-F238E27FC236}">
                <a16:creationId xmlns:a16="http://schemas.microsoft.com/office/drawing/2014/main" id="{FF27564B-0D67-B204-D906-73586D7A45AA}"/>
              </a:ext>
            </a:extLst>
          </p:cNvPr>
          <p:cNvSpPr txBox="1"/>
          <p:nvPr/>
        </p:nvSpPr>
        <p:spPr>
          <a:xfrm>
            <a:off x="6751138" y="2021972"/>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4" name="CuadroTexto 13">
            <a:extLst>
              <a:ext uri="{FF2B5EF4-FFF2-40B4-BE49-F238E27FC236}">
                <a16:creationId xmlns:a16="http://schemas.microsoft.com/office/drawing/2014/main" id="{12BFD4D0-50A0-62C6-C3BF-A4B0C1E802EE}"/>
              </a:ext>
            </a:extLst>
          </p:cNvPr>
          <p:cNvSpPr txBox="1"/>
          <p:nvPr/>
        </p:nvSpPr>
        <p:spPr>
          <a:xfrm>
            <a:off x="7684676" y="2011184"/>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pic>
        <p:nvPicPr>
          <p:cNvPr id="16" name="Imagen 15" descr="Forma, Cuadrado&#10;&#10;El contenido generado por IA puede ser incorrecto.">
            <a:extLst>
              <a:ext uri="{FF2B5EF4-FFF2-40B4-BE49-F238E27FC236}">
                <a16:creationId xmlns:a16="http://schemas.microsoft.com/office/drawing/2014/main" id="{7CED3547-EF43-05A7-7BCE-13BD988D47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9701" y="3034981"/>
            <a:ext cx="761411" cy="268733"/>
          </a:xfrm>
          <a:prstGeom prst="rect">
            <a:avLst/>
          </a:prstGeom>
        </p:spPr>
      </p:pic>
      <p:pic>
        <p:nvPicPr>
          <p:cNvPr id="18" name="Imagen 17" descr="Forma, Cuadrado&#10;&#10;El contenido generado por IA puede ser incorrecto.">
            <a:extLst>
              <a:ext uri="{FF2B5EF4-FFF2-40B4-BE49-F238E27FC236}">
                <a16:creationId xmlns:a16="http://schemas.microsoft.com/office/drawing/2014/main" id="{B944D4CE-1830-80FE-F1C6-270A82226C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3DF6A238-7A36-B6EF-02E7-A10C2D730F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878ECEF3-C7F9-C322-BB41-66259CE0C5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288C7AB0-13FC-CDF9-75C8-804971EFBF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FDC07D17-B53B-BCD2-9738-FE55EF278AF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CCE875A3-DBDE-1126-360C-CDDF4E984F9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1C7BB401-6D56-024F-18D5-061C0F7833A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pic>
        <p:nvPicPr>
          <p:cNvPr id="32" name="Imagen 31" descr="Código QR&#10;&#10;El contenido generado por IA puede ser incorrecto.">
            <a:extLst>
              <a:ext uri="{FF2B5EF4-FFF2-40B4-BE49-F238E27FC236}">
                <a16:creationId xmlns:a16="http://schemas.microsoft.com/office/drawing/2014/main" id="{A6095D4F-B924-C555-40DA-5C66C8F4233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44322" y="3984616"/>
            <a:ext cx="7855355" cy="2225684"/>
          </a:xfrm>
          <a:prstGeom prst="rect">
            <a:avLst/>
          </a:prstGeom>
        </p:spPr>
      </p:pic>
      <p:sp>
        <p:nvSpPr>
          <p:cNvPr id="23" name="CuadroTexto 22">
            <a:extLst>
              <a:ext uri="{FF2B5EF4-FFF2-40B4-BE49-F238E27FC236}">
                <a16:creationId xmlns:a16="http://schemas.microsoft.com/office/drawing/2014/main" id="{006E07EC-3091-006B-E790-C56EB8020BAB}"/>
              </a:ext>
            </a:extLst>
          </p:cNvPr>
          <p:cNvSpPr txBox="1"/>
          <p:nvPr/>
        </p:nvSpPr>
        <p:spPr>
          <a:xfrm>
            <a:off x="-5694" y="0"/>
            <a:ext cx="9149693" cy="830997"/>
          </a:xfrm>
          <a:prstGeom prst="rect">
            <a:avLst/>
          </a:prstGeom>
          <a:noFill/>
        </p:spPr>
        <p:txBody>
          <a:bodyPr wrap="square" rtlCol="0">
            <a:spAutoFit/>
          </a:bodyPr>
          <a:lstStyle/>
          <a:p>
            <a:pPr algn="ctr"/>
            <a:r>
              <a:rPr lang="es-ES" sz="4800" b="1" dirty="0">
                <a:solidFill>
                  <a:srgbClr val="0070C0"/>
                </a:solidFill>
                <a:latin typeface="Amasis MT Pro Light" panose="02040304050005020304" pitchFamily="18" charset="0"/>
                <a:cs typeface="Adobe Devanagari" panose="02040503050201020203" pitchFamily="18" charset="0"/>
              </a:rPr>
              <a:t>Autómatas celulares elementales</a:t>
            </a:r>
            <a:endParaRPr lang="es-ES" sz="6000" b="1" dirty="0">
              <a:solidFill>
                <a:srgbClr val="0070C0"/>
              </a:solidFill>
              <a:latin typeface="Amasis MT Pro Light" panose="02040304050005020304" pitchFamily="18" charset="0"/>
              <a:cs typeface="Adobe Devanagari" panose="02040503050201020203" pitchFamily="18" charset="0"/>
            </a:endParaRPr>
          </a:p>
        </p:txBody>
      </p:sp>
      <p:sp>
        <p:nvSpPr>
          <p:cNvPr id="7" name="Marcador de número de diapositiva 6">
            <a:extLst>
              <a:ext uri="{FF2B5EF4-FFF2-40B4-BE49-F238E27FC236}">
                <a16:creationId xmlns:a16="http://schemas.microsoft.com/office/drawing/2014/main" id="{DCC58722-1E78-D86E-2474-23FC27835CCC}"/>
              </a:ext>
            </a:extLst>
          </p:cNvPr>
          <p:cNvSpPr>
            <a:spLocks noGrp="1"/>
          </p:cNvSpPr>
          <p:nvPr>
            <p:ph type="sldNum" sz="quarter" idx="12"/>
          </p:nvPr>
        </p:nvSpPr>
        <p:spPr/>
        <p:txBody>
          <a:bodyPr/>
          <a:lstStyle/>
          <a:p>
            <a:fld id="{CC057153-B650-4DEB-B370-79DDCFDCE934}" type="slidenum">
              <a:rPr lang="en-US" smtClean="0"/>
              <a:pPr/>
              <a:t>24</a:t>
            </a:fld>
            <a:r>
              <a:rPr lang="en-US"/>
              <a:t> / 57</a:t>
            </a:r>
            <a:endParaRPr lang="en-US" dirty="0"/>
          </a:p>
        </p:txBody>
      </p:sp>
    </p:spTree>
    <p:extLst>
      <p:ext uri="{BB962C8B-B14F-4D97-AF65-F5344CB8AC3E}">
        <p14:creationId xmlns:p14="http://schemas.microsoft.com/office/powerpoint/2010/main" val="2414250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87D2-38AC-60CB-5EA1-141F468C2085}"/>
            </a:ext>
          </a:extLst>
        </p:cNvPr>
        <p:cNvGrpSpPr/>
        <p:nvPr/>
      </p:nvGrpSpPr>
      <p:grpSpPr>
        <a:xfrm>
          <a:off x="0" y="0"/>
          <a:ext cx="0" cy="0"/>
          <a:chOff x="0" y="0"/>
          <a:chExt cx="0" cy="0"/>
        </a:xfrm>
      </p:grpSpPr>
      <p:pic>
        <p:nvPicPr>
          <p:cNvPr id="4" name="Imagen 3" descr="Patrón de fondo&#10;&#10;El contenido generado por IA puede ser incorrecto.">
            <a:extLst>
              <a:ext uri="{FF2B5EF4-FFF2-40B4-BE49-F238E27FC236}">
                <a16:creationId xmlns:a16="http://schemas.microsoft.com/office/drawing/2014/main" id="{AAAC939D-7FD1-1FE8-CCA5-7763A7E5D5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64" y="2131041"/>
            <a:ext cx="8985070" cy="9434323"/>
          </a:xfrm>
          <a:prstGeom prst="rect">
            <a:avLst/>
          </a:prstGeom>
        </p:spPr>
      </p:pic>
      <p:sp>
        <p:nvSpPr>
          <p:cNvPr id="17" name="Rectángulo 16">
            <a:extLst>
              <a:ext uri="{FF2B5EF4-FFF2-40B4-BE49-F238E27FC236}">
                <a16:creationId xmlns:a16="http://schemas.microsoft.com/office/drawing/2014/main" id="{CF9DC2A4-189E-C1E4-DD72-9870BDE29880}"/>
              </a:ext>
            </a:extLst>
          </p:cNvPr>
          <p:cNvSpPr/>
          <p:nvPr/>
        </p:nvSpPr>
        <p:spPr>
          <a:xfrm>
            <a:off x="0" y="2104887"/>
            <a:ext cx="9144000" cy="5177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a:extLst>
              <a:ext uri="{FF2B5EF4-FFF2-40B4-BE49-F238E27FC236}">
                <a16:creationId xmlns:a16="http://schemas.microsoft.com/office/drawing/2014/main" id="{2921A4FC-5C93-89DF-AC20-DA71F4D8DDA1}"/>
              </a:ext>
            </a:extLst>
          </p:cNvPr>
          <p:cNvSpPr/>
          <p:nvPr/>
        </p:nvSpPr>
        <p:spPr>
          <a:xfrm>
            <a:off x="0" y="6576060"/>
            <a:ext cx="9144000" cy="2612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8563F3EE-729A-B74B-D5C5-313D18EB0651}"/>
              </a:ext>
            </a:extLst>
          </p:cNvPr>
          <p:cNvSpPr txBox="1"/>
          <p:nvPr/>
        </p:nvSpPr>
        <p:spPr>
          <a:xfrm>
            <a:off x="79463" y="920473"/>
            <a:ext cx="2267496" cy="1200329"/>
          </a:xfrm>
          <a:prstGeom prst="rect">
            <a:avLst/>
          </a:prstGeom>
          <a:noFill/>
        </p:spPr>
        <p:txBody>
          <a:bodyPr wrap="square" rtlCol="0">
            <a:spAutoFit/>
          </a:bodyPr>
          <a:lstStyle/>
          <a:p>
            <a:pPr algn="ctr"/>
            <a:r>
              <a:rPr lang="es-ES" b="1" i="1" dirty="0">
                <a:latin typeface="Amasis MT Pro" panose="02040504050005020304" pitchFamily="18" charset="0"/>
              </a:rPr>
              <a:t>Clase-1 </a:t>
            </a:r>
            <a:r>
              <a:rPr lang="es-ES" b="1" dirty="0">
                <a:latin typeface="Amasis MT Pro" panose="02040504050005020304" pitchFamily="18" charset="0"/>
              </a:rPr>
              <a:t>:</a:t>
            </a:r>
            <a:r>
              <a:rPr lang="es-ES" dirty="0">
                <a:latin typeface="Amasis MT Pro" panose="02040504050005020304" pitchFamily="18" charset="0"/>
              </a:rPr>
              <a:t> Rápidamente todas las celdas </a:t>
            </a:r>
            <a:r>
              <a:rPr lang="es-ES" dirty="0">
                <a:solidFill>
                  <a:srgbClr val="C00000"/>
                </a:solidFill>
                <a:latin typeface="Amasis MT Pro" panose="02040504050005020304" pitchFamily="18" charset="0"/>
              </a:rPr>
              <a:t>se vuelven 0 o 1</a:t>
            </a:r>
            <a:r>
              <a:rPr lang="es-ES" dirty="0">
                <a:solidFill>
                  <a:schemeClr val="bg2">
                    <a:lumMod val="25000"/>
                  </a:schemeClr>
                </a:solidFill>
                <a:latin typeface="Amasis MT Pro" panose="02040504050005020304" pitchFamily="18" charset="0"/>
              </a:rPr>
              <a:t>. </a:t>
            </a:r>
            <a:endParaRPr lang="es-ES" b="1" i="1" dirty="0">
              <a:solidFill>
                <a:schemeClr val="bg2">
                  <a:lumMod val="10000"/>
                </a:schemeClr>
              </a:solidFill>
              <a:latin typeface="Amasis MT Pro" panose="02040504050005020304" pitchFamily="18" charset="0"/>
            </a:endParaRPr>
          </a:p>
        </p:txBody>
      </p:sp>
      <p:sp>
        <p:nvSpPr>
          <p:cNvPr id="7" name="CuadroTexto 6">
            <a:extLst>
              <a:ext uri="{FF2B5EF4-FFF2-40B4-BE49-F238E27FC236}">
                <a16:creationId xmlns:a16="http://schemas.microsoft.com/office/drawing/2014/main" id="{55C9628B-BCE7-8BA6-0E72-C74C7F18D3B1}"/>
              </a:ext>
            </a:extLst>
          </p:cNvPr>
          <p:cNvSpPr txBox="1"/>
          <p:nvPr/>
        </p:nvSpPr>
        <p:spPr>
          <a:xfrm>
            <a:off x="2346959" y="933569"/>
            <a:ext cx="2225041" cy="646331"/>
          </a:xfrm>
          <a:prstGeom prst="rect">
            <a:avLst/>
          </a:prstGeom>
          <a:noFill/>
        </p:spPr>
        <p:txBody>
          <a:bodyPr wrap="square" rtlCol="0">
            <a:spAutoFit/>
          </a:bodyPr>
          <a:lstStyle/>
          <a:p>
            <a:pPr algn="ctr"/>
            <a:r>
              <a:rPr lang="es-ES" b="1" i="1" dirty="0">
                <a:latin typeface="Amasis MT Pro" panose="02040504050005020304" pitchFamily="18" charset="0"/>
              </a:rPr>
              <a:t>Clase-2 </a:t>
            </a:r>
            <a:r>
              <a:rPr lang="es-ES" b="1" dirty="0">
                <a:latin typeface="Amasis MT Pro" panose="02040504050005020304" pitchFamily="18" charset="0"/>
              </a:rPr>
              <a:t>: </a:t>
            </a:r>
            <a:r>
              <a:rPr lang="es-ES" dirty="0">
                <a:latin typeface="Amasis MT Pro" panose="02040504050005020304" pitchFamily="18" charset="0"/>
              </a:rPr>
              <a:t>Patrones </a:t>
            </a:r>
            <a:r>
              <a:rPr lang="es-ES" dirty="0">
                <a:solidFill>
                  <a:srgbClr val="C00000"/>
                </a:solidFill>
                <a:latin typeface="Amasis MT Pro" panose="02040504050005020304" pitchFamily="18" charset="0"/>
              </a:rPr>
              <a:t>periódicos</a:t>
            </a:r>
            <a:r>
              <a:rPr lang="es-ES" dirty="0">
                <a:solidFill>
                  <a:schemeClr val="bg2">
                    <a:lumMod val="25000"/>
                  </a:schemeClr>
                </a:solidFill>
                <a:latin typeface="Amasis MT Pro" panose="02040504050005020304" pitchFamily="18" charset="0"/>
              </a:rPr>
              <a:t>.</a:t>
            </a:r>
            <a:endParaRPr lang="es-ES" b="1" i="1" dirty="0">
              <a:solidFill>
                <a:schemeClr val="bg2">
                  <a:lumMod val="10000"/>
                </a:schemeClr>
              </a:solidFill>
              <a:latin typeface="Amasis MT Pro" panose="02040504050005020304" pitchFamily="18" charset="0"/>
            </a:endParaRPr>
          </a:p>
        </p:txBody>
      </p:sp>
      <p:sp>
        <p:nvSpPr>
          <p:cNvPr id="8" name="CuadroTexto 7">
            <a:extLst>
              <a:ext uri="{FF2B5EF4-FFF2-40B4-BE49-F238E27FC236}">
                <a16:creationId xmlns:a16="http://schemas.microsoft.com/office/drawing/2014/main" id="{FB84446A-3EE6-5F5A-6172-427FC39044A7}"/>
              </a:ext>
            </a:extLst>
          </p:cNvPr>
          <p:cNvSpPr txBox="1"/>
          <p:nvPr/>
        </p:nvSpPr>
        <p:spPr>
          <a:xfrm>
            <a:off x="4503420" y="949484"/>
            <a:ext cx="2336075" cy="1200329"/>
          </a:xfrm>
          <a:prstGeom prst="rect">
            <a:avLst/>
          </a:prstGeom>
          <a:noFill/>
        </p:spPr>
        <p:txBody>
          <a:bodyPr wrap="square" rtlCol="0">
            <a:spAutoFit/>
          </a:bodyPr>
          <a:lstStyle/>
          <a:p>
            <a:pPr algn="ctr"/>
            <a:r>
              <a:rPr lang="es-ES" b="1" i="1" dirty="0">
                <a:latin typeface="Amasis MT Pro" panose="02040504050005020304" pitchFamily="18" charset="0"/>
              </a:rPr>
              <a:t>Clase-3 </a:t>
            </a:r>
            <a:r>
              <a:rPr lang="es-ES" b="1" dirty="0">
                <a:latin typeface="Amasis MT Pro" panose="02040504050005020304" pitchFamily="18" charset="0"/>
              </a:rPr>
              <a:t>: </a:t>
            </a:r>
            <a:r>
              <a:rPr lang="es-ES" dirty="0">
                <a:latin typeface="Amasis MT Pro" panose="02040504050005020304" pitchFamily="18" charset="0"/>
              </a:rPr>
              <a:t>Patrones </a:t>
            </a:r>
            <a:r>
              <a:rPr lang="es-ES" dirty="0">
                <a:solidFill>
                  <a:srgbClr val="C00000"/>
                </a:solidFill>
                <a:latin typeface="Amasis MT Pro" panose="02040504050005020304" pitchFamily="18" charset="0"/>
              </a:rPr>
              <a:t>caóticos</a:t>
            </a:r>
            <a:r>
              <a:rPr lang="es-ES" dirty="0">
                <a:latin typeface="Amasis MT Pro" panose="02040504050005020304" pitchFamily="18" charset="0"/>
              </a:rPr>
              <a:t>.</a:t>
            </a:r>
            <a:r>
              <a:rPr lang="es-ES" dirty="0">
                <a:solidFill>
                  <a:schemeClr val="bg2">
                    <a:lumMod val="50000"/>
                  </a:schemeClr>
                </a:solidFill>
                <a:latin typeface="Amasis MT Pro" panose="02040504050005020304" pitchFamily="18" charset="0"/>
              </a:rPr>
              <a:t> </a:t>
            </a:r>
            <a:r>
              <a:rPr lang="es-ES" dirty="0">
                <a:latin typeface="Amasis MT Pro" panose="02040504050005020304" pitchFamily="18" charset="0"/>
              </a:rPr>
              <a:t>No se repiten nunca (hasta tiempos de Poincaré).</a:t>
            </a:r>
            <a:endParaRPr lang="es-ES" b="1" i="1" dirty="0">
              <a:latin typeface="Amasis MT Pro" panose="02040504050005020304" pitchFamily="18" charset="0"/>
            </a:endParaRPr>
          </a:p>
        </p:txBody>
      </p:sp>
      <p:sp>
        <p:nvSpPr>
          <p:cNvPr id="9" name="CuadroTexto 8">
            <a:extLst>
              <a:ext uri="{FF2B5EF4-FFF2-40B4-BE49-F238E27FC236}">
                <a16:creationId xmlns:a16="http://schemas.microsoft.com/office/drawing/2014/main" id="{BD6BC006-51E1-171D-3F22-49A589B35E1D}"/>
              </a:ext>
            </a:extLst>
          </p:cNvPr>
          <p:cNvSpPr txBox="1"/>
          <p:nvPr/>
        </p:nvSpPr>
        <p:spPr>
          <a:xfrm>
            <a:off x="6728461" y="920473"/>
            <a:ext cx="2415538" cy="1408078"/>
          </a:xfrm>
          <a:prstGeom prst="rect">
            <a:avLst/>
          </a:prstGeom>
          <a:noFill/>
        </p:spPr>
        <p:txBody>
          <a:bodyPr wrap="square" rtlCol="0">
            <a:spAutoFit/>
          </a:bodyPr>
          <a:lstStyle/>
          <a:p>
            <a:pPr algn="ctr"/>
            <a:r>
              <a:rPr lang="es-ES" b="1" i="1" dirty="0">
                <a:latin typeface="Amasis MT Pro" panose="02040504050005020304" pitchFamily="18" charset="0"/>
              </a:rPr>
              <a:t>Clase-4 </a:t>
            </a:r>
            <a:r>
              <a:rPr lang="es-ES" b="1" dirty="0">
                <a:latin typeface="Amasis MT Pro" panose="02040504050005020304" pitchFamily="18" charset="0"/>
              </a:rPr>
              <a:t>: </a:t>
            </a:r>
            <a:r>
              <a:rPr lang="es-ES" dirty="0">
                <a:latin typeface="Amasis MT Pro" panose="02040504050005020304" pitchFamily="18" charset="0"/>
              </a:rPr>
              <a:t>Combinación de </a:t>
            </a:r>
            <a:r>
              <a:rPr lang="es-ES" dirty="0">
                <a:solidFill>
                  <a:srgbClr val="C00000"/>
                </a:solidFill>
                <a:latin typeface="Amasis MT Pro" panose="02040504050005020304" pitchFamily="18" charset="0"/>
              </a:rPr>
              <a:t>zonas ordenadas y caos</a:t>
            </a:r>
            <a:r>
              <a:rPr lang="es-ES" dirty="0">
                <a:latin typeface="Amasis MT Pro" panose="02040504050005020304" pitchFamily="18" charset="0"/>
              </a:rPr>
              <a:t>. </a:t>
            </a:r>
            <a:r>
              <a:rPr lang="es-ES" sz="1600" b="1" u="sng" dirty="0">
                <a:solidFill>
                  <a:srgbClr val="0070C0"/>
                </a:solidFill>
                <a:latin typeface="Amasis MT Pro" panose="02040504050005020304" pitchFamily="18" charset="0"/>
                <a:sym typeface="Wingdings" panose="05000000000000000000" pitchFamily="2" charset="2"/>
              </a:rPr>
              <a:t>Caos transitorio</a:t>
            </a:r>
            <a:endParaRPr lang="es-ES" sz="1600" dirty="0">
              <a:solidFill>
                <a:schemeClr val="bg2">
                  <a:lumMod val="25000"/>
                </a:schemeClr>
              </a:solidFill>
              <a:latin typeface="Amasis MT Pro" panose="02040504050005020304" pitchFamily="18" charset="0"/>
            </a:endParaRPr>
          </a:p>
          <a:p>
            <a:pPr algn="ctr"/>
            <a:endParaRPr lang="es-ES" sz="1350" i="1" dirty="0">
              <a:solidFill>
                <a:schemeClr val="bg2">
                  <a:lumMod val="10000"/>
                </a:schemeClr>
              </a:solidFill>
              <a:latin typeface="Amasis MT Pro" panose="02040504050005020304" pitchFamily="18" charset="0"/>
            </a:endParaRPr>
          </a:p>
        </p:txBody>
      </p:sp>
      <p:sp>
        <p:nvSpPr>
          <p:cNvPr id="23" name="CuadroTexto 22">
            <a:extLst>
              <a:ext uri="{FF2B5EF4-FFF2-40B4-BE49-F238E27FC236}">
                <a16:creationId xmlns:a16="http://schemas.microsoft.com/office/drawing/2014/main" id="{6E6656F4-55DF-C042-1B2C-1AF498C8E3CF}"/>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Clasificación de </a:t>
            </a:r>
            <a:r>
              <a:rPr lang="es-ES" sz="5400" b="1" dirty="0" err="1">
                <a:solidFill>
                  <a:srgbClr val="0070C0"/>
                </a:solidFill>
                <a:latin typeface="Amasis MT Pro Light" panose="02040304050005020304" pitchFamily="18" charset="0"/>
                <a:cs typeface="Adobe Devanagari" panose="02040503050201020203" pitchFamily="18" charset="0"/>
              </a:rPr>
              <a:t>Wolfram</a:t>
            </a:r>
            <a:endParaRPr lang="es-ES" sz="6600" b="1" dirty="0">
              <a:solidFill>
                <a:srgbClr val="0070C0"/>
              </a:solidFill>
              <a:latin typeface="Amasis MT Pro Light" panose="02040304050005020304" pitchFamily="18" charset="0"/>
              <a:cs typeface="Adobe Devanagari" panose="02040503050201020203" pitchFamily="18" charset="0"/>
            </a:endParaRPr>
          </a:p>
        </p:txBody>
      </p:sp>
      <p:sp>
        <p:nvSpPr>
          <p:cNvPr id="3" name="CuadroTexto 2">
            <a:extLst>
              <a:ext uri="{FF2B5EF4-FFF2-40B4-BE49-F238E27FC236}">
                <a16:creationId xmlns:a16="http://schemas.microsoft.com/office/drawing/2014/main" id="{BEEBAB81-7AE4-204C-C050-C3360DAC312C}"/>
              </a:ext>
            </a:extLst>
          </p:cNvPr>
          <p:cNvSpPr txBox="1"/>
          <p:nvPr/>
        </p:nvSpPr>
        <p:spPr>
          <a:xfrm>
            <a:off x="7155854" y="2078733"/>
            <a:ext cx="1671786"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Regla-54</a:t>
            </a:r>
            <a:endParaRPr lang="es-ES" sz="2400" dirty="0">
              <a:solidFill>
                <a:srgbClr val="C00000"/>
              </a:solidFill>
              <a:latin typeface="Amasis MT Pro" panose="02040504050005020304" pitchFamily="18" charset="0"/>
            </a:endParaRPr>
          </a:p>
        </p:txBody>
      </p:sp>
      <p:sp>
        <p:nvSpPr>
          <p:cNvPr id="5" name="CuadroTexto 4">
            <a:extLst>
              <a:ext uri="{FF2B5EF4-FFF2-40B4-BE49-F238E27FC236}">
                <a16:creationId xmlns:a16="http://schemas.microsoft.com/office/drawing/2014/main" id="{3D513DA5-CDD1-1282-88AC-53C7568B51ED}"/>
              </a:ext>
            </a:extLst>
          </p:cNvPr>
          <p:cNvSpPr txBox="1"/>
          <p:nvPr/>
        </p:nvSpPr>
        <p:spPr>
          <a:xfrm>
            <a:off x="330459" y="2078732"/>
            <a:ext cx="1671786"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Regla-0</a:t>
            </a:r>
            <a:endParaRPr lang="es-ES" sz="2400" dirty="0">
              <a:solidFill>
                <a:srgbClr val="C00000"/>
              </a:solidFill>
              <a:latin typeface="Amasis MT Pro" panose="02040504050005020304" pitchFamily="18" charset="0"/>
            </a:endParaRPr>
          </a:p>
        </p:txBody>
      </p:sp>
      <p:sp>
        <p:nvSpPr>
          <p:cNvPr id="10" name="CuadroTexto 9">
            <a:extLst>
              <a:ext uri="{FF2B5EF4-FFF2-40B4-BE49-F238E27FC236}">
                <a16:creationId xmlns:a16="http://schemas.microsoft.com/office/drawing/2014/main" id="{B0E74E05-66BB-17A2-92AC-80BE7A76DB88}"/>
              </a:ext>
            </a:extLst>
          </p:cNvPr>
          <p:cNvSpPr txBox="1"/>
          <p:nvPr/>
        </p:nvSpPr>
        <p:spPr>
          <a:xfrm>
            <a:off x="4835564" y="2078732"/>
            <a:ext cx="1671786"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Regla-30</a:t>
            </a:r>
            <a:endParaRPr lang="es-ES" sz="2400" dirty="0">
              <a:solidFill>
                <a:srgbClr val="C00000"/>
              </a:solidFill>
              <a:latin typeface="Amasis MT Pro" panose="02040504050005020304" pitchFamily="18" charset="0"/>
            </a:endParaRPr>
          </a:p>
        </p:txBody>
      </p:sp>
      <p:sp>
        <p:nvSpPr>
          <p:cNvPr id="11" name="CuadroTexto 10">
            <a:extLst>
              <a:ext uri="{FF2B5EF4-FFF2-40B4-BE49-F238E27FC236}">
                <a16:creationId xmlns:a16="http://schemas.microsoft.com/office/drawing/2014/main" id="{D18B69A9-BA80-C114-E417-393C66E30163}"/>
              </a:ext>
            </a:extLst>
          </p:cNvPr>
          <p:cNvSpPr txBox="1"/>
          <p:nvPr/>
        </p:nvSpPr>
        <p:spPr>
          <a:xfrm>
            <a:off x="2570312" y="2078731"/>
            <a:ext cx="1671786"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Regla-6</a:t>
            </a:r>
            <a:endParaRPr lang="es-ES" sz="2400" dirty="0">
              <a:solidFill>
                <a:srgbClr val="C00000"/>
              </a:solidFill>
              <a:latin typeface="Amasis MT Pro" panose="02040504050005020304" pitchFamily="18" charset="0"/>
            </a:endParaRPr>
          </a:p>
        </p:txBody>
      </p:sp>
      <p:sp>
        <p:nvSpPr>
          <p:cNvPr id="13" name="Marcador de número de diapositiva 12">
            <a:extLst>
              <a:ext uri="{FF2B5EF4-FFF2-40B4-BE49-F238E27FC236}">
                <a16:creationId xmlns:a16="http://schemas.microsoft.com/office/drawing/2014/main" id="{0D40D2BD-8F6D-EFDF-CA8C-C5DF9FF73094}"/>
              </a:ext>
            </a:extLst>
          </p:cNvPr>
          <p:cNvSpPr>
            <a:spLocks noGrp="1"/>
          </p:cNvSpPr>
          <p:nvPr>
            <p:ph type="sldNum" sz="quarter" idx="12"/>
          </p:nvPr>
        </p:nvSpPr>
        <p:spPr>
          <a:xfrm>
            <a:off x="7475341" y="6524129"/>
            <a:ext cx="1575440" cy="365125"/>
          </a:xfrm>
        </p:spPr>
        <p:txBody>
          <a:bodyPr/>
          <a:lstStyle/>
          <a:p>
            <a:fld id="{CC057153-B650-4DEB-B370-79DDCFDCE934}" type="slidenum">
              <a:rPr lang="en-US" smtClean="0"/>
              <a:pPr/>
              <a:t>25</a:t>
            </a:fld>
            <a:r>
              <a:rPr lang="en-US" dirty="0"/>
              <a:t> / 57</a:t>
            </a:r>
          </a:p>
        </p:txBody>
      </p:sp>
    </p:spTree>
    <p:extLst>
      <p:ext uri="{BB962C8B-B14F-4D97-AF65-F5344CB8AC3E}">
        <p14:creationId xmlns:p14="http://schemas.microsoft.com/office/powerpoint/2010/main" val="4011732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descr="Patrón de fondo&#10;&#10;El contenido generado por IA puede ser incorrecto.">
            <a:extLst>
              <a:ext uri="{FF2B5EF4-FFF2-40B4-BE49-F238E27FC236}">
                <a16:creationId xmlns:a16="http://schemas.microsoft.com/office/drawing/2014/main" id="{6AB12072-66AB-3092-1295-0BD7BE30B0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3267748" y="-923974"/>
            <a:ext cx="2614198" cy="9149693"/>
          </a:xfrm>
          <a:prstGeom prst="rect">
            <a:avLst/>
          </a:prstGeom>
        </p:spPr>
      </p:pic>
      <p:sp>
        <p:nvSpPr>
          <p:cNvPr id="5" name="CuadroTexto 4">
            <a:extLst>
              <a:ext uri="{FF2B5EF4-FFF2-40B4-BE49-F238E27FC236}">
                <a16:creationId xmlns:a16="http://schemas.microsoft.com/office/drawing/2014/main" id="{74924E85-EA9B-EB13-F1D0-734979BE411D}"/>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Caos transitorio en </a:t>
            </a:r>
            <a:r>
              <a:rPr lang="es-ES" sz="5400" b="1" i="1" dirty="0">
                <a:solidFill>
                  <a:srgbClr val="0070C0"/>
                </a:solidFill>
                <a:latin typeface="Amasis MT Pro Light" panose="02040304050005020304" pitchFamily="18" charset="0"/>
                <a:cs typeface="Adobe Devanagari" panose="02040503050201020203" pitchFamily="18" charset="0"/>
              </a:rPr>
              <a:t>Clase-4</a:t>
            </a:r>
            <a:endParaRPr lang="es-ES" sz="6600" b="1" i="1" dirty="0">
              <a:solidFill>
                <a:srgbClr val="0070C0"/>
              </a:solidFill>
              <a:latin typeface="Amasis MT Pro Light" panose="02040304050005020304" pitchFamily="18" charset="0"/>
              <a:cs typeface="Adobe Devanagari" panose="02040503050201020203" pitchFamily="18" charset="0"/>
            </a:endParaRPr>
          </a:p>
        </p:txBody>
      </p:sp>
      <p:sp>
        <p:nvSpPr>
          <p:cNvPr id="7" name="Rectángulo 6">
            <a:extLst>
              <a:ext uri="{FF2B5EF4-FFF2-40B4-BE49-F238E27FC236}">
                <a16:creationId xmlns:a16="http://schemas.microsoft.com/office/drawing/2014/main" id="{A93F63D8-571F-E512-79F5-BC80871E5405}"/>
              </a:ext>
            </a:extLst>
          </p:cNvPr>
          <p:cNvSpPr/>
          <p:nvPr/>
        </p:nvSpPr>
        <p:spPr>
          <a:xfrm>
            <a:off x="6673026" y="2094046"/>
            <a:ext cx="2142907" cy="3168989"/>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0070C0"/>
              </a:solidFill>
            </a:endParaRPr>
          </a:p>
        </p:txBody>
      </p:sp>
      <p:cxnSp>
        <p:nvCxnSpPr>
          <p:cNvPr id="9" name="Conector recto de flecha 8">
            <a:extLst>
              <a:ext uri="{FF2B5EF4-FFF2-40B4-BE49-F238E27FC236}">
                <a16:creationId xmlns:a16="http://schemas.microsoft.com/office/drawing/2014/main" id="{5CBE4DE4-9C14-CA17-32B9-F32F14DABD3E}"/>
              </a:ext>
            </a:extLst>
          </p:cNvPr>
          <p:cNvCxnSpPr/>
          <p:nvPr/>
        </p:nvCxnSpPr>
        <p:spPr>
          <a:xfrm>
            <a:off x="6065753" y="1758998"/>
            <a:ext cx="467670" cy="244306"/>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E927165B-89D7-559E-CDC6-3026D7B70C9D}"/>
              </a:ext>
            </a:extLst>
          </p:cNvPr>
          <p:cNvSpPr txBox="1"/>
          <p:nvPr/>
        </p:nvSpPr>
        <p:spPr>
          <a:xfrm>
            <a:off x="2637044" y="1174223"/>
            <a:ext cx="3662545" cy="1077218"/>
          </a:xfrm>
          <a:prstGeom prst="rect">
            <a:avLst/>
          </a:prstGeom>
          <a:noFill/>
        </p:spPr>
        <p:txBody>
          <a:bodyPr wrap="square" rtlCol="0">
            <a:spAutoFit/>
          </a:bodyPr>
          <a:lstStyle/>
          <a:p>
            <a:pPr algn="ctr"/>
            <a:r>
              <a:rPr lang="es-ES" sz="3200" b="1" dirty="0">
                <a:latin typeface="Amasis MT Pro" panose="02040504050005020304" pitchFamily="18" charset="0"/>
              </a:rPr>
              <a:t>Estancamiento periódico</a:t>
            </a:r>
          </a:p>
        </p:txBody>
      </p:sp>
      <p:sp>
        <p:nvSpPr>
          <p:cNvPr id="13" name="CuadroTexto 12">
            <a:extLst>
              <a:ext uri="{FF2B5EF4-FFF2-40B4-BE49-F238E27FC236}">
                <a16:creationId xmlns:a16="http://schemas.microsoft.com/office/drawing/2014/main" id="{B550BDF9-9CBD-D1DA-8D23-DCFE7F812771}"/>
              </a:ext>
            </a:extLst>
          </p:cNvPr>
          <p:cNvSpPr txBox="1"/>
          <p:nvPr/>
        </p:nvSpPr>
        <p:spPr>
          <a:xfrm>
            <a:off x="1923032" y="5328972"/>
            <a:ext cx="3409804" cy="584775"/>
          </a:xfrm>
          <a:prstGeom prst="rect">
            <a:avLst/>
          </a:prstGeom>
          <a:noFill/>
        </p:spPr>
        <p:txBody>
          <a:bodyPr wrap="square" rtlCol="0">
            <a:spAutoFit/>
          </a:bodyPr>
          <a:lstStyle/>
          <a:p>
            <a:pPr algn="ctr"/>
            <a:r>
              <a:rPr lang="es-ES" sz="3200" b="1" dirty="0">
                <a:latin typeface="Amasis MT Pro" panose="02040504050005020304" pitchFamily="18" charset="0"/>
              </a:rPr>
              <a:t>Caos transitorio</a:t>
            </a:r>
          </a:p>
        </p:txBody>
      </p:sp>
      <p:cxnSp>
        <p:nvCxnSpPr>
          <p:cNvPr id="14" name="Conector recto de flecha 13">
            <a:extLst>
              <a:ext uri="{FF2B5EF4-FFF2-40B4-BE49-F238E27FC236}">
                <a16:creationId xmlns:a16="http://schemas.microsoft.com/office/drawing/2014/main" id="{1FE430E4-D7BD-17A1-6458-00689838AA59}"/>
              </a:ext>
            </a:extLst>
          </p:cNvPr>
          <p:cNvCxnSpPr>
            <a:cxnSpLocks/>
          </p:cNvCxnSpPr>
          <p:nvPr/>
        </p:nvCxnSpPr>
        <p:spPr>
          <a:xfrm flipH="1" flipV="1">
            <a:off x="2304906" y="5045049"/>
            <a:ext cx="332138" cy="32529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463A4CC9-8AF4-CCB7-060E-3E7FF5ED732C}"/>
              </a:ext>
            </a:extLst>
          </p:cNvPr>
          <p:cNvSpPr txBox="1"/>
          <p:nvPr/>
        </p:nvSpPr>
        <p:spPr>
          <a:xfrm>
            <a:off x="328067" y="1650318"/>
            <a:ext cx="1671786"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Regla-54</a:t>
            </a:r>
            <a:endParaRPr lang="es-ES" sz="2400" dirty="0">
              <a:solidFill>
                <a:srgbClr val="C00000"/>
              </a:solidFill>
              <a:latin typeface="Amasis MT Pro" panose="02040504050005020304" pitchFamily="18" charset="0"/>
            </a:endParaRPr>
          </a:p>
        </p:txBody>
      </p:sp>
      <p:sp>
        <p:nvSpPr>
          <p:cNvPr id="6" name="Marcador de número de diapositiva 5">
            <a:extLst>
              <a:ext uri="{FF2B5EF4-FFF2-40B4-BE49-F238E27FC236}">
                <a16:creationId xmlns:a16="http://schemas.microsoft.com/office/drawing/2014/main" id="{E994D3A1-CE32-9400-8B0B-3A4FE9C99E45}"/>
              </a:ext>
            </a:extLst>
          </p:cNvPr>
          <p:cNvSpPr>
            <a:spLocks noGrp="1"/>
          </p:cNvSpPr>
          <p:nvPr>
            <p:ph type="sldNum" sz="quarter" idx="12"/>
          </p:nvPr>
        </p:nvSpPr>
        <p:spPr/>
        <p:txBody>
          <a:bodyPr/>
          <a:lstStyle/>
          <a:p>
            <a:fld id="{CC057153-B650-4DEB-B370-79DDCFDCE934}" type="slidenum">
              <a:rPr lang="en-US" smtClean="0"/>
              <a:pPr/>
              <a:t>26</a:t>
            </a:fld>
            <a:r>
              <a:rPr lang="en-US"/>
              <a:t> / 57</a:t>
            </a:r>
            <a:endParaRPr lang="en-US" dirty="0"/>
          </a:p>
        </p:txBody>
      </p:sp>
    </p:spTree>
    <p:extLst>
      <p:ext uri="{BB962C8B-B14F-4D97-AF65-F5344CB8AC3E}">
        <p14:creationId xmlns:p14="http://schemas.microsoft.com/office/powerpoint/2010/main" val="48616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D5147-C5CB-B185-D03C-F877B8B6E7A9}"/>
            </a:ext>
          </a:extLst>
        </p:cNvPr>
        <p:cNvGrpSpPr/>
        <p:nvPr/>
      </p:nvGrpSpPr>
      <p:grpSpPr>
        <a:xfrm>
          <a:off x="0" y="0"/>
          <a:ext cx="0" cy="0"/>
          <a:chOff x="0" y="0"/>
          <a:chExt cx="0" cy="0"/>
        </a:xfrm>
      </p:grpSpPr>
      <p:pic>
        <p:nvPicPr>
          <p:cNvPr id="11" name="Imagen 10" descr="Patrón de fondo&#10;&#10;El contenido generado por IA puede ser incorrecto.">
            <a:extLst>
              <a:ext uri="{FF2B5EF4-FFF2-40B4-BE49-F238E27FC236}">
                <a16:creationId xmlns:a16="http://schemas.microsoft.com/office/drawing/2014/main" id="{BB154CC1-69AB-217C-5C8E-D04B970713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097" y="1152674"/>
            <a:ext cx="7851866" cy="10992613"/>
          </a:xfrm>
          <a:prstGeom prst="rect">
            <a:avLst/>
          </a:prstGeom>
        </p:spPr>
      </p:pic>
      <p:sp>
        <p:nvSpPr>
          <p:cNvPr id="12" name="Rectángulo 11">
            <a:extLst>
              <a:ext uri="{FF2B5EF4-FFF2-40B4-BE49-F238E27FC236}">
                <a16:creationId xmlns:a16="http://schemas.microsoft.com/office/drawing/2014/main" id="{846533E6-3D58-1F16-E3D3-043A6A0F6AC2}"/>
              </a:ext>
            </a:extLst>
          </p:cNvPr>
          <p:cNvSpPr/>
          <p:nvPr/>
        </p:nvSpPr>
        <p:spPr>
          <a:xfrm>
            <a:off x="55647" y="1169549"/>
            <a:ext cx="9144000" cy="5177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88038083-31AD-FC70-BF97-F353D3484ACD}"/>
              </a:ext>
            </a:extLst>
          </p:cNvPr>
          <p:cNvSpPr/>
          <p:nvPr/>
        </p:nvSpPr>
        <p:spPr>
          <a:xfrm>
            <a:off x="1116328" y="628650"/>
            <a:ext cx="6734175" cy="5109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E590ADD0-E871-4A91-8300-354EFB7ED73A}"/>
              </a:ext>
            </a:extLst>
          </p:cNvPr>
          <p:cNvSpPr txBox="1"/>
          <p:nvPr/>
        </p:nvSpPr>
        <p:spPr>
          <a:xfrm>
            <a:off x="1007041" y="770245"/>
            <a:ext cx="1501347" cy="369332"/>
          </a:xfrm>
          <a:prstGeom prst="rect">
            <a:avLst/>
          </a:prstGeom>
          <a:noFill/>
        </p:spPr>
        <p:txBody>
          <a:bodyPr wrap="square" rtlCol="0">
            <a:spAutoFit/>
          </a:bodyPr>
          <a:lstStyle/>
          <a:p>
            <a:pPr algn="ctr"/>
            <a:r>
              <a:rPr lang="es-ES" b="1" i="1" dirty="0">
                <a:solidFill>
                  <a:schemeClr val="bg2">
                    <a:lumMod val="10000"/>
                  </a:schemeClr>
                </a:solidFill>
                <a:latin typeface="Amasis MT Pro" panose="02040504050005020304" pitchFamily="18" charset="0"/>
              </a:rPr>
              <a:t>Clase-2</a:t>
            </a:r>
            <a:endParaRPr lang="es-ES" dirty="0"/>
          </a:p>
        </p:txBody>
      </p:sp>
      <p:sp>
        <p:nvSpPr>
          <p:cNvPr id="6" name="CuadroTexto 5">
            <a:extLst>
              <a:ext uri="{FF2B5EF4-FFF2-40B4-BE49-F238E27FC236}">
                <a16:creationId xmlns:a16="http://schemas.microsoft.com/office/drawing/2014/main" id="{35907312-7766-2E58-8599-4648B20ABF69}"/>
              </a:ext>
            </a:extLst>
          </p:cNvPr>
          <p:cNvSpPr txBox="1"/>
          <p:nvPr/>
        </p:nvSpPr>
        <p:spPr>
          <a:xfrm>
            <a:off x="3732743" y="783342"/>
            <a:ext cx="1501347" cy="369332"/>
          </a:xfrm>
          <a:prstGeom prst="rect">
            <a:avLst/>
          </a:prstGeom>
          <a:noFill/>
        </p:spPr>
        <p:txBody>
          <a:bodyPr wrap="square" rtlCol="0">
            <a:spAutoFit/>
          </a:bodyPr>
          <a:lstStyle/>
          <a:p>
            <a:pPr algn="ctr"/>
            <a:r>
              <a:rPr lang="es-ES" b="1" i="1" dirty="0">
                <a:solidFill>
                  <a:schemeClr val="bg2">
                    <a:lumMod val="10000"/>
                  </a:schemeClr>
                </a:solidFill>
                <a:latin typeface="Amasis MT Pro" panose="02040504050005020304" pitchFamily="18" charset="0"/>
              </a:rPr>
              <a:t>Clase-3</a:t>
            </a:r>
            <a:endParaRPr lang="es-ES" dirty="0"/>
          </a:p>
        </p:txBody>
      </p:sp>
      <p:sp>
        <p:nvSpPr>
          <p:cNvPr id="7" name="CuadroTexto 6">
            <a:extLst>
              <a:ext uri="{FF2B5EF4-FFF2-40B4-BE49-F238E27FC236}">
                <a16:creationId xmlns:a16="http://schemas.microsoft.com/office/drawing/2014/main" id="{323F304E-CB60-F43D-C679-F0F30666967A}"/>
              </a:ext>
            </a:extLst>
          </p:cNvPr>
          <p:cNvSpPr txBox="1"/>
          <p:nvPr/>
        </p:nvSpPr>
        <p:spPr>
          <a:xfrm>
            <a:off x="6282483" y="793348"/>
            <a:ext cx="1501347" cy="369332"/>
          </a:xfrm>
          <a:prstGeom prst="rect">
            <a:avLst/>
          </a:prstGeom>
          <a:noFill/>
        </p:spPr>
        <p:txBody>
          <a:bodyPr wrap="square" rtlCol="0">
            <a:spAutoFit/>
          </a:bodyPr>
          <a:lstStyle/>
          <a:p>
            <a:pPr algn="ctr"/>
            <a:r>
              <a:rPr lang="es-ES" b="1" i="1" dirty="0">
                <a:solidFill>
                  <a:schemeClr val="bg2">
                    <a:lumMod val="10000"/>
                  </a:schemeClr>
                </a:solidFill>
                <a:latin typeface="Amasis MT Pro" panose="02040504050005020304" pitchFamily="18" charset="0"/>
              </a:rPr>
              <a:t>Clase-4</a:t>
            </a:r>
            <a:endParaRPr lang="es-ES" dirty="0"/>
          </a:p>
        </p:txBody>
      </p:sp>
      <p:sp>
        <p:nvSpPr>
          <p:cNvPr id="16" name="CuadroTexto 15">
            <a:extLst>
              <a:ext uri="{FF2B5EF4-FFF2-40B4-BE49-F238E27FC236}">
                <a16:creationId xmlns:a16="http://schemas.microsoft.com/office/drawing/2014/main" id="{B709514A-CC85-503F-8317-BFFB9C424FF7}"/>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Patrones de diferencia</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3" name="CuadroTexto 2">
            <a:extLst>
              <a:ext uri="{FF2B5EF4-FFF2-40B4-BE49-F238E27FC236}">
                <a16:creationId xmlns:a16="http://schemas.microsoft.com/office/drawing/2014/main" id="{39100147-ABE9-D87A-B62C-D068C58D77E9}"/>
              </a:ext>
            </a:extLst>
          </p:cNvPr>
          <p:cNvSpPr txBox="1"/>
          <p:nvPr/>
        </p:nvSpPr>
        <p:spPr>
          <a:xfrm>
            <a:off x="6178717" y="1182648"/>
            <a:ext cx="1671786"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Regla-54</a:t>
            </a:r>
            <a:endParaRPr lang="es-ES" sz="2400" dirty="0">
              <a:solidFill>
                <a:srgbClr val="C00000"/>
              </a:solidFill>
              <a:latin typeface="Amasis MT Pro" panose="02040504050005020304" pitchFamily="18" charset="0"/>
            </a:endParaRPr>
          </a:p>
        </p:txBody>
      </p:sp>
      <p:sp>
        <p:nvSpPr>
          <p:cNvPr id="9" name="CuadroTexto 8">
            <a:extLst>
              <a:ext uri="{FF2B5EF4-FFF2-40B4-BE49-F238E27FC236}">
                <a16:creationId xmlns:a16="http://schemas.microsoft.com/office/drawing/2014/main" id="{EA265FFE-211E-B722-B036-6B0F1DCFA1B5}"/>
              </a:ext>
            </a:extLst>
          </p:cNvPr>
          <p:cNvSpPr txBox="1"/>
          <p:nvPr/>
        </p:nvSpPr>
        <p:spPr>
          <a:xfrm>
            <a:off x="3730775" y="1182646"/>
            <a:ext cx="1671786"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Regla-30</a:t>
            </a:r>
            <a:endParaRPr lang="es-ES" sz="2400" dirty="0">
              <a:solidFill>
                <a:srgbClr val="C00000"/>
              </a:solidFill>
              <a:latin typeface="Amasis MT Pro" panose="02040504050005020304" pitchFamily="18" charset="0"/>
            </a:endParaRPr>
          </a:p>
        </p:txBody>
      </p:sp>
      <p:sp>
        <p:nvSpPr>
          <p:cNvPr id="10" name="CuadroTexto 9">
            <a:extLst>
              <a:ext uri="{FF2B5EF4-FFF2-40B4-BE49-F238E27FC236}">
                <a16:creationId xmlns:a16="http://schemas.microsoft.com/office/drawing/2014/main" id="{C99747FA-6336-EDAF-D80F-2732184FD38D}"/>
              </a:ext>
            </a:extLst>
          </p:cNvPr>
          <p:cNvSpPr txBox="1"/>
          <p:nvPr/>
        </p:nvSpPr>
        <p:spPr>
          <a:xfrm>
            <a:off x="921821" y="1182646"/>
            <a:ext cx="1671786"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Regla-6</a:t>
            </a:r>
            <a:endParaRPr lang="es-ES" sz="2400" dirty="0">
              <a:solidFill>
                <a:srgbClr val="C00000"/>
              </a:solidFill>
              <a:latin typeface="Amasis MT Pro" panose="02040504050005020304" pitchFamily="18" charset="0"/>
            </a:endParaRPr>
          </a:p>
        </p:txBody>
      </p:sp>
      <p:sp>
        <p:nvSpPr>
          <p:cNvPr id="14" name="Marcador de número de diapositiva 13">
            <a:extLst>
              <a:ext uri="{FF2B5EF4-FFF2-40B4-BE49-F238E27FC236}">
                <a16:creationId xmlns:a16="http://schemas.microsoft.com/office/drawing/2014/main" id="{34652C63-337A-6018-8342-C3A0ADB3E9E6}"/>
              </a:ext>
            </a:extLst>
          </p:cNvPr>
          <p:cNvSpPr>
            <a:spLocks noGrp="1"/>
          </p:cNvSpPr>
          <p:nvPr>
            <p:ph type="sldNum" sz="quarter" idx="12"/>
          </p:nvPr>
        </p:nvSpPr>
        <p:spPr/>
        <p:txBody>
          <a:bodyPr/>
          <a:lstStyle/>
          <a:p>
            <a:fld id="{CC057153-B650-4DEB-B370-79DDCFDCE934}" type="slidenum">
              <a:rPr lang="en-US" smtClean="0"/>
              <a:pPr/>
              <a:t>27</a:t>
            </a:fld>
            <a:r>
              <a:rPr lang="en-US"/>
              <a:t> / 57</a:t>
            </a:r>
            <a:endParaRPr lang="en-US" dirty="0"/>
          </a:p>
        </p:txBody>
      </p:sp>
    </p:spTree>
    <p:extLst>
      <p:ext uri="{BB962C8B-B14F-4D97-AF65-F5344CB8AC3E}">
        <p14:creationId xmlns:p14="http://schemas.microsoft.com/office/powerpoint/2010/main" val="1810982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733F7-4E0D-C8FD-4854-EF38044C52AD}"/>
            </a:ext>
          </a:extLst>
        </p:cNvPr>
        <p:cNvGrpSpPr/>
        <p:nvPr/>
      </p:nvGrpSpPr>
      <p:grpSpPr>
        <a:xfrm>
          <a:off x="0" y="0"/>
          <a:ext cx="0" cy="0"/>
          <a:chOff x="0" y="0"/>
          <a:chExt cx="0" cy="0"/>
        </a:xfrm>
      </p:grpSpPr>
      <p:pic>
        <p:nvPicPr>
          <p:cNvPr id="33" name="Imagen 32">
            <a:extLst>
              <a:ext uri="{FF2B5EF4-FFF2-40B4-BE49-F238E27FC236}">
                <a16:creationId xmlns:a16="http://schemas.microsoft.com/office/drawing/2014/main" id="{426A9471-940A-44A5-5953-3D33D00E0936}"/>
              </a:ext>
            </a:extLst>
          </p:cNvPr>
          <p:cNvPicPr>
            <a:picLocks noChangeAspect="1"/>
          </p:cNvPicPr>
          <p:nvPr/>
        </p:nvPicPr>
        <p:blipFill>
          <a:blip r:embed="rId3"/>
          <a:stretch>
            <a:fillRect/>
          </a:stretch>
        </p:blipFill>
        <p:spPr>
          <a:xfrm>
            <a:off x="4953082" y="4896509"/>
            <a:ext cx="3795086" cy="1733090"/>
          </a:xfrm>
          <a:prstGeom prst="rect">
            <a:avLst/>
          </a:prstGeom>
        </p:spPr>
      </p:pic>
      <p:pic>
        <p:nvPicPr>
          <p:cNvPr id="28" name="Imagen 27">
            <a:extLst>
              <a:ext uri="{FF2B5EF4-FFF2-40B4-BE49-F238E27FC236}">
                <a16:creationId xmlns:a16="http://schemas.microsoft.com/office/drawing/2014/main" id="{CF29ADA3-973E-38D7-E5E4-72FC54F0FDCC}"/>
              </a:ext>
            </a:extLst>
          </p:cNvPr>
          <p:cNvPicPr>
            <a:picLocks noChangeAspect="1"/>
          </p:cNvPicPr>
          <p:nvPr/>
        </p:nvPicPr>
        <p:blipFill>
          <a:blip r:embed="rId4"/>
          <a:stretch>
            <a:fillRect/>
          </a:stretch>
        </p:blipFill>
        <p:spPr>
          <a:xfrm>
            <a:off x="4901212" y="2789931"/>
            <a:ext cx="3820854" cy="1737914"/>
          </a:xfrm>
          <a:prstGeom prst="rect">
            <a:avLst/>
          </a:prstGeom>
        </p:spPr>
      </p:pic>
      <p:pic>
        <p:nvPicPr>
          <p:cNvPr id="25" name="Imagen 24">
            <a:extLst>
              <a:ext uri="{FF2B5EF4-FFF2-40B4-BE49-F238E27FC236}">
                <a16:creationId xmlns:a16="http://schemas.microsoft.com/office/drawing/2014/main" id="{72E0740A-733A-0EE3-ED9C-1C840E51F4E0}"/>
              </a:ext>
            </a:extLst>
          </p:cNvPr>
          <p:cNvPicPr>
            <a:picLocks noChangeAspect="1"/>
          </p:cNvPicPr>
          <p:nvPr/>
        </p:nvPicPr>
        <p:blipFill>
          <a:blip r:embed="rId5"/>
          <a:stretch>
            <a:fillRect/>
          </a:stretch>
        </p:blipFill>
        <p:spPr>
          <a:xfrm>
            <a:off x="4992526" y="942232"/>
            <a:ext cx="3729540" cy="1737915"/>
          </a:xfrm>
          <a:prstGeom prst="rect">
            <a:avLst/>
          </a:prstGeom>
        </p:spPr>
      </p:pic>
      <p:pic>
        <p:nvPicPr>
          <p:cNvPr id="17" name="Imagen 16">
            <a:extLst>
              <a:ext uri="{FF2B5EF4-FFF2-40B4-BE49-F238E27FC236}">
                <a16:creationId xmlns:a16="http://schemas.microsoft.com/office/drawing/2014/main" id="{98368D61-59FB-5FA1-B2EB-01C261991525}"/>
              </a:ext>
            </a:extLst>
          </p:cNvPr>
          <p:cNvPicPr>
            <a:picLocks noChangeAspect="1"/>
          </p:cNvPicPr>
          <p:nvPr/>
        </p:nvPicPr>
        <p:blipFill>
          <a:blip r:embed="rId6"/>
          <a:stretch>
            <a:fillRect/>
          </a:stretch>
        </p:blipFill>
        <p:spPr>
          <a:xfrm>
            <a:off x="595131" y="4971605"/>
            <a:ext cx="3745095" cy="1690929"/>
          </a:xfrm>
          <a:prstGeom prst="rect">
            <a:avLst/>
          </a:prstGeom>
        </p:spPr>
      </p:pic>
      <p:pic>
        <p:nvPicPr>
          <p:cNvPr id="15" name="Imagen 14">
            <a:extLst>
              <a:ext uri="{FF2B5EF4-FFF2-40B4-BE49-F238E27FC236}">
                <a16:creationId xmlns:a16="http://schemas.microsoft.com/office/drawing/2014/main" id="{FBD34EA2-622E-DDEC-FBBC-822E9EBCFA11}"/>
              </a:ext>
            </a:extLst>
          </p:cNvPr>
          <p:cNvPicPr>
            <a:picLocks noChangeAspect="1"/>
          </p:cNvPicPr>
          <p:nvPr/>
        </p:nvPicPr>
        <p:blipFill>
          <a:blip r:embed="rId7"/>
          <a:stretch>
            <a:fillRect/>
          </a:stretch>
        </p:blipFill>
        <p:spPr>
          <a:xfrm>
            <a:off x="634861" y="3266989"/>
            <a:ext cx="3729541" cy="1697584"/>
          </a:xfrm>
          <a:prstGeom prst="rect">
            <a:avLst/>
          </a:prstGeom>
        </p:spPr>
      </p:pic>
      <p:pic>
        <p:nvPicPr>
          <p:cNvPr id="13" name="Imagen 12">
            <a:extLst>
              <a:ext uri="{FF2B5EF4-FFF2-40B4-BE49-F238E27FC236}">
                <a16:creationId xmlns:a16="http://schemas.microsoft.com/office/drawing/2014/main" id="{9D28DAC7-7DB2-72D2-FCA2-5CC0E0D94B17}"/>
              </a:ext>
            </a:extLst>
          </p:cNvPr>
          <p:cNvPicPr>
            <a:picLocks noChangeAspect="1"/>
          </p:cNvPicPr>
          <p:nvPr/>
        </p:nvPicPr>
        <p:blipFill>
          <a:blip r:embed="rId8"/>
          <a:stretch>
            <a:fillRect/>
          </a:stretch>
        </p:blipFill>
        <p:spPr>
          <a:xfrm>
            <a:off x="524736" y="1127783"/>
            <a:ext cx="3893530" cy="1723366"/>
          </a:xfrm>
          <a:prstGeom prst="rect">
            <a:avLst/>
          </a:prstGeom>
        </p:spPr>
      </p:pic>
      <p:sp>
        <p:nvSpPr>
          <p:cNvPr id="9" name="CuadroTexto 8">
            <a:extLst>
              <a:ext uri="{FF2B5EF4-FFF2-40B4-BE49-F238E27FC236}">
                <a16:creationId xmlns:a16="http://schemas.microsoft.com/office/drawing/2014/main" id="{1330C399-C72A-9DF2-3380-03F623DD835F}"/>
              </a:ext>
            </a:extLst>
          </p:cNvPr>
          <p:cNvSpPr txBox="1"/>
          <p:nvPr/>
        </p:nvSpPr>
        <p:spPr>
          <a:xfrm>
            <a:off x="63948" y="942232"/>
            <a:ext cx="1149470" cy="400110"/>
          </a:xfrm>
          <a:prstGeom prst="rect">
            <a:avLst/>
          </a:prstGeom>
          <a:noFill/>
        </p:spPr>
        <p:txBody>
          <a:bodyPr wrap="square">
            <a:spAutoFit/>
          </a:bodyPr>
          <a:lstStyle/>
          <a:p>
            <a:r>
              <a:rPr lang="es-ES" sz="2000" b="1" i="1" dirty="0">
                <a:latin typeface="Amasis MT Pro" panose="02040504050005020304" pitchFamily="18" charset="0"/>
              </a:rPr>
              <a:t>Clase-1</a:t>
            </a:r>
            <a:endParaRPr lang="es-ES" sz="2000" dirty="0"/>
          </a:p>
        </p:txBody>
      </p:sp>
      <p:sp>
        <p:nvSpPr>
          <p:cNvPr id="18" name="CuadroTexto 17">
            <a:extLst>
              <a:ext uri="{FF2B5EF4-FFF2-40B4-BE49-F238E27FC236}">
                <a16:creationId xmlns:a16="http://schemas.microsoft.com/office/drawing/2014/main" id="{E0663A59-3AAB-4B48-77BA-42FBB98FB6F4}"/>
              </a:ext>
            </a:extLst>
          </p:cNvPr>
          <p:cNvSpPr txBox="1"/>
          <p:nvPr/>
        </p:nvSpPr>
        <p:spPr>
          <a:xfrm>
            <a:off x="139832" y="3233116"/>
            <a:ext cx="1046900" cy="400110"/>
          </a:xfrm>
          <a:prstGeom prst="rect">
            <a:avLst/>
          </a:prstGeom>
          <a:noFill/>
        </p:spPr>
        <p:txBody>
          <a:bodyPr wrap="square">
            <a:spAutoFit/>
          </a:bodyPr>
          <a:lstStyle/>
          <a:p>
            <a:r>
              <a:rPr lang="es-ES" sz="2000" b="1" i="1" dirty="0">
                <a:latin typeface="Amasis MT Pro" panose="02040504050005020304" pitchFamily="18" charset="0"/>
              </a:rPr>
              <a:t>Clase-2</a:t>
            </a:r>
            <a:endParaRPr lang="es-ES" sz="2000" dirty="0"/>
          </a:p>
        </p:txBody>
      </p:sp>
      <p:sp>
        <p:nvSpPr>
          <p:cNvPr id="22" name="CuadroTexto 21">
            <a:extLst>
              <a:ext uri="{FF2B5EF4-FFF2-40B4-BE49-F238E27FC236}">
                <a16:creationId xmlns:a16="http://schemas.microsoft.com/office/drawing/2014/main" id="{4958A468-CE2D-B643-6101-5573984925CF}"/>
              </a:ext>
            </a:extLst>
          </p:cNvPr>
          <p:cNvSpPr txBox="1"/>
          <p:nvPr/>
        </p:nvSpPr>
        <p:spPr>
          <a:xfrm>
            <a:off x="0" y="3884948"/>
            <a:ext cx="664499" cy="461665"/>
          </a:xfrm>
          <a:prstGeom prst="rect">
            <a:avLst/>
          </a:prstGeom>
          <a:noFill/>
        </p:spPr>
        <p:txBody>
          <a:bodyPr wrap="square">
            <a:spAutoFit/>
          </a:bodyPr>
          <a:lstStyle/>
          <a:p>
            <a:pPr algn="ctr"/>
            <a:r>
              <a:rPr lang="es-ES" sz="2400" b="1" i="1" dirty="0">
                <a:latin typeface="Amasis MT Pro" panose="02040504050005020304" pitchFamily="18" charset="0"/>
              </a:rPr>
              <a:t>LP</a:t>
            </a:r>
            <a:endParaRPr lang="es-ES" sz="2400" dirty="0"/>
          </a:p>
        </p:txBody>
      </p:sp>
      <p:sp>
        <p:nvSpPr>
          <p:cNvPr id="23" name="CuadroTexto 22">
            <a:extLst>
              <a:ext uri="{FF2B5EF4-FFF2-40B4-BE49-F238E27FC236}">
                <a16:creationId xmlns:a16="http://schemas.microsoft.com/office/drawing/2014/main" id="{77B5BCA4-3CE7-C8A1-F41A-B2B5E4374905}"/>
              </a:ext>
            </a:extLst>
          </p:cNvPr>
          <p:cNvSpPr txBox="1"/>
          <p:nvPr/>
        </p:nvSpPr>
        <p:spPr>
          <a:xfrm>
            <a:off x="-39610" y="5586236"/>
            <a:ext cx="704109" cy="461665"/>
          </a:xfrm>
          <a:prstGeom prst="rect">
            <a:avLst/>
          </a:prstGeom>
          <a:noFill/>
        </p:spPr>
        <p:txBody>
          <a:bodyPr wrap="square">
            <a:spAutoFit/>
          </a:bodyPr>
          <a:lstStyle/>
          <a:p>
            <a:pPr algn="ctr"/>
            <a:r>
              <a:rPr lang="es-ES" sz="2400" b="1" i="1" dirty="0">
                <a:latin typeface="Amasis MT Pro" panose="02040504050005020304" pitchFamily="18" charset="0"/>
              </a:rPr>
              <a:t>HP</a:t>
            </a:r>
            <a:endParaRPr lang="es-ES" sz="2400" dirty="0"/>
          </a:p>
        </p:txBody>
      </p:sp>
      <p:sp>
        <p:nvSpPr>
          <p:cNvPr id="26" name="CuadroTexto 25">
            <a:extLst>
              <a:ext uri="{FF2B5EF4-FFF2-40B4-BE49-F238E27FC236}">
                <a16:creationId xmlns:a16="http://schemas.microsoft.com/office/drawing/2014/main" id="{3EEDF7B0-B38A-20AD-2106-A4740F80A57F}"/>
              </a:ext>
            </a:extLst>
          </p:cNvPr>
          <p:cNvSpPr txBox="1"/>
          <p:nvPr/>
        </p:nvSpPr>
        <p:spPr>
          <a:xfrm>
            <a:off x="4569152" y="4873727"/>
            <a:ext cx="1087907" cy="400110"/>
          </a:xfrm>
          <a:prstGeom prst="rect">
            <a:avLst/>
          </a:prstGeom>
          <a:noFill/>
        </p:spPr>
        <p:txBody>
          <a:bodyPr wrap="square">
            <a:spAutoFit/>
          </a:bodyPr>
          <a:lstStyle/>
          <a:p>
            <a:pPr algn="r"/>
            <a:r>
              <a:rPr lang="es-ES" sz="2000" b="1" i="1" dirty="0">
                <a:latin typeface="Amasis MT Pro" panose="02040504050005020304" pitchFamily="18" charset="0"/>
              </a:rPr>
              <a:t>Clase-4</a:t>
            </a:r>
            <a:endParaRPr lang="es-ES" sz="2000" dirty="0"/>
          </a:p>
        </p:txBody>
      </p:sp>
      <p:sp>
        <p:nvSpPr>
          <p:cNvPr id="30" name="CuadroTexto 29">
            <a:extLst>
              <a:ext uri="{FF2B5EF4-FFF2-40B4-BE49-F238E27FC236}">
                <a16:creationId xmlns:a16="http://schemas.microsoft.com/office/drawing/2014/main" id="{0EA2E83F-7AE3-CD58-A188-EE3A7FA84F93}"/>
              </a:ext>
            </a:extLst>
          </p:cNvPr>
          <p:cNvSpPr txBox="1"/>
          <p:nvPr/>
        </p:nvSpPr>
        <p:spPr>
          <a:xfrm>
            <a:off x="8667868" y="1567121"/>
            <a:ext cx="362902" cy="523220"/>
          </a:xfrm>
          <a:prstGeom prst="rect">
            <a:avLst/>
          </a:prstGeom>
          <a:noFill/>
        </p:spPr>
        <p:txBody>
          <a:bodyPr wrap="square">
            <a:spAutoFit/>
          </a:bodyPr>
          <a:lstStyle/>
          <a:p>
            <a:pPr algn="ctr"/>
            <a:r>
              <a:rPr lang="es-ES" sz="2800" b="1" i="1" dirty="0">
                <a:latin typeface="Amasis MT Pro" panose="02040504050005020304" pitchFamily="18" charset="0"/>
              </a:rPr>
              <a:t>U</a:t>
            </a:r>
            <a:endParaRPr lang="es-ES" sz="2800" dirty="0"/>
          </a:p>
        </p:txBody>
      </p:sp>
      <p:sp>
        <p:nvSpPr>
          <p:cNvPr id="31" name="CuadroTexto 30">
            <a:extLst>
              <a:ext uri="{FF2B5EF4-FFF2-40B4-BE49-F238E27FC236}">
                <a16:creationId xmlns:a16="http://schemas.microsoft.com/office/drawing/2014/main" id="{7903A846-4304-8593-6588-4CFCB0FEC0DE}"/>
              </a:ext>
            </a:extLst>
          </p:cNvPr>
          <p:cNvSpPr txBox="1"/>
          <p:nvPr/>
        </p:nvSpPr>
        <p:spPr>
          <a:xfrm>
            <a:off x="8627792" y="3449517"/>
            <a:ext cx="443053" cy="523220"/>
          </a:xfrm>
          <a:prstGeom prst="rect">
            <a:avLst/>
          </a:prstGeom>
          <a:noFill/>
        </p:spPr>
        <p:txBody>
          <a:bodyPr wrap="square">
            <a:spAutoFit/>
          </a:bodyPr>
          <a:lstStyle/>
          <a:p>
            <a:pPr algn="ctr"/>
            <a:r>
              <a:rPr lang="es-ES" sz="2800" b="1" i="1" dirty="0">
                <a:latin typeface="Amasis MT Pro" panose="02040504050005020304" pitchFamily="18" charset="0"/>
              </a:rPr>
              <a:t>C</a:t>
            </a:r>
            <a:endParaRPr lang="es-ES" sz="2800" dirty="0"/>
          </a:p>
        </p:txBody>
      </p:sp>
      <p:sp>
        <p:nvSpPr>
          <p:cNvPr id="34" name="CuadroTexto 33">
            <a:extLst>
              <a:ext uri="{FF2B5EF4-FFF2-40B4-BE49-F238E27FC236}">
                <a16:creationId xmlns:a16="http://schemas.microsoft.com/office/drawing/2014/main" id="{478C9214-A3DC-A45F-C442-D51EBC4D55FC}"/>
              </a:ext>
            </a:extLst>
          </p:cNvPr>
          <p:cNvSpPr txBox="1"/>
          <p:nvPr/>
        </p:nvSpPr>
        <p:spPr>
          <a:xfrm>
            <a:off x="4575823" y="870336"/>
            <a:ext cx="1087908" cy="400110"/>
          </a:xfrm>
          <a:prstGeom prst="rect">
            <a:avLst/>
          </a:prstGeom>
          <a:noFill/>
        </p:spPr>
        <p:txBody>
          <a:bodyPr wrap="square">
            <a:spAutoFit/>
          </a:bodyPr>
          <a:lstStyle/>
          <a:p>
            <a:pPr algn="r"/>
            <a:r>
              <a:rPr lang="es-ES" sz="2000" b="1" i="1" dirty="0">
                <a:latin typeface="Amasis MT Pro" panose="02040504050005020304" pitchFamily="18" charset="0"/>
              </a:rPr>
              <a:t>Clase-3</a:t>
            </a:r>
            <a:endParaRPr lang="es-ES" sz="2000" dirty="0"/>
          </a:p>
        </p:txBody>
      </p:sp>
      <p:sp>
        <p:nvSpPr>
          <p:cNvPr id="16" name="CuadroTexto 15">
            <a:extLst>
              <a:ext uri="{FF2B5EF4-FFF2-40B4-BE49-F238E27FC236}">
                <a16:creationId xmlns:a16="http://schemas.microsoft.com/office/drawing/2014/main" id="{29698FC9-FCF3-B2D1-6BD7-C0D2C3B6E4B4}"/>
              </a:ext>
            </a:extLst>
          </p:cNvPr>
          <p:cNvSpPr txBox="1"/>
          <p:nvPr/>
        </p:nvSpPr>
        <p:spPr>
          <a:xfrm>
            <a:off x="-5694" y="0"/>
            <a:ext cx="9149693" cy="646331"/>
          </a:xfrm>
          <a:prstGeom prst="rect">
            <a:avLst/>
          </a:prstGeom>
          <a:noFill/>
        </p:spPr>
        <p:txBody>
          <a:bodyPr wrap="square" rtlCol="0">
            <a:spAutoFit/>
          </a:bodyPr>
          <a:lstStyle/>
          <a:p>
            <a:pPr algn="ctr"/>
            <a:r>
              <a:rPr lang="es-ES" sz="3600" b="1" dirty="0">
                <a:solidFill>
                  <a:srgbClr val="0070C0"/>
                </a:solidFill>
                <a:latin typeface="Amasis MT Pro Light" panose="02040304050005020304" pitchFamily="18" charset="0"/>
                <a:cs typeface="Adobe Devanagari" panose="02040503050201020203" pitchFamily="18" charset="0"/>
              </a:rPr>
              <a:t>Clasificación con la distancia de </a:t>
            </a:r>
            <a:r>
              <a:rPr lang="es-ES" sz="3600" b="1" dirty="0" err="1">
                <a:solidFill>
                  <a:srgbClr val="0070C0"/>
                </a:solidFill>
                <a:latin typeface="Amasis MT Pro Light" panose="02040304050005020304" pitchFamily="18" charset="0"/>
                <a:cs typeface="Adobe Devanagari" panose="02040503050201020203" pitchFamily="18" charset="0"/>
              </a:rPr>
              <a:t>Hamming</a:t>
            </a:r>
            <a:endParaRPr lang="es-ES" sz="3600" b="1" dirty="0">
              <a:solidFill>
                <a:srgbClr val="0070C0"/>
              </a:solidFill>
              <a:latin typeface="Amasis MT Pro Light" panose="02040304050005020304" pitchFamily="18" charset="0"/>
              <a:cs typeface="Adobe Devanagari" panose="02040503050201020203" pitchFamily="18" charset="0"/>
            </a:endParaRPr>
          </a:p>
        </p:txBody>
      </p:sp>
      <p:sp>
        <p:nvSpPr>
          <p:cNvPr id="5" name="Rectángulo 4">
            <a:extLst>
              <a:ext uri="{FF2B5EF4-FFF2-40B4-BE49-F238E27FC236}">
                <a16:creationId xmlns:a16="http://schemas.microsoft.com/office/drawing/2014/main" id="{F6E5AB84-CC0C-5EA9-2F3B-E94119B1A9F9}"/>
              </a:ext>
            </a:extLst>
          </p:cNvPr>
          <p:cNvSpPr/>
          <p:nvPr/>
        </p:nvSpPr>
        <p:spPr>
          <a:xfrm>
            <a:off x="26219" y="897033"/>
            <a:ext cx="4545782" cy="211296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29889696-AA27-54B3-ACBA-39862713E429}"/>
              </a:ext>
            </a:extLst>
          </p:cNvPr>
          <p:cNvSpPr/>
          <p:nvPr/>
        </p:nvSpPr>
        <p:spPr>
          <a:xfrm>
            <a:off x="22395" y="3010002"/>
            <a:ext cx="4549605" cy="384799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031EA789-CE49-DA6B-852C-2CF4F9A92DF0}"/>
              </a:ext>
            </a:extLst>
          </p:cNvPr>
          <p:cNvSpPr/>
          <p:nvPr/>
        </p:nvSpPr>
        <p:spPr>
          <a:xfrm>
            <a:off x="4574848" y="901559"/>
            <a:ext cx="4542934" cy="384799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B906408A-34A2-38B2-CAFB-7B5A916C84A0}"/>
              </a:ext>
            </a:extLst>
          </p:cNvPr>
          <p:cNvSpPr/>
          <p:nvPr/>
        </p:nvSpPr>
        <p:spPr>
          <a:xfrm>
            <a:off x="4572000" y="4742107"/>
            <a:ext cx="4549604" cy="2115893"/>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19">
            <a:extLst>
              <a:ext uri="{FF2B5EF4-FFF2-40B4-BE49-F238E27FC236}">
                <a16:creationId xmlns:a16="http://schemas.microsoft.com/office/drawing/2014/main" id="{6B2E0F96-B94B-76CD-7F71-CFC1E48B8572}"/>
              </a:ext>
            </a:extLst>
          </p:cNvPr>
          <p:cNvSpPr/>
          <p:nvPr/>
        </p:nvSpPr>
        <p:spPr>
          <a:xfrm>
            <a:off x="5251450" y="2851150"/>
            <a:ext cx="107950" cy="1811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a:extLst>
              <a:ext uri="{FF2B5EF4-FFF2-40B4-BE49-F238E27FC236}">
                <a16:creationId xmlns:a16="http://schemas.microsoft.com/office/drawing/2014/main" id="{11D69AE1-57DD-F1E0-269C-F59B91DAD0E7}"/>
              </a:ext>
            </a:extLst>
          </p:cNvPr>
          <p:cNvSpPr/>
          <p:nvPr/>
        </p:nvSpPr>
        <p:spPr>
          <a:xfrm>
            <a:off x="933450" y="6448448"/>
            <a:ext cx="107950" cy="1811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5CB4B2E5-278F-89E2-3799-7040D498AD8A}"/>
              </a:ext>
            </a:extLst>
          </p:cNvPr>
          <p:cNvSpPr txBox="1"/>
          <p:nvPr/>
        </p:nvSpPr>
        <p:spPr>
          <a:xfrm>
            <a:off x="8667868" y="5501444"/>
            <a:ext cx="362902" cy="523220"/>
          </a:xfrm>
          <a:prstGeom prst="rect">
            <a:avLst/>
          </a:prstGeom>
          <a:noFill/>
        </p:spPr>
        <p:txBody>
          <a:bodyPr wrap="square">
            <a:spAutoFit/>
          </a:bodyPr>
          <a:lstStyle/>
          <a:p>
            <a:pPr algn="ctr"/>
            <a:r>
              <a:rPr lang="es-ES" sz="2800" b="1" i="1" dirty="0">
                <a:latin typeface="Amasis MT Pro" panose="02040504050005020304" pitchFamily="18" charset="0"/>
              </a:rPr>
              <a:t>T</a:t>
            </a:r>
            <a:endParaRPr lang="es-ES" sz="2800" dirty="0"/>
          </a:p>
        </p:txBody>
      </p:sp>
      <p:sp>
        <p:nvSpPr>
          <p:cNvPr id="10" name="CuadroTexto 9">
            <a:extLst>
              <a:ext uri="{FF2B5EF4-FFF2-40B4-BE49-F238E27FC236}">
                <a16:creationId xmlns:a16="http://schemas.microsoft.com/office/drawing/2014/main" id="{1B7D65B6-E0CD-3868-5645-FF34EE9DC7CC}"/>
              </a:ext>
            </a:extLst>
          </p:cNvPr>
          <p:cNvSpPr txBox="1"/>
          <p:nvPr/>
        </p:nvSpPr>
        <p:spPr>
          <a:xfrm>
            <a:off x="127940" y="1727856"/>
            <a:ext cx="362902" cy="523220"/>
          </a:xfrm>
          <a:prstGeom prst="rect">
            <a:avLst/>
          </a:prstGeom>
          <a:noFill/>
        </p:spPr>
        <p:txBody>
          <a:bodyPr wrap="square">
            <a:spAutoFit/>
          </a:bodyPr>
          <a:lstStyle/>
          <a:p>
            <a:pPr algn="ctr"/>
            <a:r>
              <a:rPr lang="es-ES" sz="2800" b="1" i="1" dirty="0">
                <a:latin typeface="Amasis MT Pro" panose="02040504050005020304" pitchFamily="18" charset="0"/>
              </a:rPr>
              <a:t>1</a:t>
            </a:r>
            <a:endParaRPr lang="es-ES" sz="2800" dirty="0"/>
          </a:p>
        </p:txBody>
      </p:sp>
    </p:spTree>
    <p:extLst>
      <p:ext uri="{BB962C8B-B14F-4D97-AF65-F5344CB8AC3E}">
        <p14:creationId xmlns:p14="http://schemas.microsoft.com/office/powerpoint/2010/main" val="313911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P spid="22" grpId="0"/>
      <p:bldP spid="23" grpId="0"/>
      <p:bldP spid="26" grpId="0"/>
      <p:bldP spid="30" grpId="0"/>
      <p:bldP spid="31" grpId="0"/>
      <p:bldP spid="34" grpId="0"/>
      <p:bldP spid="5" grpId="0" animBg="1"/>
      <p:bldP spid="6" grpId="0" animBg="1"/>
      <p:bldP spid="7" grpId="0" animBg="1"/>
      <p:bldP spid="8" grpId="0" animBg="1"/>
      <p:bldP spid="3"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53F2E64F-7257-484C-AFB4-E1A8D6BF4514}"/>
              </a:ext>
            </a:extLst>
          </p:cNvPr>
          <p:cNvSpPr txBox="1"/>
          <p:nvPr/>
        </p:nvSpPr>
        <p:spPr>
          <a:xfrm>
            <a:off x="1219753" y="1457273"/>
            <a:ext cx="2132494" cy="584775"/>
          </a:xfrm>
          <a:prstGeom prst="rect">
            <a:avLst/>
          </a:prstGeom>
          <a:noFill/>
        </p:spPr>
        <p:txBody>
          <a:bodyPr wrap="square" rtlCol="0">
            <a:spAutoFit/>
          </a:bodyPr>
          <a:lstStyle/>
          <a:p>
            <a:pPr algn="ctr"/>
            <a:r>
              <a:rPr lang="es-ES" sz="3200" b="1" i="1" dirty="0">
                <a:latin typeface="Amasis MT Pro" panose="02040504050005020304" pitchFamily="18" charset="0"/>
              </a:rPr>
              <a:t>Regla-90</a:t>
            </a:r>
          </a:p>
        </p:txBody>
      </p:sp>
      <p:sp>
        <p:nvSpPr>
          <p:cNvPr id="9" name="CuadroTexto 8">
            <a:extLst>
              <a:ext uri="{FF2B5EF4-FFF2-40B4-BE49-F238E27FC236}">
                <a16:creationId xmlns:a16="http://schemas.microsoft.com/office/drawing/2014/main" id="{32A5BA75-B9D7-52FC-2766-C5177333BDE2}"/>
              </a:ext>
            </a:extLst>
          </p:cNvPr>
          <p:cNvSpPr txBox="1"/>
          <p:nvPr/>
        </p:nvSpPr>
        <p:spPr>
          <a:xfrm>
            <a:off x="3087520" y="1426494"/>
            <a:ext cx="7540960" cy="646331"/>
          </a:xfrm>
          <a:prstGeom prst="rect">
            <a:avLst/>
          </a:prstGeom>
          <a:noFill/>
        </p:spPr>
        <p:txBody>
          <a:bodyPr wrap="square" rtlCol="0">
            <a:spAutoFit/>
          </a:bodyPr>
          <a:lstStyle/>
          <a:p>
            <a:pPr algn="ctr"/>
            <a:r>
              <a:rPr lang="es-ES" sz="3600" b="1" i="1" dirty="0">
                <a:latin typeface="Amasis MT Pro" panose="02040504050005020304" pitchFamily="18" charset="0"/>
              </a:rPr>
              <a:t>Patrón de diferencia</a:t>
            </a:r>
          </a:p>
        </p:txBody>
      </p:sp>
      <p:sp>
        <p:nvSpPr>
          <p:cNvPr id="3" name="CuadroTexto 2">
            <a:extLst>
              <a:ext uri="{FF2B5EF4-FFF2-40B4-BE49-F238E27FC236}">
                <a16:creationId xmlns:a16="http://schemas.microsoft.com/office/drawing/2014/main" id="{01CAEFF2-701C-E628-F2E1-725B6831E5CE}"/>
              </a:ext>
            </a:extLst>
          </p:cNvPr>
          <p:cNvSpPr txBox="1"/>
          <p:nvPr/>
        </p:nvSpPr>
        <p:spPr>
          <a:xfrm>
            <a:off x="-5694" y="0"/>
            <a:ext cx="9149693" cy="1107996"/>
          </a:xfrm>
          <a:prstGeom prst="rect">
            <a:avLst/>
          </a:prstGeom>
          <a:noFill/>
        </p:spPr>
        <p:txBody>
          <a:bodyPr wrap="square" rtlCol="0">
            <a:spAutoFit/>
          </a:bodyPr>
          <a:lstStyle/>
          <a:p>
            <a:pPr algn="ctr"/>
            <a:r>
              <a:rPr lang="es-ES" sz="6600" b="1" dirty="0">
                <a:solidFill>
                  <a:srgbClr val="0070C0"/>
                </a:solidFill>
                <a:latin typeface="Amasis MT Pro Light" panose="02040304050005020304" pitchFamily="18" charset="0"/>
                <a:cs typeface="Adobe Devanagari" panose="02040503050201020203" pitchFamily="18" charset="0"/>
              </a:rPr>
              <a:t>Subclase U: </a:t>
            </a:r>
            <a:r>
              <a:rPr lang="es-ES" sz="6600" b="1" dirty="0" err="1">
                <a:solidFill>
                  <a:srgbClr val="0070C0"/>
                </a:solidFill>
                <a:latin typeface="Amasis MT Pro Light" panose="02040304050005020304" pitchFamily="18" charset="0"/>
                <a:cs typeface="Adobe Devanagari" panose="02040503050201020203" pitchFamily="18" charset="0"/>
              </a:rPr>
              <a:t>Fractalidad</a:t>
            </a:r>
            <a:endParaRPr lang="es-ES" sz="8000" b="1" dirty="0">
              <a:solidFill>
                <a:srgbClr val="0070C0"/>
              </a:solidFill>
              <a:latin typeface="Amasis MT Pro Light" panose="02040304050005020304" pitchFamily="18" charset="0"/>
              <a:cs typeface="Adobe Devanagari" panose="02040503050201020203" pitchFamily="18" charset="0"/>
            </a:endParaRPr>
          </a:p>
        </p:txBody>
      </p:sp>
      <p:pic>
        <p:nvPicPr>
          <p:cNvPr id="6" name="Imagen 5" descr="Forma&#10;&#10;El contenido generado por IA puede ser incorrecto.">
            <a:extLst>
              <a:ext uri="{FF2B5EF4-FFF2-40B4-BE49-F238E27FC236}">
                <a16:creationId xmlns:a16="http://schemas.microsoft.com/office/drawing/2014/main" id="{6E851F79-1695-F01D-BE5E-2845A9574D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1977269"/>
            <a:ext cx="4571998" cy="4571998"/>
          </a:xfrm>
          <a:prstGeom prst="rect">
            <a:avLst/>
          </a:prstGeom>
        </p:spPr>
      </p:pic>
      <p:pic>
        <p:nvPicPr>
          <p:cNvPr id="11" name="Imagen 10" descr="Forma&#10;&#10;El contenido generado por IA puede ser incorrecto.">
            <a:extLst>
              <a:ext uri="{FF2B5EF4-FFF2-40B4-BE49-F238E27FC236}">
                <a16:creationId xmlns:a16="http://schemas.microsoft.com/office/drawing/2014/main" id="{CD80679F-C3F8-82D5-5329-A629B504C8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98" y="1977269"/>
            <a:ext cx="4571998" cy="4571998"/>
          </a:xfrm>
          <a:prstGeom prst="rect">
            <a:avLst/>
          </a:prstGeom>
        </p:spPr>
      </p:pic>
      <p:sp>
        <p:nvSpPr>
          <p:cNvPr id="5" name="Marcador de número de diapositiva 4">
            <a:extLst>
              <a:ext uri="{FF2B5EF4-FFF2-40B4-BE49-F238E27FC236}">
                <a16:creationId xmlns:a16="http://schemas.microsoft.com/office/drawing/2014/main" id="{D9DC5AF6-6D3F-074C-66A1-04291384C2D0}"/>
              </a:ext>
            </a:extLst>
          </p:cNvPr>
          <p:cNvSpPr>
            <a:spLocks noGrp="1"/>
          </p:cNvSpPr>
          <p:nvPr>
            <p:ph type="sldNum" sz="quarter" idx="12"/>
          </p:nvPr>
        </p:nvSpPr>
        <p:spPr>
          <a:xfrm>
            <a:off x="7470588" y="6492875"/>
            <a:ext cx="1575440" cy="365125"/>
          </a:xfrm>
        </p:spPr>
        <p:txBody>
          <a:bodyPr/>
          <a:lstStyle/>
          <a:p>
            <a:fld id="{CC057153-B650-4DEB-B370-79DDCFDCE934}" type="slidenum">
              <a:rPr lang="en-US" smtClean="0"/>
              <a:pPr/>
              <a:t>29</a:t>
            </a:fld>
            <a:r>
              <a:rPr lang="en-US" dirty="0"/>
              <a:t> / 57</a:t>
            </a:r>
          </a:p>
        </p:txBody>
      </p:sp>
    </p:spTree>
    <p:extLst>
      <p:ext uri="{BB962C8B-B14F-4D97-AF65-F5344CB8AC3E}">
        <p14:creationId xmlns:p14="http://schemas.microsoft.com/office/powerpoint/2010/main" val="1378743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Gráfico, Calendario, Gráfico de dispersión&#10;&#10;El contenido generado por IA puede ser incorrecto.">
            <a:extLst>
              <a:ext uri="{FF2B5EF4-FFF2-40B4-BE49-F238E27FC236}">
                <a16:creationId xmlns:a16="http://schemas.microsoft.com/office/drawing/2014/main" id="{368F81E6-D4DB-A954-B98E-0B5EC8BE0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4" y="642732"/>
            <a:ext cx="9263094" cy="6175395"/>
          </a:xfrm>
          <a:prstGeom prst="rect">
            <a:avLst/>
          </a:prstGeom>
        </p:spPr>
      </p:pic>
      <p:sp>
        <p:nvSpPr>
          <p:cNvPr id="12" name="CuadroTexto 11">
            <a:extLst>
              <a:ext uri="{FF2B5EF4-FFF2-40B4-BE49-F238E27FC236}">
                <a16:creationId xmlns:a16="http://schemas.microsoft.com/office/drawing/2014/main" id="{82053333-3092-EE06-F722-7F410810B987}"/>
              </a:ext>
            </a:extLst>
          </p:cNvPr>
          <p:cNvSpPr txBox="1"/>
          <p:nvPr/>
        </p:nvSpPr>
        <p:spPr>
          <a:xfrm>
            <a:off x="-5694" y="0"/>
            <a:ext cx="9149693" cy="646331"/>
          </a:xfrm>
          <a:prstGeom prst="rect">
            <a:avLst/>
          </a:prstGeom>
          <a:noFill/>
        </p:spPr>
        <p:txBody>
          <a:bodyPr wrap="square" rtlCol="0">
            <a:spAutoFit/>
          </a:bodyPr>
          <a:lstStyle/>
          <a:p>
            <a:pPr algn="ctr"/>
            <a:r>
              <a:rPr lang="es-ES" sz="3600" b="1" dirty="0">
                <a:solidFill>
                  <a:srgbClr val="0070C0"/>
                </a:solidFill>
                <a:latin typeface="Amasis MT Pro Light" panose="02040304050005020304" pitchFamily="18" charset="0"/>
                <a:cs typeface="Adobe Devanagari" panose="02040503050201020203" pitchFamily="18" charset="0"/>
              </a:rPr>
              <a:t>Clasificación con la distancia de </a:t>
            </a:r>
            <a:r>
              <a:rPr lang="es-ES" sz="3600" b="1" dirty="0" err="1">
                <a:solidFill>
                  <a:srgbClr val="0070C0"/>
                </a:solidFill>
                <a:latin typeface="Amasis MT Pro Light" panose="02040304050005020304" pitchFamily="18" charset="0"/>
                <a:cs typeface="Adobe Devanagari" panose="02040503050201020203" pitchFamily="18" charset="0"/>
              </a:rPr>
              <a:t>Hamming</a:t>
            </a:r>
            <a:endParaRPr lang="es-ES" sz="3600" b="1" dirty="0">
              <a:solidFill>
                <a:srgbClr val="0070C0"/>
              </a:solidFill>
              <a:latin typeface="Amasis MT Pro Light" panose="02040304050005020304" pitchFamily="18" charset="0"/>
              <a:cs typeface="Adobe Devanagari" panose="02040503050201020203" pitchFamily="18" charset="0"/>
            </a:endParaRPr>
          </a:p>
        </p:txBody>
      </p:sp>
      <p:sp>
        <p:nvSpPr>
          <p:cNvPr id="4" name="CuadroTexto 3">
            <a:extLst>
              <a:ext uri="{FF2B5EF4-FFF2-40B4-BE49-F238E27FC236}">
                <a16:creationId xmlns:a16="http://schemas.microsoft.com/office/drawing/2014/main" id="{FF630CAD-AA02-E503-3EFB-FA79FCEE329D}"/>
              </a:ext>
            </a:extLst>
          </p:cNvPr>
          <p:cNvSpPr txBox="1"/>
          <p:nvPr/>
        </p:nvSpPr>
        <p:spPr>
          <a:xfrm>
            <a:off x="3525848" y="1505086"/>
            <a:ext cx="768829" cy="523220"/>
          </a:xfrm>
          <a:prstGeom prst="rect">
            <a:avLst/>
          </a:prstGeom>
          <a:noFill/>
        </p:spPr>
        <p:txBody>
          <a:bodyPr wrap="square" rtlCol="0">
            <a:spAutoFit/>
          </a:bodyPr>
          <a:lstStyle/>
          <a:p>
            <a:pPr algn="ctr"/>
            <a:r>
              <a:rPr lang="es-ES" sz="2800" b="1" i="1" dirty="0">
                <a:latin typeface="Amasis MT Pro" panose="02040504050005020304" pitchFamily="18" charset="0"/>
              </a:rPr>
              <a:t>106</a:t>
            </a:r>
          </a:p>
        </p:txBody>
      </p:sp>
      <p:sp>
        <p:nvSpPr>
          <p:cNvPr id="5" name="CuadroTexto 4">
            <a:extLst>
              <a:ext uri="{FF2B5EF4-FFF2-40B4-BE49-F238E27FC236}">
                <a16:creationId xmlns:a16="http://schemas.microsoft.com/office/drawing/2014/main" id="{DD9D092D-8EA1-16EE-3B45-5D3066A9EEE8}"/>
              </a:ext>
            </a:extLst>
          </p:cNvPr>
          <p:cNvSpPr txBox="1"/>
          <p:nvPr/>
        </p:nvSpPr>
        <p:spPr>
          <a:xfrm>
            <a:off x="3290538" y="707886"/>
            <a:ext cx="619725" cy="523220"/>
          </a:xfrm>
          <a:prstGeom prst="rect">
            <a:avLst/>
          </a:prstGeom>
          <a:noFill/>
        </p:spPr>
        <p:txBody>
          <a:bodyPr wrap="square" rtlCol="0">
            <a:spAutoFit/>
          </a:bodyPr>
          <a:lstStyle/>
          <a:p>
            <a:pPr algn="ctr"/>
            <a:r>
              <a:rPr lang="es-ES" sz="2800" b="1" i="1" dirty="0">
                <a:latin typeface="Amasis MT Pro" panose="02040504050005020304" pitchFamily="18" charset="0"/>
              </a:rPr>
              <a:t>73</a:t>
            </a:r>
          </a:p>
        </p:txBody>
      </p:sp>
      <p:sp>
        <p:nvSpPr>
          <p:cNvPr id="7" name="Marcador de número de diapositiva 6">
            <a:extLst>
              <a:ext uri="{FF2B5EF4-FFF2-40B4-BE49-F238E27FC236}">
                <a16:creationId xmlns:a16="http://schemas.microsoft.com/office/drawing/2014/main" id="{50AA1A53-C548-1E91-0ACA-BBCC1D5D29FD}"/>
              </a:ext>
            </a:extLst>
          </p:cNvPr>
          <p:cNvSpPr>
            <a:spLocks noGrp="1"/>
          </p:cNvSpPr>
          <p:nvPr>
            <p:ph type="sldNum" sz="quarter" idx="12"/>
          </p:nvPr>
        </p:nvSpPr>
        <p:spPr/>
        <p:txBody>
          <a:bodyPr/>
          <a:lstStyle/>
          <a:p>
            <a:fld id="{CC057153-B650-4DEB-B370-79DDCFDCE934}" type="slidenum">
              <a:rPr lang="en-US" smtClean="0"/>
              <a:pPr/>
              <a:t>30</a:t>
            </a:fld>
            <a:r>
              <a:rPr lang="en-US"/>
              <a:t> / 57</a:t>
            </a:r>
            <a:endParaRPr lang="en-US" dirty="0"/>
          </a:p>
        </p:txBody>
      </p:sp>
    </p:spTree>
    <p:extLst>
      <p:ext uri="{BB962C8B-B14F-4D97-AF65-F5344CB8AC3E}">
        <p14:creationId xmlns:p14="http://schemas.microsoft.com/office/powerpoint/2010/main" val="3903438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5BA463A2-B5A3-B305-1E2A-9B38ECEA623E}"/>
              </a:ext>
            </a:extLst>
          </p:cNvPr>
          <p:cNvSpPr txBox="1"/>
          <p:nvPr/>
        </p:nvSpPr>
        <p:spPr>
          <a:xfrm>
            <a:off x="1360760" y="506465"/>
            <a:ext cx="1858689" cy="523220"/>
          </a:xfrm>
          <a:prstGeom prst="rect">
            <a:avLst/>
          </a:prstGeom>
          <a:noFill/>
        </p:spPr>
        <p:txBody>
          <a:bodyPr wrap="square" rtlCol="0">
            <a:spAutoFit/>
          </a:bodyPr>
          <a:lstStyle/>
          <a:p>
            <a:pPr algn="ctr"/>
            <a:r>
              <a:rPr lang="es-ES" sz="2800" b="1" i="1" dirty="0">
                <a:latin typeface="Amasis MT Pro" panose="02040504050005020304" pitchFamily="18" charset="0"/>
              </a:rPr>
              <a:t>Regla-106</a:t>
            </a:r>
          </a:p>
        </p:txBody>
      </p:sp>
      <p:pic>
        <p:nvPicPr>
          <p:cNvPr id="13" name="Imagen 12" descr="Imagen que contiene computadora&#10;&#10;El contenido generado por IA puede ser incorrecto.">
            <a:extLst>
              <a:ext uri="{FF2B5EF4-FFF2-40B4-BE49-F238E27FC236}">
                <a16:creationId xmlns:a16="http://schemas.microsoft.com/office/drawing/2014/main" id="{F5664793-4757-F56B-637B-1C97D106BB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8607" y="986660"/>
            <a:ext cx="3443473" cy="5199643"/>
          </a:xfrm>
          <a:prstGeom prst="rect">
            <a:avLst/>
          </a:prstGeom>
        </p:spPr>
      </p:pic>
      <p:pic>
        <p:nvPicPr>
          <p:cNvPr id="17" name="Imagen 16" descr="Patrón de fondo&#10;&#10;El contenido generado por IA puede ser incorrecto.">
            <a:extLst>
              <a:ext uri="{FF2B5EF4-FFF2-40B4-BE49-F238E27FC236}">
                <a16:creationId xmlns:a16="http://schemas.microsoft.com/office/drawing/2014/main" id="{052A81A8-71EE-775A-37AE-189D9C227C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363" y="986661"/>
            <a:ext cx="3443473" cy="5199642"/>
          </a:xfrm>
          <a:prstGeom prst="rect">
            <a:avLst/>
          </a:prstGeom>
        </p:spPr>
      </p:pic>
      <p:sp>
        <p:nvSpPr>
          <p:cNvPr id="18" name="CuadroTexto 17">
            <a:extLst>
              <a:ext uri="{FF2B5EF4-FFF2-40B4-BE49-F238E27FC236}">
                <a16:creationId xmlns:a16="http://schemas.microsoft.com/office/drawing/2014/main" id="{2E3D20EB-07CC-2B79-5482-37D0AD1B8C35}"/>
              </a:ext>
            </a:extLst>
          </p:cNvPr>
          <p:cNvSpPr txBox="1"/>
          <p:nvPr/>
        </p:nvSpPr>
        <p:spPr>
          <a:xfrm>
            <a:off x="5866269" y="501855"/>
            <a:ext cx="1968148" cy="523220"/>
          </a:xfrm>
          <a:prstGeom prst="rect">
            <a:avLst/>
          </a:prstGeom>
          <a:noFill/>
        </p:spPr>
        <p:txBody>
          <a:bodyPr wrap="square" rtlCol="0">
            <a:spAutoFit/>
          </a:bodyPr>
          <a:lstStyle/>
          <a:p>
            <a:pPr algn="ctr"/>
            <a:r>
              <a:rPr lang="es-ES" sz="2800" b="1" i="1" dirty="0">
                <a:latin typeface="Amasis MT Pro" panose="02040504050005020304" pitchFamily="18" charset="0"/>
              </a:rPr>
              <a:t>Regla-73</a:t>
            </a:r>
          </a:p>
        </p:txBody>
      </p:sp>
      <p:sp>
        <p:nvSpPr>
          <p:cNvPr id="2" name="CuadroTexto 1">
            <a:extLst>
              <a:ext uri="{FF2B5EF4-FFF2-40B4-BE49-F238E27FC236}">
                <a16:creationId xmlns:a16="http://schemas.microsoft.com/office/drawing/2014/main" id="{69534154-5A9A-E9DD-C5FE-8D211F27200F}"/>
              </a:ext>
            </a:extLst>
          </p:cNvPr>
          <p:cNvSpPr txBox="1"/>
          <p:nvPr/>
        </p:nvSpPr>
        <p:spPr>
          <a:xfrm>
            <a:off x="-5694" y="0"/>
            <a:ext cx="9149693" cy="707886"/>
          </a:xfrm>
          <a:prstGeom prst="rect">
            <a:avLst/>
          </a:prstGeom>
          <a:noFill/>
        </p:spPr>
        <p:txBody>
          <a:bodyPr wrap="square" rtlCol="0">
            <a:spAutoFit/>
          </a:bodyPr>
          <a:lstStyle/>
          <a:p>
            <a:pPr algn="ctr"/>
            <a:r>
              <a:rPr lang="es-ES" sz="4000" b="1" dirty="0">
                <a:solidFill>
                  <a:srgbClr val="0070C0"/>
                </a:solidFill>
                <a:latin typeface="Amasis MT Pro Light" panose="02040304050005020304" pitchFamily="18" charset="0"/>
                <a:cs typeface="Adobe Devanagari" panose="02040503050201020203" pitchFamily="18" charset="0"/>
              </a:rPr>
              <a:t>Reglas mal tabuladas en </a:t>
            </a:r>
            <a:r>
              <a:rPr lang="es-ES" sz="4000" b="1" dirty="0" err="1">
                <a:solidFill>
                  <a:srgbClr val="0070C0"/>
                </a:solidFill>
                <a:latin typeface="Amasis MT Pro Light" panose="02040304050005020304" pitchFamily="18" charset="0"/>
                <a:cs typeface="Adobe Devanagari" panose="02040503050201020203" pitchFamily="18" charset="0"/>
              </a:rPr>
              <a:t>WolframAlpha</a:t>
            </a:r>
            <a:endParaRPr lang="es-ES" sz="4800" b="1" dirty="0">
              <a:solidFill>
                <a:srgbClr val="0070C0"/>
              </a:solidFill>
              <a:latin typeface="Amasis MT Pro Light" panose="02040304050005020304" pitchFamily="18" charset="0"/>
              <a:cs typeface="Adobe Devanagari" panose="02040503050201020203" pitchFamily="18" charset="0"/>
            </a:endParaRPr>
          </a:p>
        </p:txBody>
      </p:sp>
      <p:sp>
        <p:nvSpPr>
          <p:cNvPr id="5" name="Marcador de número de diapositiva 4">
            <a:extLst>
              <a:ext uri="{FF2B5EF4-FFF2-40B4-BE49-F238E27FC236}">
                <a16:creationId xmlns:a16="http://schemas.microsoft.com/office/drawing/2014/main" id="{F25251F6-11A2-C9AB-03AC-6BC92DA1FA3B}"/>
              </a:ext>
            </a:extLst>
          </p:cNvPr>
          <p:cNvSpPr>
            <a:spLocks noGrp="1"/>
          </p:cNvSpPr>
          <p:nvPr>
            <p:ph type="sldNum" sz="quarter" idx="12"/>
          </p:nvPr>
        </p:nvSpPr>
        <p:spPr/>
        <p:txBody>
          <a:bodyPr/>
          <a:lstStyle/>
          <a:p>
            <a:fld id="{CC057153-B650-4DEB-B370-79DDCFDCE934}" type="slidenum">
              <a:rPr lang="en-US" smtClean="0"/>
              <a:pPr/>
              <a:t>31</a:t>
            </a:fld>
            <a:r>
              <a:rPr lang="en-US"/>
              <a:t> / 57</a:t>
            </a:r>
            <a:endParaRPr lang="en-US" dirty="0"/>
          </a:p>
        </p:txBody>
      </p:sp>
    </p:spTree>
    <p:extLst>
      <p:ext uri="{BB962C8B-B14F-4D97-AF65-F5344CB8AC3E}">
        <p14:creationId xmlns:p14="http://schemas.microsoft.com/office/powerpoint/2010/main" val="122536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5257-7539-6DAC-18BA-A7CB087A848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5ED3B3E9-AAF5-6AAD-97A1-018353721918}"/>
              </a:ext>
            </a:extLst>
          </p:cNvPr>
          <p:cNvSpPr txBox="1"/>
          <p:nvPr/>
        </p:nvSpPr>
        <p:spPr>
          <a:xfrm>
            <a:off x="14875" y="1618357"/>
            <a:ext cx="9136561" cy="2308324"/>
          </a:xfrm>
          <a:prstGeom prst="rect">
            <a:avLst/>
          </a:prstGeom>
          <a:noFill/>
        </p:spPr>
        <p:txBody>
          <a:bodyPr wrap="square" rtlCol="0">
            <a:spAutoFit/>
          </a:bodyPr>
          <a:lstStyle/>
          <a:p>
            <a:pPr algn="ctr"/>
            <a:r>
              <a:rPr lang="en-US" sz="4800" b="1" dirty="0">
                <a:solidFill>
                  <a:srgbClr val="0070C0"/>
                </a:solidFill>
                <a:latin typeface="Amasis MT Pro Light" panose="02040304050005020304" pitchFamily="18" charset="0"/>
                <a:cs typeface="Adobe Devanagari" panose="02040503050201020203" pitchFamily="18" charset="0"/>
              </a:rPr>
              <a:t>Forcing the escape: Partial control of escaping orbits from a transient chaotic region</a:t>
            </a:r>
          </a:p>
        </p:txBody>
      </p:sp>
      <p:sp>
        <p:nvSpPr>
          <p:cNvPr id="7" name="Rectángulo: esquinas redondeadas 6">
            <a:extLst>
              <a:ext uri="{FF2B5EF4-FFF2-40B4-BE49-F238E27FC236}">
                <a16:creationId xmlns:a16="http://schemas.microsoft.com/office/drawing/2014/main" id="{FF17A616-2F5F-B3E6-31CF-B76B235E47FD}"/>
              </a:ext>
            </a:extLst>
          </p:cNvPr>
          <p:cNvSpPr/>
          <p:nvPr/>
        </p:nvSpPr>
        <p:spPr>
          <a:xfrm>
            <a:off x="247795" y="4829174"/>
            <a:ext cx="8648409" cy="1438276"/>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8" name="CuadroTexto 7">
            <a:extLst>
              <a:ext uri="{FF2B5EF4-FFF2-40B4-BE49-F238E27FC236}">
                <a16:creationId xmlns:a16="http://schemas.microsoft.com/office/drawing/2014/main" id="{73916978-A8E9-4A86-C3DF-F1B9065480D1}"/>
              </a:ext>
            </a:extLst>
          </p:cNvPr>
          <p:cNvSpPr txBox="1"/>
          <p:nvPr/>
        </p:nvSpPr>
        <p:spPr>
          <a:xfrm>
            <a:off x="75800" y="4948148"/>
            <a:ext cx="9014709" cy="1200329"/>
          </a:xfrm>
          <a:prstGeom prst="rect">
            <a:avLst/>
          </a:prstGeom>
          <a:noFill/>
        </p:spPr>
        <p:txBody>
          <a:bodyPr wrap="square" rtlCol="0">
            <a:spAutoFit/>
          </a:bodyPr>
          <a:lstStyle/>
          <a:p>
            <a:pPr algn="ctr"/>
            <a:r>
              <a:rPr lang="en-US" sz="3600" dirty="0">
                <a:latin typeface="Amasis MT Pro" panose="02040504050005020304" pitchFamily="18" charset="0"/>
              </a:rPr>
              <a:t>G. Alfaro, R. Capeáns, and M. A. F. Sanjuán, Nonlinear Dyn. </a:t>
            </a:r>
            <a:r>
              <a:rPr lang="en-US" sz="3600" b="1" dirty="0">
                <a:latin typeface="Amasis MT Pro" panose="02040504050005020304" pitchFamily="18" charset="0"/>
              </a:rPr>
              <a:t>104</a:t>
            </a:r>
            <a:r>
              <a:rPr lang="en-US" sz="3600" dirty="0">
                <a:latin typeface="Amasis MT Pro" panose="02040504050005020304" pitchFamily="18" charset="0"/>
              </a:rPr>
              <a:t>, 1603–1612 (2021)</a:t>
            </a:r>
            <a:endParaRPr lang="es-ES" sz="3600" dirty="0">
              <a:latin typeface="Amasis MT Pro" panose="02040504050005020304" pitchFamily="18" charset="0"/>
            </a:endParaRPr>
          </a:p>
        </p:txBody>
      </p:sp>
      <p:sp>
        <p:nvSpPr>
          <p:cNvPr id="5" name="Marcador de número de diapositiva 4">
            <a:extLst>
              <a:ext uri="{FF2B5EF4-FFF2-40B4-BE49-F238E27FC236}">
                <a16:creationId xmlns:a16="http://schemas.microsoft.com/office/drawing/2014/main" id="{A9ECDAD8-154C-BAB5-942D-F9E50B628A4F}"/>
              </a:ext>
            </a:extLst>
          </p:cNvPr>
          <p:cNvSpPr>
            <a:spLocks noGrp="1"/>
          </p:cNvSpPr>
          <p:nvPr>
            <p:ph type="sldNum" sz="quarter" idx="12"/>
          </p:nvPr>
        </p:nvSpPr>
        <p:spPr/>
        <p:txBody>
          <a:bodyPr/>
          <a:lstStyle/>
          <a:p>
            <a:fld id="{CC057153-B650-4DEB-B370-79DDCFDCE934}" type="slidenum">
              <a:rPr lang="en-US" smtClean="0"/>
              <a:pPr/>
              <a:t>32</a:t>
            </a:fld>
            <a:r>
              <a:rPr lang="en-US"/>
              <a:t> / 57</a:t>
            </a:r>
            <a:endParaRPr lang="en-US" dirty="0"/>
          </a:p>
        </p:txBody>
      </p:sp>
    </p:spTree>
    <p:extLst>
      <p:ext uri="{BB962C8B-B14F-4D97-AF65-F5344CB8AC3E}">
        <p14:creationId xmlns:p14="http://schemas.microsoft.com/office/powerpoint/2010/main" val="2650089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AEE3525-4266-CEB5-B103-276D61878E35}"/>
              </a:ext>
            </a:extLst>
          </p:cNvPr>
          <p:cNvPicPr>
            <a:picLocks noChangeAspect="1"/>
          </p:cNvPicPr>
          <p:nvPr/>
        </p:nvPicPr>
        <p:blipFill>
          <a:blip r:embed="rId3"/>
          <a:stretch>
            <a:fillRect/>
          </a:stretch>
        </p:blipFill>
        <p:spPr>
          <a:xfrm>
            <a:off x="1476375" y="2054009"/>
            <a:ext cx="6191250" cy="692788"/>
          </a:xfrm>
          <a:prstGeom prst="rect">
            <a:avLst/>
          </a:prstGeom>
        </p:spPr>
      </p:pic>
      <p:pic>
        <p:nvPicPr>
          <p:cNvPr id="8" name="Imagen 7">
            <a:extLst>
              <a:ext uri="{FF2B5EF4-FFF2-40B4-BE49-F238E27FC236}">
                <a16:creationId xmlns:a16="http://schemas.microsoft.com/office/drawing/2014/main" id="{34E09101-DC61-64FC-78D9-36046F4BD761}"/>
              </a:ext>
            </a:extLst>
          </p:cNvPr>
          <p:cNvPicPr>
            <a:picLocks noChangeAspect="1"/>
          </p:cNvPicPr>
          <p:nvPr/>
        </p:nvPicPr>
        <p:blipFill>
          <a:blip r:embed="rId4"/>
          <a:stretch>
            <a:fillRect/>
          </a:stretch>
        </p:blipFill>
        <p:spPr>
          <a:xfrm>
            <a:off x="4572000" y="3177357"/>
            <a:ext cx="2402789" cy="1596663"/>
          </a:xfrm>
          <a:prstGeom prst="rect">
            <a:avLst/>
          </a:prstGeom>
        </p:spPr>
      </p:pic>
      <p:pic>
        <p:nvPicPr>
          <p:cNvPr id="10" name="Imagen 9">
            <a:extLst>
              <a:ext uri="{FF2B5EF4-FFF2-40B4-BE49-F238E27FC236}">
                <a16:creationId xmlns:a16="http://schemas.microsoft.com/office/drawing/2014/main" id="{2A1BC744-C326-E08F-E2E5-7F859FA0D5CE}"/>
              </a:ext>
            </a:extLst>
          </p:cNvPr>
          <p:cNvPicPr>
            <a:picLocks noChangeAspect="1"/>
          </p:cNvPicPr>
          <p:nvPr/>
        </p:nvPicPr>
        <p:blipFill>
          <a:blip r:embed="rId5"/>
          <a:stretch>
            <a:fillRect/>
          </a:stretch>
        </p:blipFill>
        <p:spPr>
          <a:xfrm>
            <a:off x="7143413" y="4187007"/>
            <a:ext cx="1125293" cy="587013"/>
          </a:xfrm>
          <a:prstGeom prst="rect">
            <a:avLst/>
          </a:prstGeom>
        </p:spPr>
      </p:pic>
      <p:sp>
        <p:nvSpPr>
          <p:cNvPr id="11" name="Rectángulo: esquinas redondeadas 10">
            <a:extLst>
              <a:ext uri="{FF2B5EF4-FFF2-40B4-BE49-F238E27FC236}">
                <a16:creationId xmlns:a16="http://schemas.microsoft.com/office/drawing/2014/main" id="{05A171D6-B763-B9E2-9CB1-FAF18B7F6154}"/>
              </a:ext>
            </a:extLst>
          </p:cNvPr>
          <p:cNvSpPr/>
          <p:nvPr/>
        </p:nvSpPr>
        <p:spPr>
          <a:xfrm>
            <a:off x="6306615" y="4093632"/>
            <a:ext cx="2119835" cy="773761"/>
          </a:xfrm>
          <a:prstGeom prst="round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FDE67BB6-7B1A-323F-8D4E-8A19E7760C8F}"/>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Control parcial</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13" name="CuadroTexto 12">
            <a:extLst>
              <a:ext uri="{FF2B5EF4-FFF2-40B4-BE49-F238E27FC236}">
                <a16:creationId xmlns:a16="http://schemas.microsoft.com/office/drawing/2014/main" id="{EAA1FA85-A17D-EE18-9286-C68AB2949E32}"/>
              </a:ext>
            </a:extLst>
          </p:cNvPr>
          <p:cNvSpPr txBox="1"/>
          <p:nvPr/>
        </p:nvSpPr>
        <p:spPr>
          <a:xfrm>
            <a:off x="6417009" y="1094910"/>
            <a:ext cx="1720850" cy="584775"/>
          </a:xfrm>
          <a:prstGeom prst="rect">
            <a:avLst/>
          </a:prstGeom>
          <a:noFill/>
        </p:spPr>
        <p:txBody>
          <a:bodyPr wrap="square" rtlCol="0">
            <a:spAutoFit/>
          </a:bodyPr>
          <a:lstStyle/>
          <a:p>
            <a:pPr algn="ctr"/>
            <a:r>
              <a:rPr lang="es-ES" sz="3200" dirty="0">
                <a:latin typeface="Amasis MT Pro" panose="02040504050005020304" pitchFamily="18" charset="0"/>
              </a:rPr>
              <a:t>Control</a:t>
            </a:r>
          </a:p>
        </p:txBody>
      </p:sp>
      <p:sp>
        <p:nvSpPr>
          <p:cNvPr id="14" name="CuadroTexto 13">
            <a:extLst>
              <a:ext uri="{FF2B5EF4-FFF2-40B4-BE49-F238E27FC236}">
                <a16:creationId xmlns:a16="http://schemas.microsoft.com/office/drawing/2014/main" id="{9AD9F9A2-23F5-878A-9DA4-A8A33355CC9C}"/>
              </a:ext>
            </a:extLst>
          </p:cNvPr>
          <p:cNvSpPr txBox="1"/>
          <p:nvPr/>
        </p:nvSpPr>
        <p:spPr>
          <a:xfrm>
            <a:off x="4993938" y="1094910"/>
            <a:ext cx="1720850" cy="584775"/>
          </a:xfrm>
          <a:prstGeom prst="rect">
            <a:avLst/>
          </a:prstGeom>
          <a:noFill/>
        </p:spPr>
        <p:txBody>
          <a:bodyPr wrap="square" rtlCol="0">
            <a:spAutoFit/>
          </a:bodyPr>
          <a:lstStyle/>
          <a:p>
            <a:pPr algn="ctr"/>
            <a:r>
              <a:rPr lang="es-ES" sz="3200" dirty="0">
                <a:latin typeface="Amasis MT Pro" panose="02040504050005020304" pitchFamily="18" charset="0"/>
              </a:rPr>
              <a:t>Ruido</a:t>
            </a:r>
          </a:p>
        </p:txBody>
      </p:sp>
      <p:sp>
        <p:nvSpPr>
          <p:cNvPr id="15" name="Rectángulo: esquinas redondeadas 14">
            <a:extLst>
              <a:ext uri="{FF2B5EF4-FFF2-40B4-BE49-F238E27FC236}">
                <a16:creationId xmlns:a16="http://schemas.microsoft.com/office/drawing/2014/main" id="{B83FAD51-275B-2486-D130-9E36AD7D5E7F}"/>
              </a:ext>
            </a:extLst>
          </p:cNvPr>
          <p:cNvSpPr/>
          <p:nvPr/>
        </p:nvSpPr>
        <p:spPr>
          <a:xfrm>
            <a:off x="6584950" y="1072512"/>
            <a:ext cx="1460500" cy="692788"/>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0070C0"/>
              </a:solidFill>
            </a:endParaRPr>
          </a:p>
        </p:txBody>
      </p:sp>
      <p:sp>
        <p:nvSpPr>
          <p:cNvPr id="16" name="Rectángulo: esquinas redondeadas 15">
            <a:extLst>
              <a:ext uri="{FF2B5EF4-FFF2-40B4-BE49-F238E27FC236}">
                <a16:creationId xmlns:a16="http://schemas.microsoft.com/office/drawing/2014/main" id="{143E6CBA-1C4A-CC5A-44CD-F7B553392D99}"/>
              </a:ext>
            </a:extLst>
          </p:cNvPr>
          <p:cNvSpPr/>
          <p:nvPr/>
        </p:nvSpPr>
        <p:spPr>
          <a:xfrm>
            <a:off x="5254287" y="1052645"/>
            <a:ext cx="1223777" cy="692788"/>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esquinas redondeadas 16">
            <a:extLst>
              <a:ext uri="{FF2B5EF4-FFF2-40B4-BE49-F238E27FC236}">
                <a16:creationId xmlns:a16="http://schemas.microsoft.com/office/drawing/2014/main" id="{72584825-8135-2DCA-0AD8-9CBA754E97A5}"/>
              </a:ext>
            </a:extLst>
          </p:cNvPr>
          <p:cNvSpPr/>
          <p:nvPr/>
        </p:nvSpPr>
        <p:spPr>
          <a:xfrm>
            <a:off x="5613399" y="2081242"/>
            <a:ext cx="742951" cy="692788"/>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esquinas redondeadas 17">
            <a:extLst>
              <a:ext uri="{FF2B5EF4-FFF2-40B4-BE49-F238E27FC236}">
                <a16:creationId xmlns:a16="http://schemas.microsoft.com/office/drawing/2014/main" id="{D08A9B61-3D9A-9778-91A2-8C78F492027E}"/>
              </a:ext>
            </a:extLst>
          </p:cNvPr>
          <p:cNvSpPr/>
          <p:nvPr/>
        </p:nvSpPr>
        <p:spPr>
          <a:xfrm>
            <a:off x="6990603" y="2081242"/>
            <a:ext cx="742951" cy="692788"/>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0070C0"/>
              </a:solidFill>
            </a:endParaRPr>
          </a:p>
        </p:txBody>
      </p:sp>
      <p:cxnSp>
        <p:nvCxnSpPr>
          <p:cNvPr id="20" name="Conector recto 19">
            <a:extLst>
              <a:ext uri="{FF2B5EF4-FFF2-40B4-BE49-F238E27FC236}">
                <a16:creationId xmlns:a16="http://schemas.microsoft.com/office/drawing/2014/main" id="{B6AE1220-806E-1B17-DBF3-28A62AE03077}"/>
              </a:ext>
            </a:extLst>
          </p:cNvPr>
          <p:cNvCxnSpPr>
            <a:cxnSpLocks/>
          </p:cNvCxnSpPr>
          <p:nvPr/>
        </p:nvCxnSpPr>
        <p:spPr>
          <a:xfrm>
            <a:off x="5254287" y="1647825"/>
            <a:ext cx="359112" cy="104060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596C36AE-937B-C271-74FF-4C9986F84619}"/>
              </a:ext>
            </a:extLst>
          </p:cNvPr>
          <p:cNvCxnSpPr>
            <a:cxnSpLocks/>
          </p:cNvCxnSpPr>
          <p:nvPr/>
        </p:nvCxnSpPr>
        <p:spPr>
          <a:xfrm flipH="1">
            <a:off x="6356350" y="1647825"/>
            <a:ext cx="121714" cy="104060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CACCDDB7-7B53-795C-2D4A-4FE0156AE7C1}"/>
              </a:ext>
            </a:extLst>
          </p:cNvPr>
          <p:cNvCxnSpPr>
            <a:cxnSpLocks/>
          </p:cNvCxnSpPr>
          <p:nvPr/>
        </p:nvCxnSpPr>
        <p:spPr>
          <a:xfrm>
            <a:off x="6584950" y="1679685"/>
            <a:ext cx="425450" cy="104208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FEF1ED97-42C3-038D-5386-2C8570199E40}"/>
              </a:ext>
            </a:extLst>
          </p:cNvPr>
          <p:cNvCxnSpPr>
            <a:cxnSpLocks/>
          </p:cNvCxnSpPr>
          <p:nvPr/>
        </p:nvCxnSpPr>
        <p:spPr>
          <a:xfrm flipH="1">
            <a:off x="7728284" y="1679685"/>
            <a:ext cx="317166" cy="102541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0" name="CuadroTexto 49">
            <a:extLst>
              <a:ext uri="{FF2B5EF4-FFF2-40B4-BE49-F238E27FC236}">
                <a16:creationId xmlns:a16="http://schemas.microsoft.com/office/drawing/2014/main" id="{B1679581-196D-7FBB-E8E2-D25F362C925B}"/>
              </a:ext>
            </a:extLst>
          </p:cNvPr>
          <p:cNvSpPr txBox="1"/>
          <p:nvPr/>
        </p:nvSpPr>
        <p:spPr>
          <a:xfrm>
            <a:off x="393700" y="5264150"/>
            <a:ext cx="8356600" cy="1200329"/>
          </a:xfrm>
          <a:prstGeom prst="rect">
            <a:avLst/>
          </a:prstGeom>
          <a:noFill/>
        </p:spPr>
        <p:txBody>
          <a:bodyPr wrap="square" rtlCol="0">
            <a:spAutoFit/>
          </a:bodyPr>
          <a:lstStyle/>
          <a:p>
            <a:pPr algn="ctr"/>
            <a:r>
              <a:rPr lang="es-ES" sz="3600" dirty="0">
                <a:latin typeface="Amasis MT Pro" panose="02040504050005020304" pitchFamily="18" charset="0"/>
              </a:rPr>
              <a:t>¿Es posible controlar la trayectoria con un </a:t>
            </a:r>
            <a:r>
              <a:rPr lang="es-ES" sz="3600" dirty="0">
                <a:solidFill>
                  <a:srgbClr val="C00000"/>
                </a:solidFill>
                <a:latin typeface="Amasis MT Pro" panose="02040504050005020304" pitchFamily="18" charset="0"/>
              </a:rPr>
              <a:t>control menor que el ruido</a:t>
            </a:r>
            <a:r>
              <a:rPr lang="es-ES" sz="3600" dirty="0">
                <a:latin typeface="Amasis MT Pro" panose="02040504050005020304" pitchFamily="18" charset="0"/>
              </a:rPr>
              <a:t>?</a:t>
            </a:r>
          </a:p>
        </p:txBody>
      </p:sp>
      <p:pic>
        <p:nvPicPr>
          <p:cNvPr id="4" name="Imagen 3">
            <a:extLst>
              <a:ext uri="{FF2B5EF4-FFF2-40B4-BE49-F238E27FC236}">
                <a16:creationId xmlns:a16="http://schemas.microsoft.com/office/drawing/2014/main" id="{F7A66FF1-A40F-AE38-850E-48A9BE4FAF44}"/>
              </a:ext>
            </a:extLst>
          </p:cNvPr>
          <p:cNvPicPr>
            <a:picLocks noChangeAspect="1"/>
          </p:cNvPicPr>
          <p:nvPr/>
        </p:nvPicPr>
        <p:blipFill>
          <a:blip r:embed="rId6"/>
          <a:stretch>
            <a:fillRect/>
          </a:stretch>
        </p:blipFill>
        <p:spPr>
          <a:xfrm>
            <a:off x="717550" y="2803694"/>
            <a:ext cx="3321818" cy="2579876"/>
          </a:xfrm>
          <a:prstGeom prst="rect">
            <a:avLst/>
          </a:prstGeom>
        </p:spPr>
      </p:pic>
      <p:sp>
        <p:nvSpPr>
          <p:cNvPr id="5" name="Marcador de número de diapositiva 4">
            <a:extLst>
              <a:ext uri="{FF2B5EF4-FFF2-40B4-BE49-F238E27FC236}">
                <a16:creationId xmlns:a16="http://schemas.microsoft.com/office/drawing/2014/main" id="{028B2271-A413-1873-EDF4-CFA9AD2AF987}"/>
              </a:ext>
            </a:extLst>
          </p:cNvPr>
          <p:cNvSpPr>
            <a:spLocks noGrp="1"/>
          </p:cNvSpPr>
          <p:nvPr>
            <p:ph type="sldNum" sz="quarter" idx="12"/>
          </p:nvPr>
        </p:nvSpPr>
        <p:spPr/>
        <p:txBody>
          <a:bodyPr/>
          <a:lstStyle/>
          <a:p>
            <a:fld id="{CC057153-B650-4DEB-B370-79DDCFDCE934}" type="slidenum">
              <a:rPr lang="en-US" smtClean="0"/>
              <a:pPr/>
              <a:t>33</a:t>
            </a:fld>
            <a:r>
              <a:rPr lang="en-US"/>
              <a:t> / 57</a:t>
            </a:r>
            <a:endParaRPr lang="en-US" dirty="0"/>
          </a:p>
        </p:txBody>
      </p:sp>
    </p:spTree>
    <p:extLst>
      <p:ext uri="{BB962C8B-B14F-4D97-AF65-F5344CB8AC3E}">
        <p14:creationId xmlns:p14="http://schemas.microsoft.com/office/powerpoint/2010/main" val="667144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040E3-1471-118A-D8B0-5988A7AAAC36}"/>
            </a:ext>
          </a:extLst>
        </p:cNvPr>
        <p:cNvGrpSpPr/>
        <p:nvPr/>
      </p:nvGrpSpPr>
      <p:grpSpPr>
        <a:xfrm>
          <a:off x="0" y="0"/>
          <a:ext cx="0" cy="0"/>
          <a:chOff x="0" y="0"/>
          <a:chExt cx="0" cy="0"/>
        </a:xfrm>
      </p:grpSpPr>
      <p:pic>
        <p:nvPicPr>
          <p:cNvPr id="74" name="Imagen 73" descr="Forma&#10;&#10;El contenido generado por IA puede ser incorrecto.">
            <a:extLst>
              <a:ext uri="{FF2B5EF4-FFF2-40B4-BE49-F238E27FC236}">
                <a16:creationId xmlns:a16="http://schemas.microsoft.com/office/drawing/2014/main" id="{84123D28-CCB2-ABB2-21C1-809D8AD41E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634" y="2384690"/>
            <a:ext cx="6163466" cy="4108978"/>
          </a:xfrm>
          <a:prstGeom prst="rect">
            <a:avLst/>
          </a:prstGeom>
        </p:spPr>
      </p:pic>
      <p:sp>
        <p:nvSpPr>
          <p:cNvPr id="19" name="CuadroTexto 18">
            <a:extLst>
              <a:ext uri="{FF2B5EF4-FFF2-40B4-BE49-F238E27FC236}">
                <a16:creationId xmlns:a16="http://schemas.microsoft.com/office/drawing/2014/main" id="{D6B3F7D5-D908-C5F2-EC7B-60D7C122AA9D}"/>
              </a:ext>
            </a:extLst>
          </p:cNvPr>
          <p:cNvSpPr txBox="1"/>
          <p:nvPr/>
        </p:nvSpPr>
        <p:spPr>
          <a:xfrm>
            <a:off x="-5694" y="0"/>
            <a:ext cx="9149693" cy="923330"/>
          </a:xfrm>
          <a:prstGeom prst="rect">
            <a:avLst/>
          </a:prstGeom>
          <a:noFill/>
        </p:spPr>
        <p:txBody>
          <a:bodyPr wrap="square" rtlCol="0">
            <a:spAutoFit/>
          </a:bodyPr>
          <a:lstStyle/>
          <a:p>
            <a:pPr algn="ctr"/>
            <a:r>
              <a:rPr lang="es-ES" sz="5400" b="1" dirty="0" err="1">
                <a:solidFill>
                  <a:srgbClr val="0070C0"/>
                </a:solidFill>
                <a:latin typeface="Amasis MT Pro Light" panose="02040304050005020304" pitchFamily="18" charset="0"/>
                <a:cs typeface="Adobe Devanagari" panose="02040503050201020203" pitchFamily="18" charset="0"/>
              </a:rPr>
              <a:t>Tent</a:t>
            </a:r>
            <a:r>
              <a:rPr lang="es-ES" sz="5400" b="1" dirty="0">
                <a:solidFill>
                  <a:srgbClr val="0070C0"/>
                </a:solidFill>
                <a:latin typeface="Amasis MT Pro Light" panose="02040304050005020304" pitchFamily="18" charset="0"/>
                <a:cs typeface="Adobe Devanagari" panose="02040503050201020203" pitchFamily="18" charset="0"/>
              </a:rPr>
              <a:t> </a:t>
            </a:r>
            <a:r>
              <a:rPr lang="es-ES" sz="5400" b="1" dirty="0" err="1">
                <a:solidFill>
                  <a:srgbClr val="0070C0"/>
                </a:solidFill>
                <a:latin typeface="Amasis MT Pro Light" panose="02040304050005020304" pitchFamily="18" charset="0"/>
                <a:cs typeface="Adobe Devanagari" panose="02040503050201020203" pitchFamily="18" charset="0"/>
              </a:rPr>
              <a:t>Map</a:t>
            </a:r>
            <a:r>
              <a:rPr lang="es-ES" sz="5400" b="1" dirty="0">
                <a:solidFill>
                  <a:srgbClr val="0070C0"/>
                </a:solidFill>
                <a:latin typeface="Amasis MT Pro Light" panose="02040304050005020304" pitchFamily="18" charset="0"/>
                <a:cs typeface="Adobe Devanagari" panose="02040503050201020203" pitchFamily="18" charset="0"/>
              </a:rPr>
              <a:t> de pendiente 3</a:t>
            </a:r>
            <a:endParaRPr lang="es-ES" sz="6600" b="1" dirty="0">
              <a:solidFill>
                <a:srgbClr val="0070C0"/>
              </a:solidFill>
              <a:latin typeface="Amasis MT Pro Light" panose="02040304050005020304" pitchFamily="18" charset="0"/>
              <a:cs typeface="Adobe Devanagari" panose="02040503050201020203" pitchFamily="18" charset="0"/>
            </a:endParaRPr>
          </a:p>
        </p:txBody>
      </p:sp>
      <p:sp>
        <p:nvSpPr>
          <p:cNvPr id="63" name="Elipse 62">
            <a:extLst>
              <a:ext uri="{FF2B5EF4-FFF2-40B4-BE49-F238E27FC236}">
                <a16:creationId xmlns:a16="http://schemas.microsoft.com/office/drawing/2014/main" id="{2D6DDE95-2282-AD14-372B-FDAD4E6BA825}"/>
              </a:ext>
            </a:extLst>
          </p:cNvPr>
          <p:cNvSpPr/>
          <p:nvPr/>
        </p:nvSpPr>
        <p:spPr>
          <a:xfrm>
            <a:off x="3551882" y="3138393"/>
            <a:ext cx="2034540" cy="105156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65" name="Conector recto de flecha 64">
            <a:extLst>
              <a:ext uri="{FF2B5EF4-FFF2-40B4-BE49-F238E27FC236}">
                <a16:creationId xmlns:a16="http://schemas.microsoft.com/office/drawing/2014/main" id="{2E41A5FB-2196-D167-5F15-AEC356117543}"/>
              </a:ext>
            </a:extLst>
          </p:cNvPr>
          <p:cNvCxnSpPr/>
          <p:nvPr/>
        </p:nvCxnSpPr>
        <p:spPr>
          <a:xfrm flipV="1">
            <a:off x="5586422" y="3017880"/>
            <a:ext cx="784860" cy="39624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6" name="CuadroTexto 65">
            <a:extLst>
              <a:ext uri="{FF2B5EF4-FFF2-40B4-BE49-F238E27FC236}">
                <a16:creationId xmlns:a16="http://schemas.microsoft.com/office/drawing/2014/main" id="{79F75ED0-75B3-82C9-6C10-ADDF0781552E}"/>
              </a:ext>
            </a:extLst>
          </p:cNvPr>
          <p:cNvSpPr txBox="1"/>
          <p:nvPr/>
        </p:nvSpPr>
        <p:spPr>
          <a:xfrm>
            <a:off x="6301740" y="2506563"/>
            <a:ext cx="2034540" cy="830997"/>
          </a:xfrm>
          <a:prstGeom prst="rect">
            <a:avLst/>
          </a:prstGeom>
          <a:noFill/>
        </p:spPr>
        <p:txBody>
          <a:bodyPr wrap="square" rtlCol="0">
            <a:spAutoFit/>
          </a:bodyPr>
          <a:lstStyle/>
          <a:p>
            <a:pPr algn="ctr"/>
            <a:r>
              <a:rPr lang="es-ES" sz="2400" dirty="0">
                <a:solidFill>
                  <a:srgbClr val="C00000"/>
                </a:solidFill>
                <a:latin typeface="Amasis MT Pro" panose="02040504050005020304" pitchFamily="18" charset="0"/>
              </a:rPr>
              <a:t>Escapan en una iteración</a:t>
            </a:r>
          </a:p>
        </p:txBody>
      </p:sp>
      <p:sp>
        <p:nvSpPr>
          <p:cNvPr id="67" name="Rectángulo 66">
            <a:extLst>
              <a:ext uri="{FF2B5EF4-FFF2-40B4-BE49-F238E27FC236}">
                <a16:creationId xmlns:a16="http://schemas.microsoft.com/office/drawing/2014/main" id="{8D4A1145-7C48-AE05-CE5B-56C395AF91B4}"/>
              </a:ext>
            </a:extLst>
          </p:cNvPr>
          <p:cNvSpPr/>
          <p:nvPr/>
        </p:nvSpPr>
        <p:spPr>
          <a:xfrm>
            <a:off x="2180864" y="5568698"/>
            <a:ext cx="1583891" cy="494955"/>
          </a:xfrm>
          <a:prstGeom prst="rect">
            <a:avLst/>
          </a:prstGeom>
          <a:solidFill>
            <a:srgbClr val="00B050">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Rectángulo 67">
            <a:extLst>
              <a:ext uri="{FF2B5EF4-FFF2-40B4-BE49-F238E27FC236}">
                <a16:creationId xmlns:a16="http://schemas.microsoft.com/office/drawing/2014/main" id="{C10BB067-1966-7DFF-2DF0-5EB165A8DEFA}"/>
              </a:ext>
            </a:extLst>
          </p:cNvPr>
          <p:cNvSpPr/>
          <p:nvPr/>
        </p:nvSpPr>
        <p:spPr>
          <a:xfrm>
            <a:off x="5359832" y="5562600"/>
            <a:ext cx="1583891" cy="502915"/>
          </a:xfrm>
          <a:prstGeom prst="rect">
            <a:avLst/>
          </a:prstGeom>
          <a:solidFill>
            <a:srgbClr val="00B050">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CuadroTexto 68">
            <a:extLst>
              <a:ext uri="{FF2B5EF4-FFF2-40B4-BE49-F238E27FC236}">
                <a16:creationId xmlns:a16="http://schemas.microsoft.com/office/drawing/2014/main" id="{DFF705BE-5046-92B9-58CA-102E4343EB4E}"/>
              </a:ext>
            </a:extLst>
          </p:cNvPr>
          <p:cNvSpPr txBox="1"/>
          <p:nvPr/>
        </p:nvSpPr>
        <p:spPr>
          <a:xfrm>
            <a:off x="6920863" y="4644866"/>
            <a:ext cx="2441945" cy="954107"/>
          </a:xfrm>
          <a:prstGeom prst="rect">
            <a:avLst/>
          </a:prstGeom>
          <a:noFill/>
        </p:spPr>
        <p:txBody>
          <a:bodyPr wrap="square" rtlCol="0">
            <a:spAutoFit/>
          </a:bodyPr>
          <a:lstStyle/>
          <a:p>
            <a:pPr algn="ctr"/>
            <a:r>
              <a:rPr lang="es-ES" sz="2800" dirty="0">
                <a:solidFill>
                  <a:srgbClr val="00B050"/>
                </a:solidFill>
                <a:latin typeface="Amasis MT Pro" panose="02040504050005020304" pitchFamily="18" charset="0"/>
              </a:rPr>
              <a:t>Aguantan 1 iteración</a:t>
            </a:r>
          </a:p>
        </p:txBody>
      </p:sp>
      <p:cxnSp>
        <p:nvCxnSpPr>
          <p:cNvPr id="70" name="Conector recto de flecha 69">
            <a:extLst>
              <a:ext uri="{FF2B5EF4-FFF2-40B4-BE49-F238E27FC236}">
                <a16:creationId xmlns:a16="http://schemas.microsoft.com/office/drawing/2014/main" id="{63E95E49-4F46-A886-CA39-585499401109}"/>
              </a:ext>
            </a:extLst>
          </p:cNvPr>
          <p:cNvCxnSpPr>
            <a:cxnSpLocks/>
          </p:cNvCxnSpPr>
          <p:nvPr/>
        </p:nvCxnSpPr>
        <p:spPr>
          <a:xfrm flipV="1">
            <a:off x="6301740" y="5175112"/>
            <a:ext cx="853440" cy="270741"/>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2" name="CuadroTexto 71">
            <a:extLst>
              <a:ext uri="{FF2B5EF4-FFF2-40B4-BE49-F238E27FC236}">
                <a16:creationId xmlns:a16="http://schemas.microsoft.com/office/drawing/2014/main" id="{E80214F1-36E4-F4FE-2B82-ECB0FA061AD9}"/>
              </a:ext>
            </a:extLst>
          </p:cNvPr>
          <p:cNvSpPr txBox="1"/>
          <p:nvPr/>
        </p:nvSpPr>
        <p:spPr>
          <a:xfrm>
            <a:off x="4908289" y="1385972"/>
            <a:ext cx="4366260" cy="769441"/>
          </a:xfrm>
          <a:prstGeom prst="rect">
            <a:avLst/>
          </a:prstGeom>
          <a:noFill/>
        </p:spPr>
        <p:txBody>
          <a:bodyPr wrap="square" rtlCol="0">
            <a:spAutoFit/>
          </a:bodyPr>
          <a:lstStyle/>
          <a:p>
            <a:pPr algn="ctr"/>
            <a:r>
              <a:rPr lang="es-ES" sz="4400" dirty="0">
                <a:solidFill>
                  <a:srgbClr val="F5720F"/>
                </a:solidFill>
                <a:latin typeface="Amasis MT Pro" panose="02040504050005020304" pitchFamily="18" charset="0"/>
              </a:rPr>
              <a:t>Q = [-1.5 , 1.5]</a:t>
            </a:r>
          </a:p>
        </p:txBody>
      </p:sp>
      <p:sp>
        <p:nvSpPr>
          <p:cNvPr id="3" name="Marcador de número de diapositiva 2">
            <a:extLst>
              <a:ext uri="{FF2B5EF4-FFF2-40B4-BE49-F238E27FC236}">
                <a16:creationId xmlns:a16="http://schemas.microsoft.com/office/drawing/2014/main" id="{FEE529A8-8B46-F10E-FD4E-79135FEC22AF}"/>
              </a:ext>
            </a:extLst>
          </p:cNvPr>
          <p:cNvSpPr>
            <a:spLocks noGrp="1"/>
          </p:cNvSpPr>
          <p:nvPr>
            <p:ph type="sldNum" sz="quarter" idx="12"/>
          </p:nvPr>
        </p:nvSpPr>
        <p:spPr/>
        <p:txBody>
          <a:bodyPr/>
          <a:lstStyle/>
          <a:p>
            <a:fld id="{CC057153-B650-4DEB-B370-79DDCFDCE934}" type="slidenum">
              <a:rPr lang="en-US" smtClean="0"/>
              <a:pPr/>
              <a:t>34</a:t>
            </a:fld>
            <a:r>
              <a:rPr lang="en-US"/>
              <a:t> / 57</a:t>
            </a:r>
            <a:endParaRPr lang="en-US" dirty="0"/>
          </a:p>
        </p:txBody>
      </p:sp>
      <p:pic>
        <p:nvPicPr>
          <p:cNvPr id="6" name="Imagen 5">
            <a:extLst>
              <a:ext uri="{FF2B5EF4-FFF2-40B4-BE49-F238E27FC236}">
                <a16:creationId xmlns:a16="http://schemas.microsoft.com/office/drawing/2014/main" id="{A30C3621-F924-3A2B-9D12-43D86383861E}"/>
              </a:ext>
            </a:extLst>
          </p:cNvPr>
          <p:cNvPicPr>
            <a:picLocks noChangeAspect="1"/>
          </p:cNvPicPr>
          <p:nvPr/>
        </p:nvPicPr>
        <p:blipFill>
          <a:blip r:embed="rId4"/>
          <a:stretch>
            <a:fillRect/>
          </a:stretch>
        </p:blipFill>
        <p:spPr>
          <a:xfrm>
            <a:off x="573112" y="1473241"/>
            <a:ext cx="4335177" cy="682172"/>
          </a:xfrm>
          <a:prstGeom prst="rect">
            <a:avLst/>
          </a:prstGeom>
        </p:spPr>
      </p:pic>
    </p:spTree>
    <p:extLst>
      <p:ext uri="{BB962C8B-B14F-4D97-AF65-F5344CB8AC3E}">
        <p14:creationId xmlns:p14="http://schemas.microsoft.com/office/powerpoint/2010/main" val="2861136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240AEABD-581A-7258-3727-3B08DF79974B}"/>
              </a:ext>
            </a:extLst>
          </p:cNvPr>
          <p:cNvSpPr/>
          <p:nvPr/>
        </p:nvSpPr>
        <p:spPr>
          <a:xfrm>
            <a:off x="2367587" y="2386362"/>
            <a:ext cx="1081924" cy="231622"/>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ángulo 12">
            <a:extLst>
              <a:ext uri="{FF2B5EF4-FFF2-40B4-BE49-F238E27FC236}">
                <a16:creationId xmlns:a16="http://schemas.microsoft.com/office/drawing/2014/main" id="{6CF235AE-3AB9-18E5-BF3C-E6C9D4FA05ED}"/>
              </a:ext>
            </a:extLst>
          </p:cNvPr>
          <p:cNvSpPr/>
          <p:nvPr/>
        </p:nvSpPr>
        <p:spPr>
          <a:xfrm>
            <a:off x="5551318" y="2382637"/>
            <a:ext cx="1081924" cy="23534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32715EA4-9522-B3BE-D3AC-52D74D83F819}"/>
              </a:ext>
            </a:extLst>
          </p:cNvPr>
          <p:cNvSpPr txBox="1"/>
          <p:nvPr/>
        </p:nvSpPr>
        <p:spPr>
          <a:xfrm>
            <a:off x="6710206" y="2267658"/>
            <a:ext cx="2441945" cy="369332"/>
          </a:xfrm>
          <a:prstGeom prst="rect">
            <a:avLst/>
          </a:prstGeom>
          <a:noFill/>
        </p:spPr>
        <p:txBody>
          <a:bodyPr wrap="square" rtlCol="0">
            <a:spAutoFit/>
          </a:bodyPr>
          <a:lstStyle/>
          <a:p>
            <a:pPr algn="ctr"/>
            <a:r>
              <a:rPr lang="es-ES" dirty="0">
                <a:solidFill>
                  <a:srgbClr val="0070C0"/>
                </a:solidFill>
                <a:latin typeface="Amasis MT Pro" panose="02040504050005020304" pitchFamily="18" charset="0"/>
              </a:rPr>
              <a:t>Aguantan 1 iteración</a:t>
            </a:r>
          </a:p>
        </p:txBody>
      </p:sp>
      <p:sp>
        <p:nvSpPr>
          <p:cNvPr id="17" name="CuadroTexto 16">
            <a:extLst>
              <a:ext uri="{FF2B5EF4-FFF2-40B4-BE49-F238E27FC236}">
                <a16:creationId xmlns:a16="http://schemas.microsoft.com/office/drawing/2014/main" id="{393FAE22-6E2E-8A4B-322D-B59EF085C252}"/>
              </a:ext>
            </a:extLst>
          </p:cNvPr>
          <p:cNvSpPr txBox="1"/>
          <p:nvPr/>
        </p:nvSpPr>
        <p:spPr>
          <a:xfrm>
            <a:off x="7153813" y="1945180"/>
            <a:ext cx="1593766" cy="369332"/>
          </a:xfrm>
          <a:prstGeom prst="rect">
            <a:avLst/>
          </a:prstGeom>
          <a:noFill/>
        </p:spPr>
        <p:txBody>
          <a:bodyPr wrap="square" rtlCol="0">
            <a:spAutoFit/>
          </a:bodyPr>
          <a:lstStyle/>
          <a:p>
            <a:pPr algn="ctr"/>
            <a:r>
              <a:rPr lang="es-ES" dirty="0">
                <a:solidFill>
                  <a:srgbClr val="C00000"/>
                </a:solidFill>
                <a:latin typeface="Amasis MT Pro" panose="02040504050005020304" pitchFamily="18" charset="0"/>
              </a:rPr>
              <a:t>Reducido</a:t>
            </a:r>
          </a:p>
        </p:txBody>
      </p:sp>
      <p:sp>
        <p:nvSpPr>
          <p:cNvPr id="18" name="CuadroTexto 17">
            <a:extLst>
              <a:ext uri="{FF2B5EF4-FFF2-40B4-BE49-F238E27FC236}">
                <a16:creationId xmlns:a16="http://schemas.microsoft.com/office/drawing/2014/main" id="{557BE5BB-3F8D-D937-2EDA-F49111459571}"/>
              </a:ext>
            </a:extLst>
          </p:cNvPr>
          <p:cNvSpPr txBox="1"/>
          <p:nvPr/>
        </p:nvSpPr>
        <p:spPr>
          <a:xfrm>
            <a:off x="7134296" y="1572042"/>
            <a:ext cx="1593766" cy="369332"/>
          </a:xfrm>
          <a:prstGeom prst="rect">
            <a:avLst/>
          </a:prstGeom>
          <a:noFill/>
        </p:spPr>
        <p:txBody>
          <a:bodyPr wrap="square" rtlCol="0">
            <a:spAutoFit/>
          </a:bodyPr>
          <a:lstStyle/>
          <a:p>
            <a:pPr algn="ctr"/>
            <a:r>
              <a:rPr lang="es-ES" dirty="0">
                <a:solidFill>
                  <a:srgbClr val="00B050"/>
                </a:solidFill>
                <a:latin typeface="Amasis MT Pro" panose="02040504050005020304" pitchFamily="18" charset="0"/>
              </a:rPr>
              <a:t>Ensanchado</a:t>
            </a:r>
          </a:p>
        </p:txBody>
      </p:sp>
      <p:sp>
        <p:nvSpPr>
          <p:cNvPr id="19" name="CuadroTexto 18">
            <a:extLst>
              <a:ext uri="{FF2B5EF4-FFF2-40B4-BE49-F238E27FC236}">
                <a16:creationId xmlns:a16="http://schemas.microsoft.com/office/drawing/2014/main" id="{08BD620E-C53B-B14F-BFD0-8AB2B7569F31}"/>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Algoritmo del esculpido</a:t>
            </a:r>
            <a:endParaRPr lang="es-ES" sz="6600" b="1" dirty="0">
              <a:solidFill>
                <a:srgbClr val="0070C0"/>
              </a:solidFill>
              <a:latin typeface="Amasis MT Pro Light" panose="02040304050005020304" pitchFamily="18" charset="0"/>
              <a:cs typeface="Adobe Devanagari" panose="02040503050201020203" pitchFamily="18" charset="0"/>
            </a:endParaRPr>
          </a:p>
        </p:txBody>
      </p:sp>
      <p:sp>
        <p:nvSpPr>
          <p:cNvPr id="21" name="Rectángulo 20">
            <a:extLst>
              <a:ext uri="{FF2B5EF4-FFF2-40B4-BE49-F238E27FC236}">
                <a16:creationId xmlns:a16="http://schemas.microsoft.com/office/drawing/2014/main" id="{85DCFDBB-B408-99D8-EDE3-81E17A0F70DE}"/>
              </a:ext>
            </a:extLst>
          </p:cNvPr>
          <p:cNvSpPr/>
          <p:nvPr/>
        </p:nvSpPr>
        <p:spPr>
          <a:xfrm>
            <a:off x="2019498" y="1669319"/>
            <a:ext cx="4961834" cy="23534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5" name="Conector recto de flecha 24">
            <a:extLst>
              <a:ext uri="{FF2B5EF4-FFF2-40B4-BE49-F238E27FC236}">
                <a16:creationId xmlns:a16="http://schemas.microsoft.com/office/drawing/2014/main" id="{E959031D-6A1C-3344-087D-C8FF6C3F3AC6}"/>
              </a:ext>
            </a:extLst>
          </p:cNvPr>
          <p:cNvCxnSpPr>
            <a:cxnSpLocks/>
          </p:cNvCxnSpPr>
          <p:nvPr/>
        </p:nvCxnSpPr>
        <p:spPr>
          <a:xfrm>
            <a:off x="2019498" y="2169897"/>
            <a:ext cx="35013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D76CA5BB-F83C-5CF4-C6C6-A2B8C2DB14C1}"/>
              </a:ext>
            </a:extLst>
          </p:cNvPr>
          <p:cNvSpPr txBox="1"/>
          <p:nvPr/>
        </p:nvSpPr>
        <p:spPr>
          <a:xfrm>
            <a:off x="1335082" y="1069356"/>
            <a:ext cx="789910" cy="646331"/>
          </a:xfrm>
          <a:prstGeom prst="rect">
            <a:avLst/>
          </a:prstGeom>
          <a:noFill/>
        </p:spPr>
        <p:txBody>
          <a:bodyPr wrap="square" rtlCol="0">
            <a:spAutoFit/>
          </a:bodyPr>
          <a:lstStyle/>
          <a:p>
            <a:pPr algn="ctr"/>
            <a:r>
              <a:rPr lang="es-ES" sz="3600" dirty="0">
                <a:latin typeface="Amasis MT Pro" panose="02040504050005020304" pitchFamily="18" charset="0"/>
              </a:rPr>
              <a:t>u</a:t>
            </a:r>
            <a:r>
              <a:rPr lang="es-ES" sz="3600" baseline="-25000" dirty="0">
                <a:latin typeface="Amasis MT Pro" panose="02040504050005020304" pitchFamily="18" charset="0"/>
              </a:rPr>
              <a:t>0</a:t>
            </a:r>
            <a:endParaRPr lang="es-ES" sz="3600" dirty="0">
              <a:latin typeface="Amasis MT Pro" panose="02040504050005020304" pitchFamily="18" charset="0"/>
            </a:endParaRPr>
          </a:p>
        </p:txBody>
      </p:sp>
      <p:sp>
        <p:nvSpPr>
          <p:cNvPr id="29" name="CuadroTexto 28">
            <a:extLst>
              <a:ext uri="{FF2B5EF4-FFF2-40B4-BE49-F238E27FC236}">
                <a16:creationId xmlns:a16="http://schemas.microsoft.com/office/drawing/2014/main" id="{29797643-D6D2-38DE-C051-9182DCC2CAEC}"/>
              </a:ext>
            </a:extLst>
          </p:cNvPr>
          <p:cNvSpPr txBox="1"/>
          <p:nvPr/>
        </p:nvSpPr>
        <p:spPr>
          <a:xfrm>
            <a:off x="1422679" y="1685180"/>
            <a:ext cx="702313" cy="646331"/>
          </a:xfrm>
          <a:prstGeom prst="rect">
            <a:avLst/>
          </a:prstGeom>
          <a:noFill/>
        </p:spPr>
        <p:txBody>
          <a:bodyPr wrap="square" rtlCol="0">
            <a:spAutoFit/>
          </a:bodyPr>
          <a:lstStyle/>
          <a:p>
            <a:pPr algn="ctr"/>
            <a:r>
              <a:rPr lang="el-GR" sz="3600" dirty="0">
                <a:latin typeface="Cambria" panose="02040503050406030204" pitchFamily="18" charset="0"/>
                <a:ea typeface="Cambria" panose="02040503050406030204" pitchFamily="18" charset="0"/>
              </a:rPr>
              <a:t>ξ</a:t>
            </a:r>
            <a:r>
              <a:rPr lang="es-ES" sz="3600" baseline="-25000" dirty="0">
                <a:latin typeface="Amasis MT Pro" panose="02040504050005020304" pitchFamily="18" charset="0"/>
              </a:rPr>
              <a:t>0</a:t>
            </a:r>
            <a:endParaRPr lang="es-ES" sz="3600" dirty="0">
              <a:latin typeface="Amasis MT Pro" panose="02040504050005020304" pitchFamily="18" charset="0"/>
            </a:endParaRPr>
          </a:p>
        </p:txBody>
      </p:sp>
      <p:cxnSp>
        <p:nvCxnSpPr>
          <p:cNvPr id="30" name="Conector recto de flecha 29">
            <a:extLst>
              <a:ext uri="{FF2B5EF4-FFF2-40B4-BE49-F238E27FC236}">
                <a16:creationId xmlns:a16="http://schemas.microsoft.com/office/drawing/2014/main" id="{36762CB3-B716-BF8F-B467-81258216E624}"/>
              </a:ext>
            </a:extLst>
          </p:cNvPr>
          <p:cNvCxnSpPr>
            <a:cxnSpLocks/>
          </p:cNvCxnSpPr>
          <p:nvPr/>
        </p:nvCxnSpPr>
        <p:spPr>
          <a:xfrm flipH="1">
            <a:off x="1969501" y="1597276"/>
            <a:ext cx="15549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ángulo 32">
            <a:extLst>
              <a:ext uri="{FF2B5EF4-FFF2-40B4-BE49-F238E27FC236}">
                <a16:creationId xmlns:a16="http://schemas.microsoft.com/office/drawing/2014/main" id="{8DB6BEF1-CA0C-50F7-7C6F-7412882F5236}"/>
              </a:ext>
            </a:extLst>
          </p:cNvPr>
          <p:cNvSpPr/>
          <p:nvPr/>
        </p:nvSpPr>
        <p:spPr>
          <a:xfrm>
            <a:off x="2367587" y="2027841"/>
            <a:ext cx="4265656" cy="2353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Rectángulo 36">
            <a:extLst>
              <a:ext uri="{FF2B5EF4-FFF2-40B4-BE49-F238E27FC236}">
                <a16:creationId xmlns:a16="http://schemas.microsoft.com/office/drawing/2014/main" id="{A52AF127-EB14-8A5C-63ED-ECCDAF5ABDA1}"/>
              </a:ext>
            </a:extLst>
          </p:cNvPr>
          <p:cNvSpPr/>
          <p:nvPr/>
        </p:nvSpPr>
        <p:spPr>
          <a:xfrm>
            <a:off x="2124992" y="1304051"/>
            <a:ext cx="4747519" cy="241428"/>
          </a:xfrm>
          <a:prstGeom prst="rect">
            <a:avLst/>
          </a:prstGeom>
          <a:solidFill>
            <a:srgbClr val="F572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CuadroTexto 37">
            <a:extLst>
              <a:ext uri="{FF2B5EF4-FFF2-40B4-BE49-F238E27FC236}">
                <a16:creationId xmlns:a16="http://schemas.microsoft.com/office/drawing/2014/main" id="{E277608A-DECA-6F9C-408D-6AB41F7185BB}"/>
              </a:ext>
            </a:extLst>
          </p:cNvPr>
          <p:cNvSpPr txBox="1"/>
          <p:nvPr/>
        </p:nvSpPr>
        <p:spPr>
          <a:xfrm>
            <a:off x="7153813" y="1234863"/>
            <a:ext cx="1593766" cy="369332"/>
          </a:xfrm>
          <a:prstGeom prst="rect">
            <a:avLst/>
          </a:prstGeom>
          <a:noFill/>
        </p:spPr>
        <p:txBody>
          <a:bodyPr wrap="square" rtlCol="0">
            <a:spAutoFit/>
          </a:bodyPr>
          <a:lstStyle/>
          <a:p>
            <a:pPr algn="ctr"/>
            <a:r>
              <a:rPr lang="es-ES" dirty="0">
                <a:solidFill>
                  <a:srgbClr val="F5720F"/>
                </a:solidFill>
                <a:latin typeface="Amasis MT Pro" panose="02040504050005020304" pitchFamily="18" charset="0"/>
              </a:rPr>
              <a:t>Región Q</a:t>
            </a:r>
          </a:p>
        </p:txBody>
      </p:sp>
      <p:cxnSp>
        <p:nvCxnSpPr>
          <p:cNvPr id="40" name="Conector recto 39">
            <a:extLst>
              <a:ext uri="{FF2B5EF4-FFF2-40B4-BE49-F238E27FC236}">
                <a16:creationId xmlns:a16="http://schemas.microsoft.com/office/drawing/2014/main" id="{D49709AC-DC1E-2798-386F-B67ED617F981}"/>
              </a:ext>
            </a:extLst>
          </p:cNvPr>
          <p:cNvCxnSpPr>
            <a:cxnSpLocks/>
          </p:cNvCxnSpPr>
          <p:nvPr/>
        </p:nvCxnSpPr>
        <p:spPr>
          <a:xfrm>
            <a:off x="1422679" y="2681271"/>
            <a:ext cx="74993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ángulo 41">
            <a:extLst>
              <a:ext uri="{FF2B5EF4-FFF2-40B4-BE49-F238E27FC236}">
                <a16:creationId xmlns:a16="http://schemas.microsoft.com/office/drawing/2014/main" id="{96DE2019-2489-A68B-C5C4-8FBCA19BF907}"/>
              </a:ext>
            </a:extLst>
          </p:cNvPr>
          <p:cNvSpPr/>
          <p:nvPr/>
        </p:nvSpPr>
        <p:spPr>
          <a:xfrm>
            <a:off x="2207720" y="2748090"/>
            <a:ext cx="1401203" cy="231622"/>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Rectángulo 42">
            <a:extLst>
              <a:ext uri="{FF2B5EF4-FFF2-40B4-BE49-F238E27FC236}">
                <a16:creationId xmlns:a16="http://schemas.microsoft.com/office/drawing/2014/main" id="{62E4382B-E14B-E7F8-8E4F-01EA5404271F}"/>
              </a:ext>
            </a:extLst>
          </p:cNvPr>
          <p:cNvSpPr/>
          <p:nvPr/>
        </p:nvSpPr>
        <p:spPr>
          <a:xfrm>
            <a:off x="5391678" y="2752647"/>
            <a:ext cx="1401203" cy="23534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CuadroTexto 43">
            <a:extLst>
              <a:ext uri="{FF2B5EF4-FFF2-40B4-BE49-F238E27FC236}">
                <a16:creationId xmlns:a16="http://schemas.microsoft.com/office/drawing/2014/main" id="{AF011350-660D-C282-C7E1-295DBA1093A7}"/>
              </a:ext>
            </a:extLst>
          </p:cNvPr>
          <p:cNvSpPr txBox="1"/>
          <p:nvPr/>
        </p:nvSpPr>
        <p:spPr>
          <a:xfrm>
            <a:off x="7134296" y="2673697"/>
            <a:ext cx="1593766" cy="369332"/>
          </a:xfrm>
          <a:prstGeom prst="rect">
            <a:avLst/>
          </a:prstGeom>
          <a:noFill/>
        </p:spPr>
        <p:txBody>
          <a:bodyPr wrap="square" rtlCol="0">
            <a:spAutoFit/>
          </a:bodyPr>
          <a:lstStyle/>
          <a:p>
            <a:pPr algn="ctr"/>
            <a:r>
              <a:rPr lang="es-ES" dirty="0">
                <a:solidFill>
                  <a:srgbClr val="00B050"/>
                </a:solidFill>
                <a:latin typeface="Amasis MT Pro" panose="02040504050005020304" pitchFamily="18" charset="0"/>
              </a:rPr>
              <a:t>Ensanchado</a:t>
            </a:r>
          </a:p>
        </p:txBody>
      </p:sp>
      <p:sp>
        <p:nvSpPr>
          <p:cNvPr id="45" name="Rectángulo 44">
            <a:extLst>
              <a:ext uri="{FF2B5EF4-FFF2-40B4-BE49-F238E27FC236}">
                <a16:creationId xmlns:a16="http://schemas.microsoft.com/office/drawing/2014/main" id="{A3B3A01D-7192-A4B7-7668-BF3598B5206E}"/>
              </a:ext>
            </a:extLst>
          </p:cNvPr>
          <p:cNvSpPr/>
          <p:nvPr/>
        </p:nvSpPr>
        <p:spPr>
          <a:xfrm>
            <a:off x="2497170" y="3093732"/>
            <a:ext cx="822302" cy="23534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Rectángulo 45">
            <a:extLst>
              <a:ext uri="{FF2B5EF4-FFF2-40B4-BE49-F238E27FC236}">
                <a16:creationId xmlns:a16="http://schemas.microsoft.com/office/drawing/2014/main" id="{445E581A-2116-0F75-E597-73E04553526A}"/>
              </a:ext>
            </a:extLst>
          </p:cNvPr>
          <p:cNvSpPr/>
          <p:nvPr/>
        </p:nvSpPr>
        <p:spPr>
          <a:xfrm>
            <a:off x="5681128" y="3093732"/>
            <a:ext cx="822302" cy="23534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CuadroTexto 46">
            <a:extLst>
              <a:ext uri="{FF2B5EF4-FFF2-40B4-BE49-F238E27FC236}">
                <a16:creationId xmlns:a16="http://schemas.microsoft.com/office/drawing/2014/main" id="{884EF36D-CE37-4718-0E96-8B198ABCCA8C}"/>
              </a:ext>
            </a:extLst>
          </p:cNvPr>
          <p:cNvSpPr txBox="1"/>
          <p:nvPr/>
        </p:nvSpPr>
        <p:spPr>
          <a:xfrm>
            <a:off x="7134296" y="3028507"/>
            <a:ext cx="1593766" cy="369332"/>
          </a:xfrm>
          <a:prstGeom prst="rect">
            <a:avLst/>
          </a:prstGeom>
          <a:noFill/>
        </p:spPr>
        <p:txBody>
          <a:bodyPr wrap="square" rtlCol="0">
            <a:spAutoFit/>
          </a:bodyPr>
          <a:lstStyle/>
          <a:p>
            <a:pPr algn="ctr"/>
            <a:r>
              <a:rPr lang="es-ES" dirty="0">
                <a:solidFill>
                  <a:srgbClr val="C00000"/>
                </a:solidFill>
                <a:latin typeface="Amasis MT Pro" panose="02040504050005020304" pitchFamily="18" charset="0"/>
              </a:rPr>
              <a:t>Reducido</a:t>
            </a:r>
          </a:p>
        </p:txBody>
      </p:sp>
      <p:sp>
        <p:nvSpPr>
          <p:cNvPr id="48" name="Rectángulo 47">
            <a:extLst>
              <a:ext uri="{FF2B5EF4-FFF2-40B4-BE49-F238E27FC236}">
                <a16:creationId xmlns:a16="http://schemas.microsoft.com/office/drawing/2014/main" id="{19F2A8E9-7CF6-CC47-C603-D1166CB8067C}"/>
              </a:ext>
            </a:extLst>
          </p:cNvPr>
          <p:cNvSpPr/>
          <p:nvPr/>
        </p:nvSpPr>
        <p:spPr>
          <a:xfrm>
            <a:off x="2495246" y="3455710"/>
            <a:ext cx="272190"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Rectángulo 48">
            <a:extLst>
              <a:ext uri="{FF2B5EF4-FFF2-40B4-BE49-F238E27FC236}">
                <a16:creationId xmlns:a16="http://schemas.microsoft.com/office/drawing/2014/main" id="{60B31ACA-7487-9056-F65D-AC647EE01029}"/>
              </a:ext>
            </a:extLst>
          </p:cNvPr>
          <p:cNvSpPr/>
          <p:nvPr/>
        </p:nvSpPr>
        <p:spPr>
          <a:xfrm>
            <a:off x="3053909" y="3455710"/>
            <a:ext cx="265563"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Rectángulo 49">
            <a:extLst>
              <a:ext uri="{FF2B5EF4-FFF2-40B4-BE49-F238E27FC236}">
                <a16:creationId xmlns:a16="http://schemas.microsoft.com/office/drawing/2014/main" id="{2EBDE9CB-ECC5-7EDF-B0E1-3A78E5487B43}"/>
              </a:ext>
            </a:extLst>
          </p:cNvPr>
          <p:cNvSpPr/>
          <p:nvPr/>
        </p:nvSpPr>
        <p:spPr>
          <a:xfrm>
            <a:off x="6234554" y="3455710"/>
            <a:ext cx="268876"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Rectángulo 50">
            <a:extLst>
              <a:ext uri="{FF2B5EF4-FFF2-40B4-BE49-F238E27FC236}">
                <a16:creationId xmlns:a16="http://schemas.microsoft.com/office/drawing/2014/main" id="{9989FDC3-D314-C28A-4AB2-919FA74B5844}"/>
              </a:ext>
            </a:extLst>
          </p:cNvPr>
          <p:cNvSpPr/>
          <p:nvPr/>
        </p:nvSpPr>
        <p:spPr>
          <a:xfrm>
            <a:off x="5681128" y="3455710"/>
            <a:ext cx="272190"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5E20A90C-13E2-5737-5967-E54B0E2DA2DB}"/>
              </a:ext>
            </a:extLst>
          </p:cNvPr>
          <p:cNvSpPr txBox="1"/>
          <p:nvPr/>
        </p:nvSpPr>
        <p:spPr>
          <a:xfrm>
            <a:off x="6695317" y="3352497"/>
            <a:ext cx="2510757" cy="369332"/>
          </a:xfrm>
          <a:prstGeom prst="rect">
            <a:avLst/>
          </a:prstGeom>
          <a:noFill/>
        </p:spPr>
        <p:txBody>
          <a:bodyPr wrap="square" rtlCol="0">
            <a:spAutoFit/>
          </a:bodyPr>
          <a:lstStyle/>
          <a:p>
            <a:pPr algn="ctr"/>
            <a:r>
              <a:rPr lang="es-ES" dirty="0">
                <a:solidFill>
                  <a:srgbClr val="0070C0"/>
                </a:solidFill>
                <a:latin typeface="Amasis MT Pro" panose="02040504050005020304" pitchFamily="18" charset="0"/>
              </a:rPr>
              <a:t>Aguantan 2 iteraciones</a:t>
            </a:r>
          </a:p>
        </p:txBody>
      </p:sp>
      <p:cxnSp>
        <p:nvCxnSpPr>
          <p:cNvPr id="54" name="Conector recto 53">
            <a:extLst>
              <a:ext uri="{FF2B5EF4-FFF2-40B4-BE49-F238E27FC236}">
                <a16:creationId xmlns:a16="http://schemas.microsoft.com/office/drawing/2014/main" id="{E0A6FC2C-681B-BA86-78DD-AFA08605CB86}"/>
              </a:ext>
            </a:extLst>
          </p:cNvPr>
          <p:cNvCxnSpPr>
            <a:cxnSpLocks/>
          </p:cNvCxnSpPr>
          <p:nvPr/>
        </p:nvCxnSpPr>
        <p:spPr>
          <a:xfrm>
            <a:off x="1422679" y="3759347"/>
            <a:ext cx="74993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Rectángulo 62">
            <a:extLst>
              <a:ext uri="{FF2B5EF4-FFF2-40B4-BE49-F238E27FC236}">
                <a16:creationId xmlns:a16="http://schemas.microsoft.com/office/drawing/2014/main" id="{D7223355-D249-D7F4-D630-36D559BC3A1D}"/>
              </a:ext>
            </a:extLst>
          </p:cNvPr>
          <p:cNvSpPr/>
          <p:nvPr/>
        </p:nvSpPr>
        <p:spPr>
          <a:xfrm>
            <a:off x="2367587" y="3846112"/>
            <a:ext cx="1081924" cy="238165"/>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4" name="Rectángulo 63">
            <a:extLst>
              <a:ext uri="{FF2B5EF4-FFF2-40B4-BE49-F238E27FC236}">
                <a16:creationId xmlns:a16="http://schemas.microsoft.com/office/drawing/2014/main" id="{38D9CDF0-B9B8-F1AA-424E-C26B53B30DC9}"/>
              </a:ext>
            </a:extLst>
          </p:cNvPr>
          <p:cNvSpPr/>
          <p:nvPr/>
        </p:nvSpPr>
        <p:spPr>
          <a:xfrm>
            <a:off x="5551318" y="3846111"/>
            <a:ext cx="1081924" cy="238165"/>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5" name="CuadroTexto 64">
            <a:extLst>
              <a:ext uri="{FF2B5EF4-FFF2-40B4-BE49-F238E27FC236}">
                <a16:creationId xmlns:a16="http://schemas.microsoft.com/office/drawing/2014/main" id="{C15313CE-0375-C550-9EC9-562C79831C82}"/>
              </a:ext>
            </a:extLst>
          </p:cNvPr>
          <p:cNvSpPr txBox="1"/>
          <p:nvPr/>
        </p:nvSpPr>
        <p:spPr>
          <a:xfrm>
            <a:off x="7153813" y="3758536"/>
            <a:ext cx="1593766" cy="369332"/>
          </a:xfrm>
          <a:prstGeom prst="rect">
            <a:avLst/>
          </a:prstGeom>
          <a:noFill/>
        </p:spPr>
        <p:txBody>
          <a:bodyPr wrap="square" rtlCol="0">
            <a:spAutoFit/>
          </a:bodyPr>
          <a:lstStyle/>
          <a:p>
            <a:pPr algn="ctr"/>
            <a:r>
              <a:rPr lang="es-ES" dirty="0">
                <a:solidFill>
                  <a:srgbClr val="00B050"/>
                </a:solidFill>
                <a:latin typeface="Amasis MT Pro" panose="02040504050005020304" pitchFamily="18" charset="0"/>
              </a:rPr>
              <a:t>Ensanchado</a:t>
            </a:r>
          </a:p>
        </p:txBody>
      </p:sp>
      <p:sp>
        <p:nvSpPr>
          <p:cNvPr id="66" name="Rectángulo 65">
            <a:extLst>
              <a:ext uri="{FF2B5EF4-FFF2-40B4-BE49-F238E27FC236}">
                <a16:creationId xmlns:a16="http://schemas.microsoft.com/office/drawing/2014/main" id="{1178176F-ABFA-F218-161B-844A9C65909B}"/>
              </a:ext>
            </a:extLst>
          </p:cNvPr>
          <p:cNvSpPr/>
          <p:nvPr/>
        </p:nvSpPr>
        <p:spPr>
          <a:xfrm>
            <a:off x="2581380" y="4189618"/>
            <a:ext cx="653882" cy="23816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Rectángulo 68">
            <a:extLst>
              <a:ext uri="{FF2B5EF4-FFF2-40B4-BE49-F238E27FC236}">
                <a16:creationId xmlns:a16="http://schemas.microsoft.com/office/drawing/2014/main" id="{106E849F-489A-F326-2F74-656337B86317}"/>
              </a:ext>
            </a:extLst>
          </p:cNvPr>
          <p:cNvSpPr/>
          <p:nvPr/>
        </p:nvSpPr>
        <p:spPr>
          <a:xfrm>
            <a:off x="5765338" y="4189618"/>
            <a:ext cx="653882" cy="23816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CuadroTexto 69">
            <a:extLst>
              <a:ext uri="{FF2B5EF4-FFF2-40B4-BE49-F238E27FC236}">
                <a16:creationId xmlns:a16="http://schemas.microsoft.com/office/drawing/2014/main" id="{5826F9A4-2166-8E8D-2782-732FFA333642}"/>
              </a:ext>
            </a:extLst>
          </p:cNvPr>
          <p:cNvSpPr txBox="1"/>
          <p:nvPr/>
        </p:nvSpPr>
        <p:spPr>
          <a:xfrm>
            <a:off x="7134295" y="4133359"/>
            <a:ext cx="1593766" cy="369332"/>
          </a:xfrm>
          <a:prstGeom prst="rect">
            <a:avLst/>
          </a:prstGeom>
          <a:noFill/>
        </p:spPr>
        <p:txBody>
          <a:bodyPr wrap="square" rtlCol="0">
            <a:spAutoFit/>
          </a:bodyPr>
          <a:lstStyle/>
          <a:p>
            <a:pPr algn="ctr"/>
            <a:r>
              <a:rPr lang="es-ES" dirty="0">
                <a:solidFill>
                  <a:srgbClr val="C00000"/>
                </a:solidFill>
                <a:latin typeface="Amasis MT Pro" panose="02040504050005020304" pitchFamily="18" charset="0"/>
              </a:rPr>
              <a:t>Reducido</a:t>
            </a:r>
          </a:p>
        </p:txBody>
      </p:sp>
      <p:sp>
        <p:nvSpPr>
          <p:cNvPr id="71" name="Rectángulo 70">
            <a:extLst>
              <a:ext uri="{FF2B5EF4-FFF2-40B4-BE49-F238E27FC236}">
                <a16:creationId xmlns:a16="http://schemas.microsoft.com/office/drawing/2014/main" id="{D8A2ED5B-F3A1-FB61-FA7E-0BFBDBF756CC}"/>
              </a:ext>
            </a:extLst>
          </p:cNvPr>
          <p:cNvSpPr/>
          <p:nvPr/>
        </p:nvSpPr>
        <p:spPr>
          <a:xfrm>
            <a:off x="2581380" y="4539378"/>
            <a:ext cx="186056"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2" name="Rectángulo 71">
            <a:extLst>
              <a:ext uri="{FF2B5EF4-FFF2-40B4-BE49-F238E27FC236}">
                <a16:creationId xmlns:a16="http://schemas.microsoft.com/office/drawing/2014/main" id="{F105A983-139C-F382-B89E-CC2E0288D921}"/>
              </a:ext>
            </a:extLst>
          </p:cNvPr>
          <p:cNvSpPr/>
          <p:nvPr/>
        </p:nvSpPr>
        <p:spPr>
          <a:xfrm>
            <a:off x="3048512" y="4539379"/>
            <a:ext cx="186055"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5" name="Rectángulo 74">
            <a:extLst>
              <a:ext uri="{FF2B5EF4-FFF2-40B4-BE49-F238E27FC236}">
                <a16:creationId xmlns:a16="http://schemas.microsoft.com/office/drawing/2014/main" id="{3BE97593-1059-48B0-1AEE-5DA96B4656BC}"/>
              </a:ext>
            </a:extLst>
          </p:cNvPr>
          <p:cNvSpPr/>
          <p:nvPr/>
        </p:nvSpPr>
        <p:spPr>
          <a:xfrm>
            <a:off x="5766033" y="4533784"/>
            <a:ext cx="186056"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Rectángulo 75">
            <a:extLst>
              <a:ext uri="{FF2B5EF4-FFF2-40B4-BE49-F238E27FC236}">
                <a16:creationId xmlns:a16="http://schemas.microsoft.com/office/drawing/2014/main" id="{041419C8-A690-25EB-9F3C-A6E7CB3A34D1}"/>
              </a:ext>
            </a:extLst>
          </p:cNvPr>
          <p:cNvSpPr/>
          <p:nvPr/>
        </p:nvSpPr>
        <p:spPr>
          <a:xfrm>
            <a:off x="6233165" y="4533785"/>
            <a:ext cx="186055"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7" name="CuadroTexto 76">
            <a:extLst>
              <a:ext uri="{FF2B5EF4-FFF2-40B4-BE49-F238E27FC236}">
                <a16:creationId xmlns:a16="http://schemas.microsoft.com/office/drawing/2014/main" id="{78F5E2E6-0A22-DB19-7F89-05E8BC55667E}"/>
              </a:ext>
            </a:extLst>
          </p:cNvPr>
          <p:cNvSpPr txBox="1"/>
          <p:nvPr/>
        </p:nvSpPr>
        <p:spPr>
          <a:xfrm>
            <a:off x="6633242" y="4447582"/>
            <a:ext cx="2510757" cy="369332"/>
          </a:xfrm>
          <a:prstGeom prst="rect">
            <a:avLst/>
          </a:prstGeom>
          <a:noFill/>
        </p:spPr>
        <p:txBody>
          <a:bodyPr wrap="square" rtlCol="0">
            <a:spAutoFit/>
          </a:bodyPr>
          <a:lstStyle/>
          <a:p>
            <a:pPr algn="ctr"/>
            <a:r>
              <a:rPr lang="es-ES" dirty="0">
                <a:solidFill>
                  <a:srgbClr val="0070C0"/>
                </a:solidFill>
                <a:latin typeface="Amasis MT Pro" panose="02040504050005020304" pitchFamily="18" charset="0"/>
              </a:rPr>
              <a:t>Aguantan 3 iteraciones</a:t>
            </a:r>
          </a:p>
        </p:txBody>
      </p:sp>
      <p:cxnSp>
        <p:nvCxnSpPr>
          <p:cNvPr id="78" name="Conector recto 77">
            <a:extLst>
              <a:ext uri="{FF2B5EF4-FFF2-40B4-BE49-F238E27FC236}">
                <a16:creationId xmlns:a16="http://schemas.microsoft.com/office/drawing/2014/main" id="{568C8455-2C44-5EA0-B1F1-E6D25F32A45E}"/>
              </a:ext>
            </a:extLst>
          </p:cNvPr>
          <p:cNvCxnSpPr>
            <a:cxnSpLocks/>
          </p:cNvCxnSpPr>
          <p:nvPr/>
        </p:nvCxnSpPr>
        <p:spPr>
          <a:xfrm>
            <a:off x="1422679" y="4905088"/>
            <a:ext cx="74993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Elipse 78">
            <a:extLst>
              <a:ext uri="{FF2B5EF4-FFF2-40B4-BE49-F238E27FC236}">
                <a16:creationId xmlns:a16="http://schemas.microsoft.com/office/drawing/2014/main" id="{FD1C2368-C9A6-92C0-B7C5-F1A2240950C6}"/>
              </a:ext>
            </a:extLst>
          </p:cNvPr>
          <p:cNvSpPr/>
          <p:nvPr/>
        </p:nvSpPr>
        <p:spPr>
          <a:xfrm>
            <a:off x="4510860" y="5001460"/>
            <a:ext cx="105255" cy="1052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0" name="Elipse 79">
            <a:extLst>
              <a:ext uri="{FF2B5EF4-FFF2-40B4-BE49-F238E27FC236}">
                <a16:creationId xmlns:a16="http://schemas.microsoft.com/office/drawing/2014/main" id="{CEE22517-80C3-ADD5-7567-C249761B0B08}"/>
              </a:ext>
            </a:extLst>
          </p:cNvPr>
          <p:cNvSpPr/>
          <p:nvPr/>
        </p:nvSpPr>
        <p:spPr>
          <a:xfrm>
            <a:off x="4508011" y="5209049"/>
            <a:ext cx="105255" cy="1052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1" name="Elipse 80">
            <a:extLst>
              <a:ext uri="{FF2B5EF4-FFF2-40B4-BE49-F238E27FC236}">
                <a16:creationId xmlns:a16="http://schemas.microsoft.com/office/drawing/2014/main" id="{ECFB04E2-83FC-70D5-04CE-3961460FD855}"/>
              </a:ext>
            </a:extLst>
          </p:cNvPr>
          <p:cNvSpPr/>
          <p:nvPr/>
        </p:nvSpPr>
        <p:spPr>
          <a:xfrm>
            <a:off x="4508011" y="5410675"/>
            <a:ext cx="105255" cy="10525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82" name="Conector recto 81">
            <a:extLst>
              <a:ext uri="{FF2B5EF4-FFF2-40B4-BE49-F238E27FC236}">
                <a16:creationId xmlns:a16="http://schemas.microsoft.com/office/drawing/2014/main" id="{BA63E1BD-1C86-010E-2B5E-AB6F1CB96110}"/>
              </a:ext>
            </a:extLst>
          </p:cNvPr>
          <p:cNvCxnSpPr>
            <a:cxnSpLocks/>
          </p:cNvCxnSpPr>
          <p:nvPr/>
        </p:nvCxnSpPr>
        <p:spPr>
          <a:xfrm>
            <a:off x="1422679" y="5636389"/>
            <a:ext cx="74993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CuadroTexto 82">
            <a:extLst>
              <a:ext uri="{FF2B5EF4-FFF2-40B4-BE49-F238E27FC236}">
                <a16:creationId xmlns:a16="http://schemas.microsoft.com/office/drawing/2014/main" id="{C5731E17-62BD-90D7-60E7-45C599605CDE}"/>
              </a:ext>
            </a:extLst>
          </p:cNvPr>
          <p:cNvSpPr txBox="1"/>
          <p:nvPr/>
        </p:nvSpPr>
        <p:spPr>
          <a:xfrm>
            <a:off x="173621" y="3874018"/>
            <a:ext cx="1821393" cy="646331"/>
          </a:xfrm>
          <a:prstGeom prst="rect">
            <a:avLst/>
          </a:prstGeom>
          <a:noFill/>
        </p:spPr>
        <p:txBody>
          <a:bodyPr wrap="square" rtlCol="0">
            <a:spAutoFit/>
          </a:bodyPr>
          <a:lstStyle/>
          <a:p>
            <a:pPr algn="ctr"/>
            <a:r>
              <a:rPr lang="es-ES" dirty="0">
                <a:latin typeface="Amasis MT Pro" panose="02040504050005020304" pitchFamily="18" charset="0"/>
              </a:rPr>
              <a:t>Une los bloques separados</a:t>
            </a:r>
          </a:p>
        </p:txBody>
      </p:sp>
      <p:cxnSp>
        <p:nvCxnSpPr>
          <p:cNvPr id="84" name="Conector recto de flecha 83">
            <a:extLst>
              <a:ext uri="{FF2B5EF4-FFF2-40B4-BE49-F238E27FC236}">
                <a16:creationId xmlns:a16="http://schemas.microsoft.com/office/drawing/2014/main" id="{4EAF69AA-0309-27DB-1A07-4E67A7B21ADA}"/>
              </a:ext>
            </a:extLst>
          </p:cNvPr>
          <p:cNvCxnSpPr>
            <a:cxnSpLocks/>
          </p:cNvCxnSpPr>
          <p:nvPr/>
        </p:nvCxnSpPr>
        <p:spPr>
          <a:xfrm flipH="1">
            <a:off x="1869783" y="4125452"/>
            <a:ext cx="427731" cy="141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ector recto de flecha 84">
            <a:extLst>
              <a:ext uri="{FF2B5EF4-FFF2-40B4-BE49-F238E27FC236}">
                <a16:creationId xmlns:a16="http://schemas.microsoft.com/office/drawing/2014/main" id="{8AA1B558-C17C-6233-D0CD-F7A25E247801}"/>
              </a:ext>
            </a:extLst>
          </p:cNvPr>
          <p:cNvCxnSpPr>
            <a:cxnSpLocks/>
          </p:cNvCxnSpPr>
          <p:nvPr/>
        </p:nvCxnSpPr>
        <p:spPr>
          <a:xfrm>
            <a:off x="1084317" y="4631855"/>
            <a:ext cx="0" cy="3821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CuadroTexto 85">
            <a:extLst>
              <a:ext uri="{FF2B5EF4-FFF2-40B4-BE49-F238E27FC236}">
                <a16:creationId xmlns:a16="http://schemas.microsoft.com/office/drawing/2014/main" id="{CC0DF589-0BAB-10F4-B8AF-D8359E8082F3}"/>
              </a:ext>
            </a:extLst>
          </p:cNvPr>
          <p:cNvSpPr txBox="1"/>
          <p:nvPr/>
        </p:nvSpPr>
        <p:spPr>
          <a:xfrm>
            <a:off x="-317740" y="5023544"/>
            <a:ext cx="2950314" cy="523220"/>
          </a:xfrm>
          <a:prstGeom prst="rect">
            <a:avLst/>
          </a:prstGeom>
          <a:noFill/>
        </p:spPr>
        <p:txBody>
          <a:bodyPr wrap="square" rtlCol="0">
            <a:spAutoFit/>
          </a:bodyPr>
          <a:lstStyle/>
          <a:p>
            <a:pPr algn="ctr"/>
            <a:r>
              <a:rPr lang="es-ES" sz="2800" b="1" dirty="0">
                <a:latin typeface="Amasis MT Pro" panose="02040504050005020304" pitchFamily="18" charset="0"/>
              </a:rPr>
              <a:t>CONVERGE</a:t>
            </a:r>
          </a:p>
        </p:txBody>
      </p:sp>
      <p:sp>
        <p:nvSpPr>
          <p:cNvPr id="89" name="Rectángulo 88">
            <a:extLst>
              <a:ext uri="{FF2B5EF4-FFF2-40B4-BE49-F238E27FC236}">
                <a16:creationId xmlns:a16="http://schemas.microsoft.com/office/drawing/2014/main" id="{94067401-4C8B-04F4-9931-F21CCA316108}"/>
              </a:ext>
            </a:extLst>
          </p:cNvPr>
          <p:cNvSpPr/>
          <p:nvPr/>
        </p:nvSpPr>
        <p:spPr>
          <a:xfrm>
            <a:off x="3076934" y="5744011"/>
            <a:ext cx="129209"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 name="CuadroTexto 93">
            <a:extLst>
              <a:ext uri="{FF2B5EF4-FFF2-40B4-BE49-F238E27FC236}">
                <a16:creationId xmlns:a16="http://schemas.microsoft.com/office/drawing/2014/main" id="{CCA09E7A-54D2-4683-B8E7-F66EC721D1BD}"/>
              </a:ext>
            </a:extLst>
          </p:cNvPr>
          <p:cNvSpPr txBox="1"/>
          <p:nvPr/>
        </p:nvSpPr>
        <p:spPr>
          <a:xfrm>
            <a:off x="6633242" y="5681497"/>
            <a:ext cx="2510757" cy="369332"/>
          </a:xfrm>
          <a:prstGeom prst="rect">
            <a:avLst/>
          </a:prstGeom>
          <a:noFill/>
        </p:spPr>
        <p:txBody>
          <a:bodyPr wrap="square" rtlCol="0">
            <a:spAutoFit/>
          </a:bodyPr>
          <a:lstStyle/>
          <a:p>
            <a:pPr algn="ctr"/>
            <a:r>
              <a:rPr lang="es-ES" dirty="0">
                <a:solidFill>
                  <a:srgbClr val="0070C0"/>
                </a:solidFill>
                <a:latin typeface="Amasis MT Pro" panose="02040504050005020304" pitchFamily="18" charset="0"/>
              </a:rPr>
              <a:t>Aguantan </a:t>
            </a:r>
            <a:r>
              <a:rPr lang="es-ES" dirty="0">
                <a:solidFill>
                  <a:srgbClr val="0070C0"/>
                </a:solidFill>
                <a:latin typeface="Times New Roman" panose="02020603050405020304" pitchFamily="18" charset="0"/>
                <a:cs typeface="Times New Roman" panose="02020603050405020304" pitchFamily="18" charset="0"/>
              </a:rPr>
              <a:t>∞ </a:t>
            </a:r>
            <a:r>
              <a:rPr lang="es-ES" dirty="0">
                <a:solidFill>
                  <a:srgbClr val="0070C0"/>
                </a:solidFill>
                <a:latin typeface="Amasis MT Pro" panose="02040504050005020304" pitchFamily="18" charset="0"/>
              </a:rPr>
              <a:t>iteraciones</a:t>
            </a:r>
          </a:p>
        </p:txBody>
      </p:sp>
      <p:sp>
        <p:nvSpPr>
          <p:cNvPr id="95" name="Rectángulo 94">
            <a:extLst>
              <a:ext uri="{FF2B5EF4-FFF2-40B4-BE49-F238E27FC236}">
                <a16:creationId xmlns:a16="http://schemas.microsoft.com/office/drawing/2014/main" id="{94F8B7F7-7D13-86AA-405A-051690513755}"/>
              </a:ext>
            </a:extLst>
          </p:cNvPr>
          <p:cNvSpPr/>
          <p:nvPr/>
        </p:nvSpPr>
        <p:spPr>
          <a:xfrm>
            <a:off x="2609803" y="5744011"/>
            <a:ext cx="129209"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6" name="Rectángulo 95">
            <a:extLst>
              <a:ext uri="{FF2B5EF4-FFF2-40B4-BE49-F238E27FC236}">
                <a16:creationId xmlns:a16="http://schemas.microsoft.com/office/drawing/2014/main" id="{B0710BD8-F165-A2A6-3BE5-391D1A637442}"/>
              </a:ext>
            </a:extLst>
          </p:cNvPr>
          <p:cNvSpPr/>
          <p:nvPr/>
        </p:nvSpPr>
        <p:spPr>
          <a:xfrm>
            <a:off x="6264515" y="5740775"/>
            <a:ext cx="129209"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7" name="Rectángulo 96">
            <a:extLst>
              <a:ext uri="{FF2B5EF4-FFF2-40B4-BE49-F238E27FC236}">
                <a16:creationId xmlns:a16="http://schemas.microsoft.com/office/drawing/2014/main" id="{4DD2E9EE-361D-CDF9-E8D3-8ACC68BD907B}"/>
              </a:ext>
            </a:extLst>
          </p:cNvPr>
          <p:cNvSpPr/>
          <p:nvPr/>
        </p:nvSpPr>
        <p:spPr>
          <a:xfrm>
            <a:off x="5797384" y="5740775"/>
            <a:ext cx="129209" cy="23534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Marcador de número de diapositiva 2">
            <a:extLst>
              <a:ext uri="{FF2B5EF4-FFF2-40B4-BE49-F238E27FC236}">
                <a16:creationId xmlns:a16="http://schemas.microsoft.com/office/drawing/2014/main" id="{031CB443-597A-E487-9A37-06BDF9164D97}"/>
              </a:ext>
            </a:extLst>
          </p:cNvPr>
          <p:cNvSpPr>
            <a:spLocks noGrp="1"/>
          </p:cNvSpPr>
          <p:nvPr>
            <p:ph type="sldNum" sz="quarter" idx="12"/>
          </p:nvPr>
        </p:nvSpPr>
        <p:spPr/>
        <p:txBody>
          <a:bodyPr/>
          <a:lstStyle/>
          <a:p>
            <a:fld id="{CC057153-B650-4DEB-B370-79DDCFDCE934}" type="slidenum">
              <a:rPr lang="en-US" smtClean="0"/>
              <a:pPr/>
              <a:t>35</a:t>
            </a:fld>
            <a:r>
              <a:rPr lang="en-US"/>
              <a:t> / 57</a:t>
            </a:r>
            <a:endParaRPr lang="en-US" dirty="0"/>
          </a:p>
        </p:txBody>
      </p:sp>
      <p:sp>
        <p:nvSpPr>
          <p:cNvPr id="5" name="CuadroTexto 4">
            <a:extLst>
              <a:ext uri="{FF2B5EF4-FFF2-40B4-BE49-F238E27FC236}">
                <a16:creationId xmlns:a16="http://schemas.microsoft.com/office/drawing/2014/main" id="{72C07235-1576-86AC-1258-3990969CC7C8}"/>
              </a:ext>
            </a:extLst>
          </p:cNvPr>
          <p:cNvSpPr txBox="1"/>
          <p:nvPr/>
        </p:nvSpPr>
        <p:spPr>
          <a:xfrm>
            <a:off x="858031" y="6083741"/>
            <a:ext cx="7299960"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Conjunto seguro</a:t>
            </a:r>
            <a:endParaRPr lang="es-ES" sz="3600" dirty="0">
              <a:solidFill>
                <a:srgbClr val="0070C0"/>
              </a:solidFill>
              <a:latin typeface="Amasis MT Pro" panose="02040504050005020304" pitchFamily="18" charset="0"/>
            </a:endParaRPr>
          </a:p>
        </p:txBody>
      </p:sp>
    </p:spTree>
    <p:extLst>
      <p:ext uri="{BB962C8B-B14F-4D97-AF65-F5344CB8AC3E}">
        <p14:creationId xmlns:p14="http://schemas.microsoft.com/office/powerpoint/2010/main" val="863527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901C2-A62A-56AA-741F-550F5C1112BF}"/>
            </a:ext>
          </a:extLst>
        </p:cNvPr>
        <p:cNvGrpSpPr/>
        <p:nvPr/>
      </p:nvGrpSpPr>
      <p:grpSpPr>
        <a:xfrm>
          <a:off x="0" y="0"/>
          <a:ext cx="0" cy="0"/>
          <a:chOff x="0" y="0"/>
          <a:chExt cx="0" cy="0"/>
        </a:xfrm>
      </p:grpSpPr>
      <p:pic>
        <p:nvPicPr>
          <p:cNvPr id="5" name="Imagen 4" descr="Gráfico&#10;&#10;El contenido generado por IA puede ser incorrecto.">
            <a:extLst>
              <a:ext uri="{FF2B5EF4-FFF2-40B4-BE49-F238E27FC236}">
                <a16:creationId xmlns:a16="http://schemas.microsoft.com/office/drawing/2014/main" id="{59D61FBE-2BC8-37E3-402E-A5EFADC09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65358"/>
            <a:ext cx="13735198" cy="3748658"/>
          </a:xfrm>
          <a:prstGeom prst="rect">
            <a:avLst/>
          </a:prstGeom>
        </p:spPr>
      </p:pic>
      <p:sp>
        <p:nvSpPr>
          <p:cNvPr id="6" name="CuadroTexto 5">
            <a:extLst>
              <a:ext uri="{FF2B5EF4-FFF2-40B4-BE49-F238E27FC236}">
                <a16:creationId xmlns:a16="http://schemas.microsoft.com/office/drawing/2014/main" id="{B4F20BC9-41FC-33A7-37DF-6FD97832B10C}"/>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C00000"/>
                </a:solidFill>
                <a:latin typeface="Amasis MT Pro Light" panose="02040304050005020304" pitchFamily="18" charset="0"/>
                <a:cs typeface="Adobe Devanagari" panose="02040503050201020203" pitchFamily="18" charset="0"/>
              </a:rPr>
              <a:t>Funciones</a:t>
            </a:r>
            <a:r>
              <a:rPr lang="es-ES" sz="5400" b="1" dirty="0">
                <a:solidFill>
                  <a:srgbClr val="0070C0"/>
                </a:solidFill>
                <a:latin typeface="Amasis MT Pro Light" panose="02040304050005020304" pitchFamily="18" charset="0"/>
                <a:cs typeface="Adobe Devanagari" panose="02040503050201020203" pitchFamily="18" charset="0"/>
              </a:rPr>
              <a:t> </a:t>
            </a:r>
            <a:r>
              <a:rPr lang="es-ES" sz="5400" b="1" dirty="0">
                <a:latin typeface="Amasis MT Pro Light" panose="02040304050005020304" pitchFamily="18" charset="0"/>
                <a:cs typeface="Adobe Devanagari" panose="02040503050201020203" pitchFamily="18" charset="0"/>
              </a:rPr>
              <a:t>y</a:t>
            </a:r>
            <a:r>
              <a:rPr lang="es-ES" sz="5400" b="1" dirty="0">
                <a:solidFill>
                  <a:srgbClr val="0070C0"/>
                </a:solidFill>
                <a:latin typeface="Amasis MT Pro Light" panose="02040304050005020304" pitchFamily="18" charset="0"/>
                <a:cs typeface="Adobe Devanagari" panose="02040503050201020203" pitchFamily="18" charset="0"/>
              </a:rPr>
              <a:t> conjuntos </a:t>
            </a:r>
            <a:r>
              <a:rPr lang="es-ES" sz="5400" b="1" dirty="0">
                <a:latin typeface="Amasis MT Pro Light" panose="02040304050005020304" pitchFamily="18" charset="0"/>
                <a:cs typeface="Adobe Devanagari" panose="02040503050201020203" pitchFamily="18" charset="0"/>
              </a:rPr>
              <a:t>seguros</a:t>
            </a:r>
            <a:endParaRPr lang="es-ES" sz="6600" b="1" dirty="0">
              <a:latin typeface="Amasis MT Pro Light" panose="02040304050005020304" pitchFamily="18" charset="0"/>
              <a:cs typeface="Adobe Devanagari" panose="02040503050201020203" pitchFamily="18" charset="0"/>
            </a:endParaRPr>
          </a:p>
        </p:txBody>
      </p:sp>
      <p:sp>
        <p:nvSpPr>
          <p:cNvPr id="7" name="CuadroTexto 6">
            <a:extLst>
              <a:ext uri="{FF2B5EF4-FFF2-40B4-BE49-F238E27FC236}">
                <a16:creationId xmlns:a16="http://schemas.microsoft.com/office/drawing/2014/main" id="{A5EA9EFC-C200-9C0E-7A51-06F79579FDAB}"/>
              </a:ext>
            </a:extLst>
          </p:cNvPr>
          <p:cNvSpPr txBox="1"/>
          <p:nvPr/>
        </p:nvSpPr>
        <p:spPr>
          <a:xfrm>
            <a:off x="-1" y="1514672"/>
            <a:ext cx="9143999" cy="523220"/>
          </a:xfrm>
          <a:prstGeom prst="rect">
            <a:avLst/>
          </a:prstGeom>
          <a:noFill/>
        </p:spPr>
        <p:txBody>
          <a:bodyPr wrap="square" rtlCol="0">
            <a:spAutoFit/>
          </a:bodyPr>
          <a:lstStyle/>
          <a:p>
            <a:pPr algn="ctr"/>
            <a:r>
              <a:rPr lang="es-ES" sz="2800" dirty="0">
                <a:solidFill>
                  <a:srgbClr val="C00000"/>
                </a:solidFill>
                <a:latin typeface="Amasis MT Pro" panose="02040504050005020304" pitchFamily="18" charset="0"/>
              </a:rPr>
              <a:t>Función segura</a:t>
            </a:r>
            <a:r>
              <a:rPr lang="es-ES" sz="2000" u="sng" dirty="0">
                <a:solidFill>
                  <a:srgbClr val="C00000"/>
                </a:solidFill>
                <a:latin typeface="Amasis MT Pro" panose="02040504050005020304" pitchFamily="18" charset="0"/>
              </a:rPr>
              <a:t>:</a:t>
            </a:r>
            <a:r>
              <a:rPr lang="es-ES" sz="2000" dirty="0">
                <a:solidFill>
                  <a:srgbClr val="C00000"/>
                </a:solidFill>
                <a:latin typeface="Amasis MT Pro" panose="02040504050005020304" pitchFamily="18" charset="0"/>
              </a:rPr>
              <a:t> </a:t>
            </a:r>
            <a:r>
              <a:rPr lang="es-ES" sz="2000" dirty="0">
                <a:latin typeface="Amasis MT Pro" panose="02040504050005020304" pitchFamily="18" charset="0"/>
              </a:rPr>
              <a:t>control para mantenerse </a:t>
            </a:r>
            <a:r>
              <a:rPr lang="es-ES" sz="2000" dirty="0">
                <a:solidFill>
                  <a:srgbClr val="C00000"/>
                </a:solidFill>
                <a:latin typeface="Amasis MT Pro" panose="02040504050005020304" pitchFamily="18" charset="0"/>
              </a:rPr>
              <a:t>N</a:t>
            </a:r>
            <a:r>
              <a:rPr lang="es-ES" sz="2000" dirty="0">
                <a:solidFill>
                  <a:srgbClr val="C00000"/>
                </a:solidFill>
                <a:latin typeface="Amasis MT Pro" panose="02040504050005020304" pitchFamily="18" charset="0"/>
                <a:sym typeface="Wingdings" panose="05000000000000000000" pitchFamily="2" charset="2"/>
              </a:rPr>
              <a:t></a:t>
            </a:r>
            <a:r>
              <a:rPr lang="el-GR" sz="2800" dirty="0">
                <a:solidFill>
                  <a:srgbClr val="C00000"/>
                </a:solidFill>
                <a:latin typeface="Times New Roman" panose="02020603050405020304" pitchFamily="18" charset="0"/>
                <a:cs typeface="Times New Roman" panose="02020603050405020304" pitchFamily="18" charset="0"/>
                <a:sym typeface="Wingdings" panose="05000000000000000000" pitchFamily="2" charset="2"/>
              </a:rPr>
              <a:t>∞</a:t>
            </a:r>
            <a:r>
              <a:rPr lang="es-ES" sz="2000" dirty="0">
                <a:latin typeface="Amasis MT Pro" panose="02040504050005020304" pitchFamily="18" charset="0"/>
              </a:rPr>
              <a:t> iteraciones</a:t>
            </a:r>
          </a:p>
        </p:txBody>
      </p:sp>
      <p:sp>
        <p:nvSpPr>
          <p:cNvPr id="8" name="CuadroTexto 7">
            <a:extLst>
              <a:ext uri="{FF2B5EF4-FFF2-40B4-BE49-F238E27FC236}">
                <a16:creationId xmlns:a16="http://schemas.microsoft.com/office/drawing/2014/main" id="{D4EB21F7-94AF-1CB7-0CA9-8EBADA2C6AD1}"/>
              </a:ext>
            </a:extLst>
          </p:cNvPr>
          <p:cNvSpPr txBox="1"/>
          <p:nvPr/>
        </p:nvSpPr>
        <p:spPr>
          <a:xfrm>
            <a:off x="0" y="5521130"/>
            <a:ext cx="7299960" cy="1261884"/>
          </a:xfrm>
          <a:prstGeom prst="rect">
            <a:avLst/>
          </a:prstGeom>
          <a:noFill/>
        </p:spPr>
        <p:txBody>
          <a:bodyPr wrap="square" rtlCol="0">
            <a:spAutoFit/>
          </a:bodyPr>
          <a:lstStyle/>
          <a:p>
            <a:pPr algn="ctr"/>
            <a:r>
              <a:rPr lang="es-ES" sz="2800" dirty="0">
                <a:solidFill>
                  <a:srgbClr val="0070C0"/>
                </a:solidFill>
                <a:latin typeface="Amasis MT Pro" panose="02040504050005020304" pitchFamily="18" charset="0"/>
              </a:rPr>
              <a:t>Conjuntos seguros: </a:t>
            </a:r>
            <a:r>
              <a:rPr lang="es-ES" sz="2400" dirty="0">
                <a:latin typeface="Amasis MT Pro" panose="02040504050005020304" pitchFamily="18" charset="0"/>
              </a:rPr>
              <a:t>siempre que la trayectoria permanezca en esta zona, se puede controlar para </a:t>
            </a:r>
            <a:r>
              <a:rPr lang="es-ES" sz="2400" dirty="0">
                <a:solidFill>
                  <a:srgbClr val="0070C0"/>
                </a:solidFill>
                <a:latin typeface="Amasis MT Pro" panose="02040504050005020304" pitchFamily="18" charset="0"/>
              </a:rPr>
              <a:t>volver a un punto de ella.</a:t>
            </a:r>
          </a:p>
        </p:txBody>
      </p:sp>
      <p:cxnSp>
        <p:nvCxnSpPr>
          <p:cNvPr id="10" name="Conector recto de flecha 9">
            <a:extLst>
              <a:ext uri="{FF2B5EF4-FFF2-40B4-BE49-F238E27FC236}">
                <a16:creationId xmlns:a16="http://schemas.microsoft.com/office/drawing/2014/main" id="{A57F101C-F024-EA87-D5EC-BC9AECCE26E8}"/>
              </a:ext>
            </a:extLst>
          </p:cNvPr>
          <p:cNvCxnSpPr>
            <a:cxnSpLocks/>
          </p:cNvCxnSpPr>
          <p:nvPr/>
        </p:nvCxnSpPr>
        <p:spPr>
          <a:xfrm flipH="1">
            <a:off x="1364162" y="1953297"/>
            <a:ext cx="172538" cy="43043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2BD51EA8-7D69-5BFD-0C87-71656ABAD281}"/>
              </a:ext>
            </a:extLst>
          </p:cNvPr>
          <p:cNvCxnSpPr>
            <a:cxnSpLocks/>
          </p:cNvCxnSpPr>
          <p:nvPr/>
        </p:nvCxnSpPr>
        <p:spPr>
          <a:xfrm flipV="1">
            <a:off x="4686300" y="5181600"/>
            <a:ext cx="586740" cy="40386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 name="Marcador de número de diapositiva 3">
            <a:extLst>
              <a:ext uri="{FF2B5EF4-FFF2-40B4-BE49-F238E27FC236}">
                <a16:creationId xmlns:a16="http://schemas.microsoft.com/office/drawing/2014/main" id="{10090701-06B7-6D11-D3F9-CD724D0889F1}"/>
              </a:ext>
            </a:extLst>
          </p:cNvPr>
          <p:cNvSpPr>
            <a:spLocks noGrp="1"/>
          </p:cNvSpPr>
          <p:nvPr>
            <p:ph type="sldNum" sz="quarter" idx="12"/>
          </p:nvPr>
        </p:nvSpPr>
        <p:spPr/>
        <p:txBody>
          <a:bodyPr/>
          <a:lstStyle/>
          <a:p>
            <a:fld id="{CC057153-B650-4DEB-B370-79DDCFDCE934}" type="slidenum">
              <a:rPr lang="en-US" smtClean="0"/>
              <a:pPr/>
              <a:t>36</a:t>
            </a:fld>
            <a:r>
              <a:rPr lang="en-US"/>
              <a:t> / 57</a:t>
            </a:r>
            <a:endParaRPr lang="en-US" dirty="0"/>
          </a:p>
        </p:txBody>
      </p:sp>
    </p:spTree>
    <p:extLst>
      <p:ext uri="{BB962C8B-B14F-4D97-AF65-F5344CB8AC3E}">
        <p14:creationId xmlns:p14="http://schemas.microsoft.com/office/powerpoint/2010/main" val="38509666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ED6E9DF-8A19-5C47-CF9D-5870FDB211A7}"/>
              </a:ext>
            </a:extLst>
          </p:cNvPr>
          <p:cNvPicPr>
            <a:picLocks noChangeAspect="1"/>
          </p:cNvPicPr>
          <p:nvPr/>
        </p:nvPicPr>
        <p:blipFill>
          <a:blip r:embed="rId3"/>
          <a:stretch>
            <a:fillRect/>
          </a:stretch>
        </p:blipFill>
        <p:spPr>
          <a:xfrm>
            <a:off x="5077097" y="1358653"/>
            <a:ext cx="3128354" cy="3141577"/>
          </a:xfrm>
          <a:prstGeom prst="rect">
            <a:avLst/>
          </a:prstGeom>
        </p:spPr>
      </p:pic>
      <p:sp>
        <p:nvSpPr>
          <p:cNvPr id="8" name="CuadroTexto 7">
            <a:extLst>
              <a:ext uri="{FF2B5EF4-FFF2-40B4-BE49-F238E27FC236}">
                <a16:creationId xmlns:a16="http://schemas.microsoft.com/office/drawing/2014/main" id="{2115127C-EAE3-0FAD-E13B-678496999005}"/>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Nuevo objetivo: Escape</a:t>
            </a:r>
            <a:endParaRPr lang="es-ES" sz="6600" b="1" dirty="0">
              <a:solidFill>
                <a:srgbClr val="0070C0"/>
              </a:solidFill>
              <a:latin typeface="Amasis MT Pro Light" panose="02040304050005020304" pitchFamily="18" charset="0"/>
              <a:cs typeface="Adobe Devanagari" panose="02040503050201020203" pitchFamily="18" charset="0"/>
            </a:endParaRPr>
          </a:p>
        </p:txBody>
      </p:sp>
      <p:sp>
        <p:nvSpPr>
          <p:cNvPr id="9" name="CuadroTexto 8">
            <a:extLst>
              <a:ext uri="{FF2B5EF4-FFF2-40B4-BE49-F238E27FC236}">
                <a16:creationId xmlns:a16="http://schemas.microsoft.com/office/drawing/2014/main" id="{86BBDA7B-5CF6-070F-EE13-6DEFA7928275}"/>
              </a:ext>
            </a:extLst>
          </p:cNvPr>
          <p:cNvSpPr txBox="1"/>
          <p:nvPr/>
        </p:nvSpPr>
        <p:spPr>
          <a:xfrm>
            <a:off x="4646754" y="4640859"/>
            <a:ext cx="4312664" cy="830997"/>
          </a:xfrm>
          <a:prstGeom prst="rect">
            <a:avLst/>
          </a:prstGeom>
          <a:noFill/>
        </p:spPr>
        <p:txBody>
          <a:bodyPr wrap="square" rtlCol="0">
            <a:spAutoFit/>
          </a:bodyPr>
          <a:lstStyle/>
          <a:p>
            <a:pPr algn="ctr"/>
            <a:r>
              <a:rPr lang="es-ES" sz="2400" b="1" dirty="0">
                <a:latin typeface="Amasis MT Pro" panose="02040504050005020304" pitchFamily="18" charset="0"/>
              </a:rPr>
              <a:t>Objetivo A</a:t>
            </a:r>
            <a:r>
              <a:rPr lang="es-ES" sz="2400" dirty="0">
                <a:latin typeface="Amasis MT Pro" panose="02040504050005020304" pitchFamily="18" charset="0"/>
              </a:rPr>
              <a:t>: escape lo más pronto posible</a:t>
            </a:r>
          </a:p>
        </p:txBody>
      </p:sp>
      <p:sp>
        <p:nvSpPr>
          <p:cNvPr id="10" name="Rectángulo: esquinas redondeadas 9">
            <a:extLst>
              <a:ext uri="{FF2B5EF4-FFF2-40B4-BE49-F238E27FC236}">
                <a16:creationId xmlns:a16="http://schemas.microsoft.com/office/drawing/2014/main" id="{DDD46D6E-7024-A724-5A45-8EC6FEF2FF88}"/>
              </a:ext>
            </a:extLst>
          </p:cNvPr>
          <p:cNvSpPr/>
          <p:nvPr/>
        </p:nvSpPr>
        <p:spPr>
          <a:xfrm>
            <a:off x="4646754" y="4597819"/>
            <a:ext cx="4312664" cy="923329"/>
          </a:xfrm>
          <a:prstGeom prst="round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esquinas redondeadas 11">
            <a:extLst>
              <a:ext uri="{FF2B5EF4-FFF2-40B4-BE49-F238E27FC236}">
                <a16:creationId xmlns:a16="http://schemas.microsoft.com/office/drawing/2014/main" id="{3460C439-793C-9067-062C-263C01E4DC56}"/>
              </a:ext>
            </a:extLst>
          </p:cNvPr>
          <p:cNvSpPr/>
          <p:nvPr/>
        </p:nvSpPr>
        <p:spPr>
          <a:xfrm>
            <a:off x="4649602" y="5596436"/>
            <a:ext cx="4309816" cy="840445"/>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9D51CB49-0FC0-C8FB-C99B-DDEE7011E0D7}"/>
              </a:ext>
            </a:extLst>
          </p:cNvPr>
          <p:cNvSpPr txBox="1"/>
          <p:nvPr/>
        </p:nvSpPr>
        <p:spPr>
          <a:xfrm>
            <a:off x="4646753" y="5612627"/>
            <a:ext cx="4312665" cy="830997"/>
          </a:xfrm>
          <a:prstGeom prst="rect">
            <a:avLst/>
          </a:prstGeom>
          <a:noFill/>
        </p:spPr>
        <p:txBody>
          <a:bodyPr wrap="square">
            <a:spAutoFit/>
          </a:bodyPr>
          <a:lstStyle/>
          <a:p>
            <a:pPr algn="ctr"/>
            <a:r>
              <a:rPr lang="es-ES" sz="2400" b="1" dirty="0">
                <a:latin typeface="Amasis MT Pro" panose="02040504050005020304" pitchFamily="18" charset="0"/>
              </a:rPr>
              <a:t>Objetivo B</a:t>
            </a:r>
            <a:r>
              <a:rPr lang="es-ES" sz="2400" dirty="0">
                <a:latin typeface="Amasis MT Pro" panose="02040504050005020304" pitchFamily="18" charset="0"/>
              </a:rPr>
              <a:t>: escape en un número exacto de iteraciones </a:t>
            </a:r>
          </a:p>
        </p:txBody>
      </p:sp>
      <p:pic>
        <p:nvPicPr>
          <p:cNvPr id="2" name="Imagen 1">
            <a:extLst>
              <a:ext uri="{FF2B5EF4-FFF2-40B4-BE49-F238E27FC236}">
                <a16:creationId xmlns:a16="http://schemas.microsoft.com/office/drawing/2014/main" id="{F7B6860B-02DA-ED10-AEBC-9B80F61CD481}"/>
              </a:ext>
            </a:extLst>
          </p:cNvPr>
          <p:cNvPicPr>
            <a:picLocks noChangeAspect="1"/>
          </p:cNvPicPr>
          <p:nvPr/>
        </p:nvPicPr>
        <p:blipFill>
          <a:blip r:embed="rId4"/>
          <a:stretch>
            <a:fillRect/>
          </a:stretch>
        </p:blipFill>
        <p:spPr>
          <a:xfrm>
            <a:off x="178899" y="854266"/>
            <a:ext cx="3264944" cy="3645964"/>
          </a:xfrm>
          <a:prstGeom prst="rect">
            <a:avLst/>
          </a:prstGeom>
        </p:spPr>
      </p:pic>
      <p:sp>
        <p:nvSpPr>
          <p:cNvPr id="3" name="Rectángulo 2">
            <a:extLst>
              <a:ext uri="{FF2B5EF4-FFF2-40B4-BE49-F238E27FC236}">
                <a16:creationId xmlns:a16="http://schemas.microsoft.com/office/drawing/2014/main" id="{46BC3C50-669E-DEEA-BE07-DC11FB4878FD}"/>
              </a:ext>
            </a:extLst>
          </p:cNvPr>
          <p:cNvSpPr/>
          <p:nvPr/>
        </p:nvSpPr>
        <p:spPr>
          <a:xfrm>
            <a:off x="201383" y="788836"/>
            <a:ext cx="2743200" cy="6041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3" name="Conector recto de flecha 12">
            <a:extLst>
              <a:ext uri="{FF2B5EF4-FFF2-40B4-BE49-F238E27FC236}">
                <a16:creationId xmlns:a16="http://schemas.microsoft.com/office/drawing/2014/main" id="{64D01CEC-EA11-4DEF-0B38-6E13E606D298}"/>
              </a:ext>
            </a:extLst>
          </p:cNvPr>
          <p:cNvCxnSpPr>
            <a:cxnSpLocks/>
          </p:cNvCxnSpPr>
          <p:nvPr/>
        </p:nvCxnSpPr>
        <p:spPr>
          <a:xfrm>
            <a:off x="3587798" y="2738835"/>
            <a:ext cx="1058955" cy="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CEF6EA56-AC13-687B-97FF-C37928EE00D5}"/>
              </a:ext>
            </a:extLst>
          </p:cNvPr>
          <p:cNvSpPr txBox="1"/>
          <p:nvPr/>
        </p:nvSpPr>
        <p:spPr>
          <a:xfrm>
            <a:off x="181735" y="5188875"/>
            <a:ext cx="3264944" cy="830997"/>
          </a:xfrm>
          <a:prstGeom prst="rect">
            <a:avLst/>
          </a:prstGeom>
          <a:noFill/>
        </p:spPr>
        <p:txBody>
          <a:bodyPr wrap="square" rtlCol="0">
            <a:spAutoFit/>
          </a:bodyPr>
          <a:lstStyle/>
          <a:p>
            <a:pPr algn="ctr"/>
            <a:r>
              <a:rPr lang="es-ES" sz="2400" b="1" dirty="0">
                <a:latin typeface="Amasis MT Pro" panose="02040504050005020304" pitchFamily="18" charset="0"/>
              </a:rPr>
              <a:t>Objetivo antiguo</a:t>
            </a:r>
            <a:r>
              <a:rPr lang="es-ES" sz="2400" dirty="0">
                <a:latin typeface="Amasis MT Pro" panose="02040504050005020304" pitchFamily="18" charset="0"/>
              </a:rPr>
              <a:t>: evitar el escape</a:t>
            </a:r>
          </a:p>
        </p:txBody>
      </p:sp>
      <p:sp>
        <p:nvSpPr>
          <p:cNvPr id="18" name="Rectángulo: esquinas redondeadas 17">
            <a:extLst>
              <a:ext uri="{FF2B5EF4-FFF2-40B4-BE49-F238E27FC236}">
                <a16:creationId xmlns:a16="http://schemas.microsoft.com/office/drawing/2014/main" id="{CD2A317A-04DD-41F3-4055-A3F1464591D8}"/>
              </a:ext>
            </a:extLst>
          </p:cNvPr>
          <p:cNvSpPr/>
          <p:nvPr/>
        </p:nvSpPr>
        <p:spPr>
          <a:xfrm>
            <a:off x="181735" y="5145835"/>
            <a:ext cx="3264944" cy="923329"/>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C00000"/>
              </a:solidFill>
            </a:endParaRPr>
          </a:p>
        </p:txBody>
      </p:sp>
      <p:cxnSp>
        <p:nvCxnSpPr>
          <p:cNvPr id="19" name="Conector recto de flecha 18">
            <a:extLst>
              <a:ext uri="{FF2B5EF4-FFF2-40B4-BE49-F238E27FC236}">
                <a16:creationId xmlns:a16="http://schemas.microsoft.com/office/drawing/2014/main" id="{74FFDA86-B7F3-A57A-98FF-02B2C7D2F8F2}"/>
              </a:ext>
            </a:extLst>
          </p:cNvPr>
          <p:cNvCxnSpPr>
            <a:cxnSpLocks/>
          </p:cNvCxnSpPr>
          <p:nvPr/>
        </p:nvCxnSpPr>
        <p:spPr>
          <a:xfrm>
            <a:off x="3687663" y="5521148"/>
            <a:ext cx="653992" cy="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 name="Marcador de número de diapositiva 6">
            <a:extLst>
              <a:ext uri="{FF2B5EF4-FFF2-40B4-BE49-F238E27FC236}">
                <a16:creationId xmlns:a16="http://schemas.microsoft.com/office/drawing/2014/main" id="{ECA50BD5-3BE4-E312-BF8A-8A48A7DF2020}"/>
              </a:ext>
            </a:extLst>
          </p:cNvPr>
          <p:cNvSpPr>
            <a:spLocks noGrp="1"/>
          </p:cNvSpPr>
          <p:nvPr>
            <p:ph type="sldNum" sz="quarter" idx="12"/>
          </p:nvPr>
        </p:nvSpPr>
        <p:spPr/>
        <p:txBody>
          <a:bodyPr/>
          <a:lstStyle/>
          <a:p>
            <a:fld id="{CC057153-B650-4DEB-B370-79DDCFDCE934}" type="slidenum">
              <a:rPr lang="en-US" smtClean="0"/>
              <a:pPr/>
              <a:t>37</a:t>
            </a:fld>
            <a:r>
              <a:rPr lang="en-US"/>
              <a:t> / 57</a:t>
            </a:r>
            <a:endParaRPr lang="en-US" dirty="0"/>
          </a:p>
        </p:txBody>
      </p:sp>
    </p:spTree>
    <p:extLst>
      <p:ext uri="{BB962C8B-B14F-4D97-AF65-F5344CB8AC3E}">
        <p14:creationId xmlns:p14="http://schemas.microsoft.com/office/powerpoint/2010/main" val="3844423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4E399-C4E5-FB3D-4D9D-70CDF0B9F415}"/>
            </a:ext>
          </a:extLst>
        </p:cNvPr>
        <p:cNvGrpSpPr/>
        <p:nvPr/>
      </p:nvGrpSpPr>
      <p:grpSpPr>
        <a:xfrm>
          <a:off x="0" y="0"/>
          <a:ext cx="0" cy="0"/>
          <a:chOff x="0" y="0"/>
          <a:chExt cx="0" cy="0"/>
        </a:xfrm>
      </p:grpSpPr>
      <p:pic>
        <p:nvPicPr>
          <p:cNvPr id="7" name="Imagen 6" descr="Gráfico&#10;&#10;El contenido generado por IA puede ser incorrecto.">
            <a:extLst>
              <a:ext uri="{FF2B5EF4-FFF2-40B4-BE49-F238E27FC236}">
                <a16:creationId xmlns:a16="http://schemas.microsoft.com/office/drawing/2014/main" id="{F038046A-D140-7FD3-39B0-EA9555BBBB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313" y="1781441"/>
            <a:ext cx="4789373" cy="3991145"/>
          </a:xfrm>
          <a:prstGeom prst="rect">
            <a:avLst/>
          </a:prstGeom>
        </p:spPr>
      </p:pic>
      <p:pic>
        <p:nvPicPr>
          <p:cNvPr id="8" name="Imagen 7">
            <a:extLst>
              <a:ext uri="{FF2B5EF4-FFF2-40B4-BE49-F238E27FC236}">
                <a16:creationId xmlns:a16="http://schemas.microsoft.com/office/drawing/2014/main" id="{FA6EABDB-7924-9B16-ABA6-FABC014901A8}"/>
              </a:ext>
            </a:extLst>
          </p:cNvPr>
          <p:cNvPicPr>
            <a:picLocks noChangeAspect="1"/>
          </p:cNvPicPr>
          <p:nvPr/>
        </p:nvPicPr>
        <p:blipFill>
          <a:blip r:embed="rId4"/>
          <a:stretch>
            <a:fillRect/>
          </a:stretch>
        </p:blipFill>
        <p:spPr>
          <a:xfrm>
            <a:off x="2928336" y="1163971"/>
            <a:ext cx="3281631" cy="469162"/>
          </a:xfrm>
          <a:prstGeom prst="rect">
            <a:avLst/>
          </a:prstGeom>
        </p:spPr>
      </p:pic>
      <p:sp>
        <p:nvSpPr>
          <p:cNvPr id="9" name="Rectángulo: esquinas redondeadas 8">
            <a:extLst>
              <a:ext uri="{FF2B5EF4-FFF2-40B4-BE49-F238E27FC236}">
                <a16:creationId xmlns:a16="http://schemas.microsoft.com/office/drawing/2014/main" id="{3A4E862F-B3F7-E8C2-A299-2A815A8F2619}"/>
              </a:ext>
            </a:extLst>
          </p:cNvPr>
          <p:cNvSpPr/>
          <p:nvPr/>
        </p:nvSpPr>
        <p:spPr>
          <a:xfrm>
            <a:off x="2825021" y="1010170"/>
            <a:ext cx="3488260" cy="773761"/>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6" name="CuadroTexto 15">
            <a:extLst>
              <a:ext uri="{FF2B5EF4-FFF2-40B4-BE49-F238E27FC236}">
                <a16:creationId xmlns:a16="http://schemas.microsoft.com/office/drawing/2014/main" id="{AB8201CF-4817-E5A5-AB82-02F2328569B3}"/>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Mapa logístico</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13" name="Rectángulo: esquinas redondeadas 12">
            <a:extLst>
              <a:ext uri="{FF2B5EF4-FFF2-40B4-BE49-F238E27FC236}">
                <a16:creationId xmlns:a16="http://schemas.microsoft.com/office/drawing/2014/main" id="{AAA1118B-403E-DBBE-F0E3-B596BFEEAAD2}"/>
              </a:ext>
            </a:extLst>
          </p:cNvPr>
          <p:cNvSpPr/>
          <p:nvPr/>
        </p:nvSpPr>
        <p:spPr>
          <a:xfrm>
            <a:off x="2527841" y="6235455"/>
            <a:ext cx="297180" cy="400110"/>
          </a:xfrm>
          <a:prstGeom prst="roundRect">
            <a:avLst>
              <a:gd name="adj" fmla="val 39744"/>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43F06DF7-DBD3-7A6F-D5F9-5D8DDDFC696F}"/>
              </a:ext>
            </a:extLst>
          </p:cNvPr>
          <p:cNvSpPr txBox="1"/>
          <p:nvPr/>
        </p:nvSpPr>
        <p:spPr>
          <a:xfrm>
            <a:off x="448795" y="5847830"/>
            <a:ext cx="8240711" cy="954107"/>
          </a:xfrm>
          <a:prstGeom prst="rect">
            <a:avLst/>
          </a:prstGeom>
          <a:noFill/>
        </p:spPr>
        <p:txBody>
          <a:bodyPr wrap="square" rtlCol="0">
            <a:spAutoFit/>
          </a:bodyPr>
          <a:lstStyle/>
          <a:p>
            <a:pPr algn="ctr"/>
            <a:r>
              <a:rPr lang="es-ES" sz="2800" dirty="0">
                <a:latin typeface="Amasis MT Pro" panose="02040504050005020304" pitchFamily="18" charset="0"/>
              </a:rPr>
              <a:t>Región (0,1) es una </a:t>
            </a:r>
            <a:r>
              <a:rPr lang="es-ES" sz="2800" dirty="0">
                <a:solidFill>
                  <a:srgbClr val="00B050"/>
                </a:solidFill>
                <a:latin typeface="Amasis MT Pro" panose="02040504050005020304" pitchFamily="18" charset="0"/>
              </a:rPr>
              <a:t>región caótica transitoria</a:t>
            </a:r>
            <a:r>
              <a:rPr lang="es-ES" sz="2800" dirty="0">
                <a:latin typeface="Amasis MT Pro" panose="02040504050005020304" pitchFamily="18" charset="0"/>
              </a:rPr>
              <a:t>. Todos los puntos excepto el conjunto de Cantor, </a:t>
            </a:r>
            <a:r>
              <a:rPr lang="es-ES" sz="2800" dirty="0">
                <a:solidFill>
                  <a:srgbClr val="C00000"/>
                </a:solidFill>
                <a:latin typeface="Amasis MT Pro" panose="02040504050005020304" pitchFamily="18" charset="0"/>
              </a:rPr>
              <a:t>escapan</a:t>
            </a:r>
            <a:r>
              <a:rPr lang="es-ES" sz="2800" dirty="0">
                <a:latin typeface="Amasis MT Pro" panose="02040504050005020304" pitchFamily="18" charset="0"/>
              </a:rPr>
              <a:t>.</a:t>
            </a:r>
          </a:p>
        </p:txBody>
      </p:sp>
      <p:sp>
        <p:nvSpPr>
          <p:cNvPr id="5" name="Marcador de número de diapositiva 4">
            <a:extLst>
              <a:ext uri="{FF2B5EF4-FFF2-40B4-BE49-F238E27FC236}">
                <a16:creationId xmlns:a16="http://schemas.microsoft.com/office/drawing/2014/main" id="{FC53500C-2BAE-1C3D-BC67-0EC5DAFA4F6C}"/>
              </a:ext>
            </a:extLst>
          </p:cNvPr>
          <p:cNvSpPr>
            <a:spLocks noGrp="1"/>
          </p:cNvSpPr>
          <p:nvPr>
            <p:ph type="sldNum" sz="quarter" idx="12"/>
          </p:nvPr>
        </p:nvSpPr>
        <p:spPr>
          <a:xfrm>
            <a:off x="7661362" y="6453003"/>
            <a:ext cx="1575440" cy="365125"/>
          </a:xfrm>
        </p:spPr>
        <p:txBody>
          <a:bodyPr/>
          <a:lstStyle/>
          <a:p>
            <a:fld id="{CC057153-B650-4DEB-B370-79DDCFDCE934}" type="slidenum">
              <a:rPr lang="en-US" smtClean="0"/>
              <a:pPr/>
              <a:t>38</a:t>
            </a:fld>
            <a:r>
              <a:rPr lang="en-US" dirty="0"/>
              <a:t> / 57</a:t>
            </a:r>
          </a:p>
        </p:txBody>
      </p:sp>
    </p:spTree>
    <p:extLst>
      <p:ext uri="{BB962C8B-B14F-4D97-AF65-F5344CB8AC3E}">
        <p14:creationId xmlns:p14="http://schemas.microsoft.com/office/powerpoint/2010/main" val="3426971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04EB0-61FE-FB4B-C892-4C0024259298}"/>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43D95F7E-FFCA-C626-0BB7-C5139C7CFF3B}"/>
              </a:ext>
            </a:extLst>
          </p:cNvPr>
          <p:cNvPicPr>
            <a:picLocks noChangeAspect="1"/>
          </p:cNvPicPr>
          <p:nvPr/>
        </p:nvPicPr>
        <p:blipFill>
          <a:blip r:embed="rId3"/>
          <a:stretch>
            <a:fillRect/>
          </a:stretch>
        </p:blipFill>
        <p:spPr>
          <a:xfrm>
            <a:off x="764136" y="1009097"/>
            <a:ext cx="1537844" cy="387142"/>
          </a:xfrm>
          <a:prstGeom prst="rect">
            <a:avLst/>
          </a:prstGeom>
        </p:spPr>
      </p:pic>
      <p:pic>
        <p:nvPicPr>
          <p:cNvPr id="16" name="Imagen 15">
            <a:extLst>
              <a:ext uri="{FF2B5EF4-FFF2-40B4-BE49-F238E27FC236}">
                <a16:creationId xmlns:a16="http://schemas.microsoft.com/office/drawing/2014/main" id="{621BD51C-C19A-EE4F-C067-13A5E9C7EDD9}"/>
              </a:ext>
            </a:extLst>
          </p:cNvPr>
          <p:cNvPicPr>
            <a:picLocks noChangeAspect="1"/>
          </p:cNvPicPr>
          <p:nvPr/>
        </p:nvPicPr>
        <p:blipFill>
          <a:blip r:embed="rId4"/>
          <a:stretch>
            <a:fillRect/>
          </a:stretch>
        </p:blipFill>
        <p:spPr>
          <a:xfrm>
            <a:off x="3761659" y="983286"/>
            <a:ext cx="1770793" cy="381461"/>
          </a:xfrm>
          <a:prstGeom prst="rect">
            <a:avLst/>
          </a:prstGeom>
        </p:spPr>
      </p:pic>
      <p:pic>
        <p:nvPicPr>
          <p:cNvPr id="18" name="Imagen 17">
            <a:extLst>
              <a:ext uri="{FF2B5EF4-FFF2-40B4-BE49-F238E27FC236}">
                <a16:creationId xmlns:a16="http://schemas.microsoft.com/office/drawing/2014/main" id="{AE968662-47DE-10A5-0FBE-8279C96E8EE1}"/>
              </a:ext>
            </a:extLst>
          </p:cNvPr>
          <p:cNvPicPr>
            <a:picLocks noChangeAspect="1"/>
          </p:cNvPicPr>
          <p:nvPr/>
        </p:nvPicPr>
        <p:blipFill>
          <a:blip r:embed="rId5"/>
          <a:stretch>
            <a:fillRect/>
          </a:stretch>
        </p:blipFill>
        <p:spPr>
          <a:xfrm>
            <a:off x="6488162" y="1009097"/>
            <a:ext cx="2000478" cy="352515"/>
          </a:xfrm>
          <a:prstGeom prst="rect">
            <a:avLst/>
          </a:prstGeom>
        </p:spPr>
      </p:pic>
      <p:sp>
        <p:nvSpPr>
          <p:cNvPr id="8" name="CuadroTexto 7">
            <a:extLst>
              <a:ext uri="{FF2B5EF4-FFF2-40B4-BE49-F238E27FC236}">
                <a16:creationId xmlns:a16="http://schemas.microsoft.com/office/drawing/2014/main" id="{43C8DA7D-A0D0-FA3A-787B-D39BC8DC217A}"/>
              </a:ext>
            </a:extLst>
          </p:cNvPr>
          <p:cNvSpPr txBox="1"/>
          <p:nvPr/>
        </p:nvSpPr>
        <p:spPr>
          <a:xfrm>
            <a:off x="2210030" y="1389478"/>
            <a:ext cx="4718246" cy="584775"/>
          </a:xfrm>
          <a:prstGeom prst="rect">
            <a:avLst/>
          </a:prstGeom>
          <a:noFill/>
        </p:spPr>
        <p:txBody>
          <a:bodyPr wrap="square" rtlCol="0">
            <a:spAutoFit/>
          </a:bodyPr>
          <a:lstStyle/>
          <a:p>
            <a:pPr algn="ctr"/>
            <a:r>
              <a:rPr lang="es-ES" sz="3200" dirty="0">
                <a:solidFill>
                  <a:srgbClr val="00B050"/>
                </a:solidFill>
                <a:latin typeface="Amasis MT Pro" panose="02040504050005020304" pitchFamily="18" charset="0"/>
              </a:rPr>
              <a:t>Tiempo de escape </a:t>
            </a:r>
            <a:r>
              <a:rPr lang="es-ES" sz="3200" dirty="0">
                <a:solidFill>
                  <a:srgbClr val="00B050"/>
                </a:solidFill>
                <a:latin typeface="Amasis MT Pro" panose="02040504050005020304" pitchFamily="18" charset="0"/>
                <a:cs typeface="Times New Roman" panose="02020603050405020304" pitchFamily="18" charset="0"/>
              </a:rPr>
              <a:t>≤ N</a:t>
            </a:r>
            <a:endParaRPr lang="es-ES" sz="3200" dirty="0">
              <a:solidFill>
                <a:srgbClr val="00B050"/>
              </a:solidFill>
              <a:latin typeface="Amasis MT Pro" panose="02040504050005020304" pitchFamily="18" charset="0"/>
            </a:endParaRPr>
          </a:p>
        </p:txBody>
      </p:sp>
      <p:sp>
        <p:nvSpPr>
          <p:cNvPr id="20" name="CuadroTexto 19">
            <a:extLst>
              <a:ext uri="{FF2B5EF4-FFF2-40B4-BE49-F238E27FC236}">
                <a16:creationId xmlns:a16="http://schemas.microsoft.com/office/drawing/2014/main" id="{8C87A094-907F-95BE-163C-97AB03E35D4B}"/>
              </a:ext>
            </a:extLst>
          </p:cNvPr>
          <p:cNvSpPr txBox="1"/>
          <p:nvPr/>
        </p:nvSpPr>
        <p:spPr>
          <a:xfrm>
            <a:off x="-5693"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Escape lo antes posible</a:t>
            </a:r>
            <a:endParaRPr lang="es-ES" sz="7200" b="1" dirty="0">
              <a:solidFill>
                <a:srgbClr val="0070C0"/>
              </a:solidFill>
              <a:latin typeface="Amasis MT Pro Light" panose="02040304050005020304" pitchFamily="18" charset="0"/>
              <a:cs typeface="Adobe Devanagari" panose="02040503050201020203" pitchFamily="18" charset="0"/>
            </a:endParaRPr>
          </a:p>
        </p:txBody>
      </p:sp>
      <p:pic>
        <p:nvPicPr>
          <p:cNvPr id="24" name="Imagen 23">
            <a:extLst>
              <a:ext uri="{FF2B5EF4-FFF2-40B4-BE49-F238E27FC236}">
                <a16:creationId xmlns:a16="http://schemas.microsoft.com/office/drawing/2014/main" id="{6252BA58-29F3-9C82-DB77-64BF08AC4F34}"/>
              </a:ext>
            </a:extLst>
          </p:cNvPr>
          <p:cNvPicPr>
            <a:picLocks noChangeAspect="1"/>
          </p:cNvPicPr>
          <p:nvPr/>
        </p:nvPicPr>
        <p:blipFill>
          <a:blip r:embed="rId6"/>
          <a:stretch>
            <a:fillRect/>
          </a:stretch>
        </p:blipFill>
        <p:spPr>
          <a:xfrm>
            <a:off x="4569153" y="1974253"/>
            <a:ext cx="4404316" cy="4453337"/>
          </a:xfrm>
          <a:prstGeom prst="rect">
            <a:avLst/>
          </a:prstGeom>
        </p:spPr>
      </p:pic>
      <p:sp>
        <p:nvSpPr>
          <p:cNvPr id="6" name="CuadroTexto 5">
            <a:extLst>
              <a:ext uri="{FF2B5EF4-FFF2-40B4-BE49-F238E27FC236}">
                <a16:creationId xmlns:a16="http://schemas.microsoft.com/office/drawing/2014/main" id="{F282C4EC-7C3D-9D34-3B57-C61F71C5497D}"/>
              </a:ext>
            </a:extLst>
          </p:cNvPr>
          <p:cNvSpPr txBox="1"/>
          <p:nvPr/>
        </p:nvSpPr>
        <p:spPr>
          <a:xfrm>
            <a:off x="6771311" y="1837357"/>
            <a:ext cx="1263758" cy="584775"/>
          </a:xfrm>
          <a:prstGeom prst="rect">
            <a:avLst/>
          </a:prstGeom>
          <a:noFill/>
        </p:spPr>
        <p:txBody>
          <a:bodyPr wrap="square" rtlCol="0">
            <a:spAutoFit/>
          </a:bodyPr>
          <a:lstStyle/>
          <a:p>
            <a:pPr algn="ctr"/>
            <a:r>
              <a:rPr lang="es-ES" sz="3200" b="1" dirty="0">
                <a:latin typeface="Amasis MT Pro" panose="02040504050005020304" pitchFamily="18" charset="0"/>
              </a:rPr>
              <a:t>E</a:t>
            </a:r>
            <a:r>
              <a:rPr lang="es-ES" sz="3200" b="1" baseline="-25000" dirty="0">
                <a:latin typeface="Amasis MT Pro" panose="02040504050005020304" pitchFamily="18" charset="0"/>
              </a:rPr>
              <a:t>N</a:t>
            </a:r>
            <a:endParaRPr lang="es-ES" sz="3200" b="1" dirty="0">
              <a:latin typeface="Amasis MT Pro" panose="02040504050005020304" pitchFamily="18" charset="0"/>
            </a:endParaRPr>
          </a:p>
        </p:txBody>
      </p:sp>
      <p:sp>
        <p:nvSpPr>
          <p:cNvPr id="7" name="Elipse 6">
            <a:extLst>
              <a:ext uri="{FF2B5EF4-FFF2-40B4-BE49-F238E27FC236}">
                <a16:creationId xmlns:a16="http://schemas.microsoft.com/office/drawing/2014/main" id="{11153353-8BA6-E697-1341-420697CD7ED0}"/>
              </a:ext>
            </a:extLst>
          </p:cNvPr>
          <p:cNvSpPr/>
          <p:nvPr/>
        </p:nvSpPr>
        <p:spPr>
          <a:xfrm>
            <a:off x="8394566" y="6141532"/>
            <a:ext cx="188148" cy="188148"/>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5" name="Elipse 14">
            <a:extLst>
              <a:ext uri="{FF2B5EF4-FFF2-40B4-BE49-F238E27FC236}">
                <a16:creationId xmlns:a16="http://schemas.microsoft.com/office/drawing/2014/main" id="{B26FF5DC-B720-AED0-5CD7-379CD015F68C}"/>
              </a:ext>
            </a:extLst>
          </p:cNvPr>
          <p:cNvSpPr/>
          <p:nvPr/>
        </p:nvSpPr>
        <p:spPr>
          <a:xfrm>
            <a:off x="6333281" y="4707030"/>
            <a:ext cx="188148" cy="188148"/>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1" name="Elipse 20">
            <a:extLst>
              <a:ext uri="{FF2B5EF4-FFF2-40B4-BE49-F238E27FC236}">
                <a16:creationId xmlns:a16="http://schemas.microsoft.com/office/drawing/2014/main" id="{8C8362CD-BE2C-8C9D-6F18-AD73B2B493BA}"/>
              </a:ext>
            </a:extLst>
          </p:cNvPr>
          <p:cNvSpPr/>
          <p:nvPr/>
        </p:nvSpPr>
        <p:spPr>
          <a:xfrm>
            <a:off x="8549302" y="3452111"/>
            <a:ext cx="188148" cy="188148"/>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23" name="Conector recto de flecha 22">
            <a:extLst>
              <a:ext uri="{FF2B5EF4-FFF2-40B4-BE49-F238E27FC236}">
                <a16:creationId xmlns:a16="http://schemas.microsoft.com/office/drawing/2014/main" id="{5C6FA8C5-43AD-5FCC-C1FF-CA55E343B8AF}"/>
              </a:ext>
            </a:extLst>
          </p:cNvPr>
          <p:cNvCxnSpPr/>
          <p:nvPr/>
        </p:nvCxnSpPr>
        <p:spPr>
          <a:xfrm>
            <a:off x="8737450" y="3546185"/>
            <a:ext cx="2763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Imagen 30">
            <a:extLst>
              <a:ext uri="{FF2B5EF4-FFF2-40B4-BE49-F238E27FC236}">
                <a16:creationId xmlns:a16="http://schemas.microsoft.com/office/drawing/2014/main" id="{D83795DA-6AA3-1C4C-4A08-FD7944F4054A}"/>
              </a:ext>
            </a:extLst>
          </p:cNvPr>
          <p:cNvPicPr>
            <a:picLocks noChangeAspect="1"/>
          </p:cNvPicPr>
          <p:nvPr/>
        </p:nvPicPr>
        <p:blipFill>
          <a:blip r:embed="rId7"/>
          <a:stretch>
            <a:fillRect/>
          </a:stretch>
        </p:blipFill>
        <p:spPr>
          <a:xfrm>
            <a:off x="521562" y="2024760"/>
            <a:ext cx="3742617" cy="4453337"/>
          </a:xfrm>
          <a:prstGeom prst="rect">
            <a:avLst/>
          </a:prstGeom>
        </p:spPr>
      </p:pic>
      <p:sp>
        <p:nvSpPr>
          <p:cNvPr id="33" name="Marcador de número de diapositiva 32">
            <a:extLst>
              <a:ext uri="{FF2B5EF4-FFF2-40B4-BE49-F238E27FC236}">
                <a16:creationId xmlns:a16="http://schemas.microsoft.com/office/drawing/2014/main" id="{DBD4E4AC-C80D-5231-7AF5-3F0FF303907D}"/>
              </a:ext>
            </a:extLst>
          </p:cNvPr>
          <p:cNvSpPr>
            <a:spLocks noGrp="1"/>
          </p:cNvSpPr>
          <p:nvPr>
            <p:ph type="sldNum" sz="quarter" idx="12"/>
          </p:nvPr>
        </p:nvSpPr>
        <p:spPr/>
        <p:txBody>
          <a:bodyPr/>
          <a:lstStyle/>
          <a:p>
            <a:fld id="{CC057153-B650-4DEB-B370-79DDCFDCE934}" type="slidenum">
              <a:rPr lang="en-US" smtClean="0"/>
              <a:pPr/>
              <a:t>39</a:t>
            </a:fld>
            <a:r>
              <a:rPr lang="en-US"/>
              <a:t> / 57</a:t>
            </a:r>
            <a:endParaRPr lang="en-US" dirty="0"/>
          </a:p>
        </p:txBody>
      </p:sp>
    </p:spTree>
    <p:extLst>
      <p:ext uri="{BB962C8B-B14F-4D97-AF65-F5344CB8AC3E}">
        <p14:creationId xmlns:p14="http://schemas.microsoft.com/office/powerpoint/2010/main" val="40059341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CB43-16E4-341A-D2E7-3CC64F83A299}"/>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88E16FDB-CC21-59D6-A332-C9A49646DDD2}"/>
              </a:ext>
            </a:extLst>
          </p:cNvPr>
          <p:cNvPicPr>
            <a:picLocks noChangeAspect="1"/>
          </p:cNvPicPr>
          <p:nvPr/>
        </p:nvPicPr>
        <p:blipFill>
          <a:blip r:embed="rId3"/>
          <a:stretch>
            <a:fillRect/>
          </a:stretch>
        </p:blipFill>
        <p:spPr>
          <a:xfrm>
            <a:off x="764136" y="1009097"/>
            <a:ext cx="1537844" cy="387142"/>
          </a:xfrm>
          <a:prstGeom prst="rect">
            <a:avLst/>
          </a:prstGeom>
        </p:spPr>
      </p:pic>
      <p:pic>
        <p:nvPicPr>
          <p:cNvPr id="16" name="Imagen 15">
            <a:extLst>
              <a:ext uri="{FF2B5EF4-FFF2-40B4-BE49-F238E27FC236}">
                <a16:creationId xmlns:a16="http://schemas.microsoft.com/office/drawing/2014/main" id="{F70F594D-C095-695A-15FA-2A38D8EDF214}"/>
              </a:ext>
            </a:extLst>
          </p:cNvPr>
          <p:cNvPicPr>
            <a:picLocks noChangeAspect="1"/>
          </p:cNvPicPr>
          <p:nvPr/>
        </p:nvPicPr>
        <p:blipFill>
          <a:blip r:embed="rId4"/>
          <a:stretch>
            <a:fillRect/>
          </a:stretch>
        </p:blipFill>
        <p:spPr>
          <a:xfrm>
            <a:off x="3761659" y="983286"/>
            <a:ext cx="1770793" cy="381461"/>
          </a:xfrm>
          <a:prstGeom prst="rect">
            <a:avLst/>
          </a:prstGeom>
        </p:spPr>
      </p:pic>
      <p:pic>
        <p:nvPicPr>
          <p:cNvPr id="18" name="Imagen 17">
            <a:extLst>
              <a:ext uri="{FF2B5EF4-FFF2-40B4-BE49-F238E27FC236}">
                <a16:creationId xmlns:a16="http://schemas.microsoft.com/office/drawing/2014/main" id="{16296C5D-394A-68CA-D89D-21665525A584}"/>
              </a:ext>
            </a:extLst>
          </p:cNvPr>
          <p:cNvPicPr>
            <a:picLocks noChangeAspect="1"/>
          </p:cNvPicPr>
          <p:nvPr/>
        </p:nvPicPr>
        <p:blipFill>
          <a:blip r:embed="rId5"/>
          <a:stretch>
            <a:fillRect/>
          </a:stretch>
        </p:blipFill>
        <p:spPr>
          <a:xfrm>
            <a:off x="6488162" y="1009097"/>
            <a:ext cx="2000478" cy="352515"/>
          </a:xfrm>
          <a:prstGeom prst="rect">
            <a:avLst/>
          </a:prstGeom>
        </p:spPr>
      </p:pic>
      <p:sp>
        <p:nvSpPr>
          <p:cNvPr id="9" name="CuadroTexto 8">
            <a:extLst>
              <a:ext uri="{FF2B5EF4-FFF2-40B4-BE49-F238E27FC236}">
                <a16:creationId xmlns:a16="http://schemas.microsoft.com/office/drawing/2014/main" id="{50530942-22A7-CB4B-2A09-F5C1DD7C97B2}"/>
              </a:ext>
            </a:extLst>
          </p:cNvPr>
          <p:cNvSpPr txBox="1"/>
          <p:nvPr/>
        </p:nvSpPr>
        <p:spPr>
          <a:xfrm>
            <a:off x="2398619" y="1393940"/>
            <a:ext cx="4341068" cy="584775"/>
          </a:xfrm>
          <a:prstGeom prst="rect">
            <a:avLst/>
          </a:prstGeom>
          <a:noFill/>
        </p:spPr>
        <p:txBody>
          <a:bodyPr wrap="square" rtlCol="0">
            <a:spAutoFit/>
          </a:bodyPr>
          <a:lstStyle/>
          <a:p>
            <a:pPr algn="ctr"/>
            <a:r>
              <a:rPr lang="es-ES" sz="3200" dirty="0">
                <a:solidFill>
                  <a:srgbClr val="00B050"/>
                </a:solidFill>
                <a:latin typeface="Amasis MT Pro" panose="02040504050005020304" pitchFamily="18" charset="0"/>
              </a:rPr>
              <a:t>Tiempo de escape = N</a:t>
            </a:r>
          </a:p>
        </p:txBody>
      </p:sp>
      <p:sp>
        <p:nvSpPr>
          <p:cNvPr id="20" name="CuadroTexto 19">
            <a:extLst>
              <a:ext uri="{FF2B5EF4-FFF2-40B4-BE49-F238E27FC236}">
                <a16:creationId xmlns:a16="http://schemas.microsoft.com/office/drawing/2014/main" id="{AE704145-4C69-DA15-8932-9665535346B3}"/>
              </a:ext>
            </a:extLst>
          </p:cNvPr>
          <p:cNvSpPr txBox="1"/>
          <p:nvPr/>
        </p:nvSpPr>
        <p:spPr>
          <a:xfrm>
            <a:off x="-5693"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Escape exacto</a:t>
            </a:r>
            <a:endParaRPr lang="es-ES" sz="7200" b="1" dirty="0">
              <a:solidFill>
                <a:srgbClr val="0070C0"/>
              </a:solidFill>
              <a:latin typeface="Amasis MT Pro Light" panose="02040304050005020304" pitchFamily="18" charset="0"/>
              <a:cs typeface="Adobe Devanagari" panose="02040503050201020203" pitchFamily="18" charset="0"/>
            </a:endParaRPr>
          </a:p>
        </p:txBody>
      </p:sp>
      <p:pic>
        <p:nvPicPr>
          <p:cNvPr id="26" name="Imagen 25">
            <a:extLst>
              <a:ext uri="{FF2B5EF4-FFF2-40B4-BE49-F238E27FC236}">
                <a16:creationId xmlns:a16="http://schemas.microsoft.com/office/drawing/2014/main" id="{1A8B876B-4AEE-D2C1-47B0-C3557D258542}"/>
              </a:ext>
            </a:extLst>
          </p:cNvPr>
          <p:cNvPicPr>
            <a:picLocks noChangeAspect="1"/>
          </p:cNvPicPr>
          <p:nvPr/>
        </p:nvPicPr>
        <p:blipFill>
          <a:blip r:embed="rId6"/>
          <a:stretch>
            <a:fillRect/>
          </a:stretch>
        </p:blipFill>
        <p:spPr>
          <a:xfrm>
            <a:off x="4598194" y="1984293"/>
            <a:ext cx="4341068" cy="4453337"/>
          </a:xfrm>
          <a:prstGeom prst="rect">
            <a:avLst/>
          </a:prstGeom>
        </p:spPr>
      </p:pic>
      <p:sp>
        <p:nvSpPr>
          <p:cNvPr id="6" name="CuadroTexto 5">
            <a:extLst>
              <a:ext uri="{FF2B5EF4-FFF2-40B4-BE49-F238E27FC236}">
                <a16:creationId xmlns:a16="http://schemas.microsoft.com/office/drawing/2014/main" id="{919D291D-1133-26CD-AE08-A89B681AB342}"/>
              </a:ext>
            </a:extLst>
          </p:cNvPr>
          <p:cNvSpPr txBox="1"/>
          <p:nvPr/>
        </p:nvSpPr>
        <p:spPr>
          <a:xfrm>
            <a:off x="6768728" y="1862162"/>
            <a:ext cx="1263758" cy="584775"/>
          </a:xfrm>
          <a:prstGeom prst="rect">
            <a:avLst/>
          </a:prstGeom>
          <a:noFill/>
        </p:spPr>
        <p:txBody>
          <a:bodyPr wrap="square" rtlCol="0">
            <a:spAutoFit/>
          </a:bodyPr>
          <a:lstStyle/>
          <a:p>
            <a:pPr algn="ctr"/>
            <a:r>
              <a:rPr lang="es-ES" sz="3200" b="1" dirty="0">
                <a:latin typeface="Amasis MT Pro" panose="02040504050005020304" pitchFamily="18" charset="0"/>
              </a:rPr>
              <a:t>E</a:t>
            </a:r>
            <a:r>
              <a:rPr lang="es-ES" sz="3200" b="1" baseline="-25000" dirty="0">
                <a:latin typeface="Amasis MT Pro" panose="02040504050005020304" pitchFamily="18" charset="0"/>
              </a:rPr>
              <a:t>N</a:t>
            </a:r>
            <a:endParaRPr lang="es-ES" sz="3200" b="1" dirty="0">
              <a:latin typeface="Amasis MT Pro" panose="02040504050005020304" pitchFamily="18" charset="0"/>
            </a:endParaRPr>
          </a:p>
        </p:txBody>
      </p:sp>
      <p:sp>
        <p:nvSpPr>
          <p:cNvPr id="25" name="Elipse 24">
            <a:extLst>
              <a:ext uri="{FF2B5EF4-FFF2-40B4-BE49-F238E27FC236}">
                <a16:creationId xmlns:a16="http://schemas.microsoft.com/office/drawing/2014/main" id="{795E6C55-F5B1-0B3C-5BB4-651F3CD43299}"/>
              </a:ext>
            </a:extLst>
          </p:cNvPr>
          <p:cNvSpPr/>
          <p:nvPr/>
        </p:nvSpPr>
        <p:spPr>
          <a:xfrm>
            <a:off x="7809367" y="6141532"/>
            <a:ext cx="188148" cy="188148"/>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7" name="Elipse 26">
            <a:extLst>
              <a:ext uri="{FF2B5EF4-FFF2-40B4-BE49-F238E27FC236}">
                <a16:creationId xmlns:a16="http://schemas.microsoft.com/office/drawing/2014/main" id="{5C03E96B-A01E-8792-F2A1-6DC32C47D3AE}"/>
              </a:ext>
            </a:extLst>
          </p:cNvPr>
          <p:cNvSpPr/>
          <p:nvPr/>
        </p:nvSpPr>
        <p:spPr>
          <a:xfrm>
            <a:off x="8268966" y="4715798"/>
            <a:ext cx="188148" cy="188148"/>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 name="Elipse 27">
            <a:extLst>
              <a:ext uri="{FF2B5EF4-FFF2-40B4-BE49-F238E27FC236}">
                <a16:creationId xmlns:a16="http://schemas.microsoft.com/office/drawing/2014/main" id="{B2D8DFB6-F9C6-1397-76DD-07E1FCAA6AD4}"/>
              </a:ext>
            </a:extLst>
          </p:cNvPr>
          <p:cNvSpPr/>
          <p:nvPr/>
        </p:nvSpPr>
        <p:spPr>
          <a:xfrm>
            <a:off x="7160315" y="3198834"/>
            <a:ext cx="188148" cy="188148"/>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3" name="Imagen 2">
            <a:extLst>
              <a:ext uri="{FF2B5EF4-FFF2-40B4-BE49-F238E27FC236}">
                <a16:creationId xmlns:a16="http://schemas.microsoft.com/office/drawing/2014/main" id="{A8B9BAF0-74D3-1273-B62C-B8F71B4B8459}"/>
              </a:ext>
            </a:extLst>
          </p:cNvPr>
          <p:cNvPicPr>
            <a:picLocks noChangeAspect="1"/>
          </p:cNvPicPr>
          <p:nvPr/>
        </p:nvPicPr>
        <p:blipFill>
          <a:blip r:embed="rId7"/>
          <a:stretch>
            <a:fillRect/>
          </a:stretch>
        </p:blipFill>
        <p:spPr>
          <a:xfrm>
            <a:off x="521562" y="2024760"/>
            <a:ext cx="3742617" cy="4453337"/>
          </a:xfrm>
          <a:prstGeom prst="rect">
            <a:avLst/>
          </a:prstGeom>
        </p:spPr>
      </p:pic>
      <p:sp>
        <p:nvSpPr>
          <p:cNvPr id="10" name="Marcador de número de diapositiva 9">
            <a:extLst>
              <a:ext uri="{FF2B5EF4-FFF2-40B4-BE49-F238E27FC236}">
                <a16:creationId xmlns:a16="http://schemas.microsoft.com/office/drawing/2014/main" id="{D5BD018B-28BA-F842-AA61-519BE8FB3D4F}"/>
              </a:ext>
            </a:extLst>
          </p:cNvPr>
          <p:cNvSpPr>
            <a:spLocks noGrp="1"/>
          </p:cNvSpPr>
          <p:nvPr>
            <p:ph type="sldNum" sz="quarter" idx="12"/>
          </p:nvPr>
        </p:nvSpPr>
        <p:spPr/>
        <p:txBody>
          <a:bodyPr/>
          <a:lstStyle/>
          <a:p>
            <a:fld id="{CC057153-B650-4DEB-B370-79DDCFDCE934}" type="slidenum">
              <a:rPr lang="en-US" smtClean="0"/>
              <a:pPr/>
              <a:t>40</a:t>
            </a:fld>
            <a:r>
              <a:rPr lang="en-US"/>
              <a:t> / 57</a:t>
            </a:r>
            <a:endParaRPr lang="en-US" dirty="0"/>
          </a:p>
        </p:txBody>
      </p:sp>
    </p:spTree>
    <p:extLst>
      <p:ext uri="{BB962C8B-B14F-4D97-AF65-F5344CB8AC3E}">
        <p14:creationId xmlns:p14="http://schemas.microsoft.com/office/powerpoint/2010/main" val="107254330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C6F65-1B16-DB66-277C-1E0840A7C138}"/>
            </a:ext>
          </a:extLst>
        </p:cNvPr>
        <p:cNvGrpSpPr/>
        <p:nvPr/>
      </p:nvGrpSpPr>
      <p:grpSpPr>
        <a:xfrm>
          <a:off x="0" y="0"/>
          <a:ext cx="0" cy="0"/>
          <a:chOff x="0" y="0"/>
          <a:chExt cx="0" cy="0"/>
        </a:xfrm>
      </p:grpSpPr>
      <p:sp>
        <p:nvSpPr>
          <p:cNvPr id="23" name="CuadroTexto 22">
            <a:extLst>
              <a:ext uri="{FF2B5EF4-FFF2-40B4-BE49-F238E27FC236}">
                <a16:creationId xmlns:a16="http://schemas.microsoft.com/office/drawing/2014/main" id="{F0355EBF-AA22-234D-D14E-2C9D00360338}"/>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Sistema </a:t>
            </a:r>
            <a:r>
              <a:rPr lang="es-ES" sz="5400" b="1" dirty="0" err="1">
                <a:solidFill>
                  <a:srgbClr val="0070C0"/>
                </a:solidFill>
                <a:latin typeface="Amasis MT Pro Light" panose="02040304050005020304" pitchFamily="18" charset="0"/>
                <a:cs typeface="Adobe Devanagari" panose="02040503050201020203" pitchFamily="18" charset="0"/>
              </a:rPr>
              <a:t>multiestable</a:t>
            </a:r>
            <a:endParaRPr lang="es-ES" sz="6600" b="1" dirty="0">
              <a:solidFill>
                <a:srgbClr val="0070C0"/>
              </a:solidFill>
              <a:latin typeface="Amasis MT Pro Light" panose="02040304050005020304" pitchFamily="18" charset="0"/>
              <a:cs typeface="Adobe Devanagari" panose="02040503050201020203" pitchFamily="18" charset="0"/>
            </a:endParaRPr>
          </a:p>
        </p:txBody>
      </p:sp>
      <p:sp>
        <p:nvSpPr>
          <p:cNvPr id="6" name="Rectángulo 5">
            <a:extLst>
              <a:ext uri="{FF2B5EF4-FFF2-40B4-BE49-F238E27FC236}">
                <a16:creationId xmlns:a16="http://schemas.microsoft.com/office/drawing/2014/main" id="{371CCBF6-FDA3-76E3-2FB1-0990AC27D393}"/>
              </a:ext>
            </a:extLst>
          </p:cNvPr>
          <p:cNvSpPr/>
          <p:nvPr/>
        </p:nvSpPr>
        <p:spPr>
          <a:xfrm>
            <a:off x="802718" y="3943786"/>
            <a:ext cx="216384" cy="1465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EAF5CA6B-2EE7-93B1-71F9-4C28BF997F7F}"/>
              </a:ext>
            </a:extLst>
          </p:cNvPr>
          <p:cNvSpPr/>
          <p:nvPr/>
        </p:nvSpPr>
        <p:spPr>
          <a:xfrm>
            <a:off x="2185952" y="3943785"/>
            <a:ext cx="216384" cy="1465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n 2">
            <a:extLst>
              <a:ext uri="{FF2B5EF4-FFF2-40B4-BE49-F238E27FC236}">
                <a16:creationId xmlns:a16="http://schemas.microsoft.com/office/drawing/2014/main" id="{134CF0C7-6D7D-0E82-9B4A-6A0CB0068673}"/>
              </a:ext>
            </a:extLst>
          </p:cNvPr>
          <p:cNvPicPr>
            <a:picLocks noChangeAspect="1"/>
          </p:cNvPicPr>
          <p:nvPr/>
        </p:nvPicPr>
        <p:blipFill>
          <a:blip r:embed="rId3"/>
          <a:stretch>
            <a:fillRect/>
          </a:stretch>
        </p:blipFill>
        <p:spPr>
          <a:xfrm>
            <a:off x="1348942" y="852546"/>
            <a:ext cx="5919434" cy="1519973"/>
          </a:xfrm>
          <a:prstGeom prst="rect">
            <a:avLst/>
          </a:prstGeom>
        </p:spPr>
      </p:pic>
      <p:pic>
        <p:nvPicPr>
          <p:cNvPr id="10" name="Imagen 9">
            <a:extLst>
              <a:ext uri="{FF2B5EF4-FFF2-40B4-BE49-F238E27FC236}">
                <a16:creationId xmlns:a16="http://schemas.microsoft.com/office/drawing/2014/main" id="{5D078E6B-167A-00E7-3469-D0BFC2636E08}"/>
              </a:ext>
            </a:extLst>
          </p:cNvPr>
          <p:cNvPicPr>
            <a:picLocks noChangeAspect="1"/>
          </p:cNvPicPr>
          <p:nvPr/>
        </p:nvPicPr>
        <p:blipFill>
          <a:blip r:embed="rId4"/>
          <a:stretch>
            <a:fillRect/>
          </a:stretch>
        </p:blipFill>
        <p:spPr>
          <a:xfrm>
            <a:off x="360045" y="2931439"/>
            <a:ext cx="3290977" cy="3202177"/>
          </a:xfrm>
          <a:prstGeom prst="rect">
            <a:avLst/>
          </a:prstGeom>
        </p:spPr>
      </p:pic>
      <p:pic>
        <p:nvPicPr>
          <p:cNvPr id="14" name="Imagen 13">
            <a:extLst>
              <a:ext uri="{FF2B5EF4-FFF2-40B4-BE49-F238E27FC236}">
                <a16:creationId xmlns:a16="http://schemas.microsoft.com/office/drawing/2014/main" id="{FC79357B-8A69-CECE-AC9C-4AB4832FD1FB}"/>
              </a:ext>
            </a:extLst>
          </p:cNvPr>
          <p:cNvPicPr>
            <a:picLocks noChangeAspect="1"/>
          </p:cNvPicPr>
          <p:nvPr/>
        </p:nvPicPr>
        <p:blipFill>
          <a:blip r:embed="rId5"/>
          <a:stretch>
            <a:fillRect/>
          </a:stretch>
        </p:blipFill>
        <p:spPr>
          <a:xfrm>
            <a:off x="5100864" y="2973444"/>
            <a:ext cx="3152964" cy="3118169"/>
          </a:xfrm>
          <a:prstGeom prst="rect">
            <a:avLst/>
          </a:prstGeom>
        </p:spPr>
      </p:pic>
      <p:sp>
        <p:nvSpPr>
          <p:cNvPr id="18" name="CuadroTexto 17">
            <a:extLst>
              <a:ext uri="{FF2B5EF4-FFF2-40B4-BE49-F238E27FC236}">
                <a16:creationId xmlns:a16="http://schemas.microsoft.com/office/drawing/2014/main" id="{F9B00986-FBB7-2669-971F-79B18F3A55BB}"/>
              </a:ext>
            </a:extLst>
          </p:cNvPr>
          <p:cNvSpPr txBox="1"/>
          <p:nvPr/>
        </p:nvSpPr>
        <p:spPr>
          <a:xfrm>
            <a:off x="1543496" y="2442149"/>
            <a:ext cx="1179969" cy="461665"/>
          </a:xfrm>
          <a:prstGeom prst="rect">
            <a:avLst/>
          </a:prstGeom>
          <a:noFill/>
        </p:spPr>
        <p:txBody>
          <a:bodyPr wrap="square" rtlCol="0">
            <a:spAutoFit/>
          </a:bodyPr>
          <a:lstStyle/>
          <a:p>
            <a:pPr algn="ctr"/>
            <a:r>
              <a:rPr lang="es-ES" sz="2400" b="1" dirty="0">
                <a:latin typeface="Amasis MT Pro" panose="02040504050005020304" pitchFamily="18" charset="0"/>
              </a:rPr>
              <a:t> </a:t>
            </a:r>
            <a:r>
              <a:rPr lang="el-GR" sz="2400" b="1" dirty="0">
                <a:latin typeface="Times New Roman" panose="02020603050405020304" pitchFamily="18" charset="0"/>
                <a:cs typeface="Times New Roman" panose="02020603050405020304" pitchFamily="18" charset="0"/>
              </a:rPr>
              <a:t>μ</a:t>
            </a:r>
            <a:r>
              <a:rPr lang="es-ES" sz="2400" b="1" dirty="0">
                <a:latin typeface="Amasis MT Pro" panose="02040504050005020304" pitchFamily="18" charset="0"/>
              </a:rPr>
              <a:t> &lt; 8</a:t>
            </a:r>
          </a:p>
        </p:txBody>
      </p:sp>
      <p:sp>
        <p:nvSpPr>
          <p:cNvPr id="19" name="CuadroTexto 18">
            <a:extLst>
              <a:ext uri="{FF2B5EF4-FFF2-40B4-BE49-F238E27FC236}">
                <a16:creationId xmlns:a16="http://schemas.microsoft.com/office/drawing/2014/main" id="{00B193E8-E9C0-89C2-106A-F78481B909E2}"/>
              </a:ext>
            </a:extLst>
          </p:cNvPr>
          <p:cNvSpPr txBox="1"/>
          <p:nvPr/>
        </p:nvSpPr>
        <p:spPr>
          <a:xfrm>
            <a:off x="6221847" y="2442149"/>
            <a:ext cx="1179969" cy="461665"/>
          </a:xfrm>
          <a:prstGeom prst="rect">
            <a:avLst/>
          </a:prstGeom>
          <a:noFill/>
        </p:spPr>
        <p:txBody>
          <a:bodyPr wrap="square" rtlCol="0">
            <a:spAutoFit/>
          </a:bodyPr>
          <a:lstStyle/>
          <a:p>
            <a:pPr algn="ctr"/>
            <a:r>
              <a:rPr lang="es-ES" sz="2400" b="1" dirty="0">
                <a:latin typeface="Amasis MT Pro" panose="02040504050005020304" pitchFamily="18" charset="0"/>
              </a:rPr>
              <a:t> </a:t>
            </a:r>
            <a:r>
              <a:rPr lang="el-GR" sz="2400" b="1" dirty="0">
                <a:latin typeface="Times New Roman" panose="02020603050405020304" pitchFamily="18" charset="0"/>
                <a:cs typeface="Times New Roman" panose="02020603050405020304" pitchFamily="18" charset="0"/>
              </a:rPr>
              <a:t>μ</a:t>
            </a:r>
            <a:r>
              <a:rPr lang="es-ES" sz="2400" b="1" dirty="0">
                <a:latin typeface="Amasis MT Pro" panose="02040504050005020304" pitchFamily="18" charset="0"/>
              </a:rPr>
              <a:t> &gt; 8</a:t>
            </a:r>
          </a:p>
        </p:txBody>
      </p:sp>
      <p:sp>
        <p:nvSpPr>
          <p:cNvPr id="21" name="CuadroTexto 20">
            <a:extLst>
              <a:ext uri="{FF2B5EF4-FFF2-40B4-BE49-F238E27FC236}">
                <a16:creationId xmlns:a16="http://schemas.microsoft.com/office/drawing/2014/main" id="{12A6A039-447D-AD83-7D32-7FF5F8F72E77}"/>
              </a:ext>
            </a:extLst>
          </p:cNvPr>
          <p:cNvSpPr txBox="1"/>
          <p:nvPr/>
        </p:nvSpPr>
        <p:spPr>
          <a:xfrm>
            <a:off x="1099296" y="6173900"/>
            <a:ext cx="2173311" cy="461665"/>
          </a:xfrm>
          <a:prstGeom prst="rect">
            <a:avLst/>
          </a:prstGeom>
          <a:noFill/>
        </p:spPr>
        <p:txBody>
          <a:bodyPr wrap="square" rtlCol="0">
            <a:spAutoFit/>
          </a:bodyPr>
          <a:lstStyle/>
          <a:p>
            <a:pPr algn="ctr"/>
            <a:r>
              <a:rPr lang="es-ES" sz="2400" b="1" dirty="0">
                <a:latin typeface="Amasis MT Pro" panose="02040504050005020304" pitchFamily="18" charset="0"/>
              </a:rPr>
              <a:t> </a:t>
            </a:r>
            <a:r>
              <a:rPr lang="es-ES" sz="2400" b="1" dirty="0">
                <a:latin typeface="Times New Roman" panose="02020603050405020304" pitchFamily="18" charset="0"/>
                <a:cs typeface="Times New Roman" panose="02020603050405020304" pitchFamily="18" charset="0"/>
              </a:rPr>
              <a:t>Dos atractores</a:t>
            </a:r>
            <a:endParaRPr lang="es-ES" sz="2400" b="1" dirty="0">
              <a:latin typeface="Amasis MT Pro" panose="02040504050005020304" pitchFamily="18" charset="0"/>
            </a:endParaRPr>
          </a:p>
        </p:txBody>
      </p:sp>
      <p:sp>
        <p:nvSpPr>
          <p:cNvPr id="22" name="CuadroTexto 21">
            <a:extLst>
              <a:ext uri="{FF2B5EF4-FFF2-40B4-BE49-F238E27FC236}">
                <a16:creationId xmlns:a16="http://schemas.microsoft.com/office/drawing/2014/main" id="{AA5A7A70-F84A-08E4-78B6-A5DFCB0940CE}"/>
              </a:ext>
            </a:extLst>
          </p:cNvPr>
          <p:cNvSpPr txBox="1"/>
          <p:nvPr/>
        </p:nvSpPr>
        <p:spPr>
          <a:xfrm>
            <a:off x="5435117" y="6027003"/>
            <a:ext cx="2676852" cy="830997"/>
          </a:xfrm>
          <a:prstGeom prst="rect">
            <a:avLst/>
          </a:prstGeom>
          <a:noFill/>
        </p:spPr>
        <p:txBody>
          <a:bodyPr wrap="square" rtlCol="0">
            <a:spAutoFit/>
          </a:bodyPr>
          <a:lstStyle/>
          <a:p>
            <a:pPr algn="ctr"/>
            <a:r>
              <a:rPr lang="es-ES" sz="2400" b="1" dirty="0">
                <a:latin typeface="Amasis MT Pro" panose="02040504050005020304" pitchFamily="18" charset="0"/>
              </a:rPr>
              <a:t>Un </a:t>
            </a:r>
            <a:r>
              <a:rPr lang="es-ES" sz="2400" b="1" dirty="0">
                <a:latin typeface="Times New Roman" panose="02020603050405020304" pitchFamily="18" charset="0"/>
                <a:cs typeface="Times New Roman" panose="02020603050405020304" pitchFamily="18" charset="0"/>
              </a:rPr>
              <a:t>atractor con dos regiones</a:t>
            </a:r>
            <a:endParaRPr lang="es-ES" sz="2400" b="1" dirty="0">
              <a:latin typeface="Amasis MT Pro" panose="02040504050005020304" pitchFamily="18" charset="0"/>
            </a:endParaRPr>
          </a:p>
        </p:txBody>
      </p:sp>
      <p:sp>
        <p:nvSpPr>
          <p:cNvPr id="5" name="Marcador de número de diapositiva 4">
            <a:extLst>
              <a:ext uri="{FF2B5EF4-FFF2-40B4-BE49-F238E27FC236}">
                <a16:creationId xmlns:a16="http://schemas.microsoft.com/office/drawing/2014/main" id="{9DC918F9-98C9-7AA6-8068-90C4BAC302A8}"/>
              </a:ext>
            </a:extLst>
          </p:cNvPr>
          <p:cNvSpPr>
            <a:spLocks noGrp="1"/>
          </p:cNvSpPr>
          <p:nvPr>
            <p:ph type="sldNum" sz="quarter" idx="12"/>
          </p:nvPr>
        </p:nvSpPr>
        <p:spPr/>
        <p:txBody>
          <a:bodyPr/>
          <a:lstStyle/>
          <a:p>
            <a:fld id="{CC057153-B650-4DEB-B370-79DDCFDCE934}" type="slidenum">
              <a:rPr lang="en-US" smtClean="0"/>
              <a:pPr/>
              <a:t>41</a:t>
            </a:fld>
            <a:r>
              <a:rPr lang="en-US"/>
              <a:t> / 57</a:t>
            </a:r>
            <a:endParaRPr lang="en-US" dirty="0"/>
          </a:p>
        </p:txBody>
      </p:sp>
    </p:spTree>
    <p:extLst>
      <p:ext uri="{BB962C8B-B14F-4D97-AF65-F5344CB8AC3E}">
        <p14:creationId xmlns:p14="http://schemas.microsoft.com/office/powerpoint/2010/main" val="2824085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1E61E-99DF-C257-CFED-3412DFF9F651}"/>
            </a:ext>
          </a:extLst>
        </p:cNvPr>
        <p:cNvGrpSpPr/>
        <p:nvPr/>
      </p:nvGrpSpPr>
      <p:grpSpPr>
        <a:xfrm>
          <a:off x="0" y="0"/>
          <a:ext cx="0" cy="0"/>
          <a:chOff x="0" y="0"/>
          <a:chExt cx="0" cy="0"/>
        </a:xfrm>
      </p:grpSpPr>
      <p:pic>
        <p:nvPicPr>
          <p:cNvPr id="5" name="Imagen 4" descr="Gráfico&#10;&#10;El contenido generado por IA puede ser incorrecto.">
            <a:extLst>
              <a:ext uri="{FF2B5EF4-FFF2-40B4-BE49-F238E27FC236}">
                <a16:creationId xmlns:a16="http://schemas.microsoft.com/office/drawing/2014/main" id="{2A4F8DBB-B489-82CC-1AAF-5C71577327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4857" y="1312270"/>
            <a:ext cx="5265648" cy="4388040"/>
          </a:xfrm>
          <a:prstGeom prst="rect">
            <a:avLst/>
          </a:prstGeom>
        </p:spPr>
      </p:pic>
      <p:pic>
        <p:nvPicPr>
          <p:cNvPr id="12" name="Imagen 11">
            <a:extLst>
              <a:ext uri="{FF2B5EF4-FFF2-40B4-BE49-F238E27FC236}">
                <a16:creationId xmlns:a16="http://schemas.microsoft.com/office/drawing/2014/main" id="{7D5924C1-C53B-CEBF-3C35-3BB82EC902E6}"/>
              </a:ext>
            </a:extLst>
          </p:cNvPr>
          <p:cNvPicPr>
            <a:picLocks noChangeAspect="1"/>
          </p:cNvPicPr>
          <p:nvPr/>
        </p:nvPicPr>
        <p:blipFill>
          <a:blip r:embed="rId4"/>
          <a:stretch>
            <a:fillRect/>
          </a:stretch>
        </p:blipFill>
        <p:spPr>
          <a:xfrm>
            <a:off x="1173210" y="1186393"/>
            <a:ext cx="1284797" cy="368299"/>
          </a:xfrm>
          <a:prstGeom prst="rect">
            <a:avLst/>
          </a:prstGeom>
        </p:spPr>
      </p:pic>
      <p:pic>
        <p:nvPicPr>
          <p:cNvPr id="15" name="Imagen 14">
            <a:extLst>
              <a:ext uri="{FF2B5EF4-FFF2-40B4-BE49-F238E27FC236}">
                <a16:creationId xmlns:a16="http://schemas.microsoft.com/office/drawing/2014/main" id="{4898EB1D-55B6-A8D3-87B5-F9D2B3DCFEA2}"/>
              </a:ext>
            </a:extLst>
          </p:cNvPr>
          <p:cNvPicPr>
            <a:picLocks noChangeAspect="1"/>
          </p:cNvPicPr>
          <p:nvPr/>
        </p:nvPicPr>
        <p:blipFill>
          <a:blip r:embed="rId5"/>
          <a:stretch>
            <a:fillRect/>
          </a:stretch>
        </p:blipFill>
        <p:spPr>
          <a:xfrm>
            <a:off x="6379858" y="973740"/>
            <a:ext cx="1948346" cy="338530"/>
          </a:xfrm>
          <a:prstGeom prst="rect">
            <a:avLst/>
          </a:prstGeom>
        </p:spPr>
      </p:pic>
      <p:pic>
        <p:nvPicPr>
          <p:cNvPr id="16" name="Imagen 15">
            <a:extLst>
              <a:ext uri="{FF2B5EF4-FFF2-40B4-BE49-F238E27FC236}">
                <a16:creationId xmlns:a16="http://schemas.microsoft.com/office/drawing/2014/main" id="{684DBE59-66A6-70A9-0F27-ECA30198D97A}"/>
              </a:ext>
            </a:extLst>
          </p:cNvPr>
          <p:cNvPicPr>
            <a:picLocks noChangeAspect="1"/>
          </p:cNvPicPr>
          <p:nvPr/>
        </p:nvPicPr>
        <p:blipFill>
          <a:blip r:embed="rId6"/>
          <a:stretch>
            <a:fillRect/>
          </a:stretch>
        </p:blipFill>
        <p:spPr>
          <a:xfrm>
            <a:off x="4247287" y="977272"/>
            <a:ext cx="1658215" cy="340704"/>
          </a:xfrm>
          <a:prstGeom prst="rect">
            <a:avLst/>
          </a:prstGeom>
        </p:spPr>
      </p:pic>
      <p:sp>
        <p:nvSpPr>
          <p:cNvPr id="23" name="CuadroTexto 22">
            <a:extLst>
              <a:ext uri="{FF2B5EF4-FFF2-40B4-BE49-F238E27FC236}">
                <a16:creationId xmlns:a16="http://schemas.microsoft.com/office/drawing/2014/main" id="{F6359716-515B-8F53-6BEF-0A82478EEAAD}"/>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Objetivo C : Alternar regiones</a:t>
            </a:r>
          </a:p>
        </p:txBody>
      </p:sp>
      <p:sp>
        <p:nvSpPr>
          <p:cNvPr id="6" name="Rectángulo 5">
            <a:extLst>
              <a:ext uri="{FF2B5EF4-FFF2-40B4-BE49-F238E27FC236}">
                <a16:creationId xmlns:a16="http://schemas.microsoft.com/office/drawing/2014/main" id="{F3E08048-EAE8-24D8-90F2-283D89498234}"/>
              </a:ext>
            </a:extLst>
          </p:cNvPr>
          <p:cNvSpPr/>
          <p:nvPr/>
        </p:nvSpPr>
        <p:spPr>
          <a:xfrm>
            <a:off x="802718" y="3943786"/>
            <a:ext cx="216384" cy="1465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799CE5B8-A494-6AB8-1AAA-40810BD9928D}"/>
              </a:ext>
            </a:extLst>
          </p:cNvPr>
          <p:cNvSpPr/>
          <p:nvPr/>
        </p:nvSpPr>
        <p:spPr>
          <a:xfrm>
            <a:off x="2185952" y="3943785"/>
            <a:ext cx="216384" cy="1465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Imagen 10">
            <a:extLst>
              <a:ext uri="{FF2B5EF4-FFF2-40B4-BE49-F238E27FC236}">
                <a16:creationId xmlns:a16="http://schemas.microsoft.com/office/drawing/2014/main" id="{3A1127C9-829B-A378-CCA3-31E1219AB9D0}"/>
              </a:ext>
            </a:extLst>
          </p:cNvPr>
          <p:cNvPicPr>
            <a:picLocks noChangeAspect="1"/>
          </p:cNvPicPr>
          <p:nvPr/>
        </p:nvPicPr>
        <p:blipFill>
          <a:blip r:embed="rId7"/>
          <a:stretch>
            <a:fillRect/>
          </a:stretch>
        </p:blipFill>
        <p:spPr>
          <a:xfrm>
            <a:off x="-5694" y="1814840"/>
            <a:ext cx="3417784" cy="3384458"/>
          </a:xfrm>
          <a:prstGeom prst="rect">
            <a:avLst/>
          </a:prstGeom>
        </p:spPr>
      </p:pic>
      <p:sp>
        <p:nvSpPr>
          <p:cNvPr id="4" name="CuadroTexto 3">
            <a:extLst>
              <a:ext uri="{FF2B5EF4-FFF2-40B4-BE49-F238E27FC236}">
                <a16:creationId xmlns:a16="http://schemas.microsoft.com/office/drawing/2014/main" id="{C542FCBA-F938-2AD1-7861-F3735D3B7D4B}"/>
              </a:ext>
            </a:extLst>
          </p:cNvPr>
          <p:cNvSpPr txBox="1"/>
          <p:nvPr/>
        </p:nvSpPr>
        <p:spPr>
          <a:xfrm>
            <a:off x="443103" y="5402637"/>
            <a:ext cx="8540353" cy="1200329"/>
          </a:xfrm>
          <a:prstGeom prst="rect">
            <a:avLst/>
          </a:prstGeom>
          <a:noFill/>
        </p:spPr>
        <p:txBody>
          <a:bodyPr wrap="square" rtlCol="0">
            <a:spAutoFit/>
          </a:bodyPr>
          <a:lstStyle/>
          <a:p>
            <a:pPr algn="ctr"/>
            <a:r>
              <a:rPr lang="es-ES" sz="2400" dirty="0">
                <a:latin typeface="Amasis MT Pro" panose="02040504050005020304" pitchFamily="18" charset="0"/>
              </a:rPr>
              <a:t>Una orbita típicamente </a:t>
            </a:r>
            <a:r>
              <a:rPr lang="es-ES" sz="2400" dirty="0">
                <a:solidFill>
                  <a:srgbClr val="C00000"/>
                </a:solidFill>
                <a:latin typeface="Amasis MT Pro" panose="02040504050005020304" pitchFamily="18" charset="0"/>
              </a:rPr>
              <a:t>oscila caóticamente</a:t>
            </a:r>
            <a:r>
              <a:rPr lang="es-ES" sz="2400" dirty="0">
                <a:latin typeface="Amasis MT Pro" panose="02040504050005020304" pitchFamily="18" charset="0"/>
              </a:rPr>
              <a:t> entre regiones. Conseguimos </a:t>
            </a:r>
            <a:r>
              <a:rPr lang="es-ES" sz="2400" dirty="0">
                <a:solidFill>
                  <a:srgbClr val="0070C0"/>
                </a:solidFill>
                <a:latin typeface="Amasis MT Pro" panose="02040504050005020304" pitchFamily="18" charset="0"/>
              </a:rPr>
              <a:t>controlarla</a:t>
            </a:r>
            <a:r>
              <a:rPr lang="es-ES" sz="2400" dirty="0">
                <a:latin typeface="Amasis MT Pro" panose="02040504050005020304" pitchFamily="18" charset="0"/>
              </a:rPr>
              <a:t> para formar una </a:t>
            </a:r>
            <a:r>
              <a:rPr lang="es-ES" sz="2400" dirty="0">
                <a:solidFill>
                  <a:srgbClr val="00B050"/>
                </a:solidFill>
                <a:latin typeface="Amasis MT Pro" panose="02040504050005020304" pitchFamily="18" charset="0"/>
              </a:rPr>
              <a:t>órbita periódica</a:t>
            </a:r>
            <a:r>
              <a:rPr lang="es-ES" sz="2400" dirty="0">
                <a:latin typeface="Amasis MT Pro" panose="02040504050005020304" pitchFamily="18" charset="0"/>
              </a:rPr>
              <a:t>.</a:t>
            </a:r>
          </a:p>
          <a:p>
            <a:pPr algn="ctr"/>
            <a:r>
              <a:rPr lang="es-ES" sz="2400" dirty="0">
                <a:latin typeface="Amasis MT Pro" panose="02040504050005020304" pitchFamily="18" charset="0"/>
              </a:rPr>
              <a:t>20 iteraciones a la izquierda y 30 a la derecha.</a:t>
            </a:r>
          </a:p>
        </p:txBody>
      </p:sp>
      <p:sp>
        <p:nvSpPr>
          <p:cNvPr id="8" name="Marcador de número de diapositiva 7">
            <a:extLst>
              <a:ext uri="{FF2B5EF4-FFF2-40B4-BE49-F238E27FC236}">
                <a16:creationId xmlns:a16="http://schemas.microsoft.com/office/drawing/2014/main" id="{4C11DC04-4D37-340B-8AD2-69CD2D3F1FDC}"/>
              </a:ext>
            </a:extLst>
          </p:cNvPr>
          <p:cNvSpPr>
            <a:spLocks noGrp="1"/>
          </p:cNvSpPr>
          <p:nvPr>
            <p:ph type="sldNum" sz="quarter" idx="12"/>
          </p:nvPr>
        </p:nvSpPr>
        <p:spPr/>
        <p:txBody>
          <a:bodyPr/>
          <a:lstStyle/>
          <a:p>
            <a:fld id="{CC057153-B650-4DEB-B370-79DDCFDCE934}" type="slidenum">
              <a:rPr lang="en-US" smtClean="0"/>
              <a:pPr/>
              <a:t>42</a:t>
            </a:fld>
            <a:r>
              <a:rPr lang="en-US"/>
              <a:t> / 57</a:t>
            </a:r>
            <a:endParaRPr lang="en-US" dirty="0"/>
          </a:p>
        </p:txBody>
      </p:sp>
    </p:spTree>
    <p:extLst>
      <p:ext uri="{BB962C8B-B14F-4D97-AF65-F5344CB8AC3E}">
        <p14:creationId xmlns:p14="http://schemas.microsoft.com/office/powerpoint/2010/main" val="36003289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6DE19-9002-047D-BBF4-EE1DC60A74A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3266234-F323-E130-255D-18F9E75D3E0C}"/>
              </a:ext>
            </a:extLst>
          </p:cNvPr>
          <p:cNvSpPr txBox="1"/>
          <p:nvPr/>
        </p:nvSpPr>
        <p:spPr>
          <a:xfrm>
            <a:off x="-5694" y="2351782"/>
            <a:ext cx="9149692" cy="1569660"/>
          </a:xfrm>
          <a:prstGeom prst="rect">
            <a:avLst/>
          </a:prstGeom>
          <a:noFill/>
        </p:spPr>
        <p:txBody>
          <a:bodyPr wrap="square" rtlCol="0">
            <a:spAutoFit/>
          </a:bodyPr>
          <a:lstStyle/>
          <a:p>
            <a:pPr algn="ctr"/>
            <a:r>
              <a:rPr lang="en-US" sz="4800" b="1" dirty="0">
                <a:solidFill>
                  <a:srgbClr val="0070C0"/>
                </a:solidFill>
                <a:latin typeface="Amasis MT Pro Light" panose="02040304050005020304" pitchFamily="18" charset="0"/>
                <a:cs typeface="Adobe Devanagari" panose="02040503050201020203" pitchFamily="18" charset="0"/>
              </a:rPr>
              <a:t>Two-Player Yorke’s Game of Survival in Chaotic Transients</a:t>
            </a:r>
          </a:p>
        </p:txBody>
      </p:sp>
      <p:sp>
        <p:nvSpPr>
          <p:cNvPr id="5" name="Rectángulo: esquinas redondeadas 4">
            <a:extLst>
              <a:ext uri="{FF2B5EF4-FFF2-40B4-BE49-F238E27FC236}">
                <a16:creationId xmlns:a16="http://schemas.microsoft.com/office/drawing/2014/main" id="{BFB2ACBB-E8ED-6457-78DD-349826D982FA}"/>
              </a:ext>
            </a:extLst>
          </p:cNvPr>
          <p:cNvSpPr/>
          <p:nvPr/>
        </p:nvSpPr>
        <p:spPr>
          <a:xfrm>
            <a:off x="363262" y="4752972"/>
            <a:ext cx="8285438" cy="1569661"/>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6" name="CuadroTexto 5">
            <a:extLst>
              <a:ext uri="{FF2B5EF4-FFF2-40B4-BE49-F238E27FC236}">
                <a16:creationId xmlns:a16="http://schemas.microsoft.com/office/drawing/2014/main" id="{AD5A01CC-04CA-022B-6698-920C073B1505}"/>
              </a:ext>
            </a:extLst>
          </p:cNvPr>
          <p:cNvSpPr txBox="1"/>
          <p:nvPr/>
        </p:nvSpPr>
        <p:spPr>
          <a:xfrm>
            <a:off x="363261" y="4937637"/>
            <a:ext cx="8411781" cy="1200329"/>
          </a:xfrm>
          <a:prstGeom prst="rect">
            <a:avLst/>
          </a:prstGeom>
          <a:noFill/>
        </p:spPr>
        <p:txBody>
          <a:bodyPr wrap="square" rtlCol="0">
            <a:spAutoFit/>
          </a:bodyPr>
          <a:lstStyle/>
          <a:p>
            <a:pPr algn="ctr"/>
            <a:r>
              <a:rPr lang="en-US" sz="3600" dirty="0">
                <a:latin typeface="Amasis MT Pro" panose="02040504050005020304" pitchFamily="18" charset="0"/>
              </a:rPr>
              <a:t>G. Alfaro, R. Capeáns, M. A. F. Sanjuán, Phys. Rev. E (2025)</a:t>
            </a:r>
            <a:endParaRPr lang="es-ES" sz="3600" dirty="0">
              <a:latin typeface="Amasis MT Pro" panose="02040504050005020304" pitchFamily="18" charset="0"/>
            </a:endParaRPr>
          </a:p>
        </p:txBody>
      </p:sp>
      <p:sp>
        <p:nvSpPr>
          <p:cNvPr id="7" name="Marcador de número de diapositiva 6">
            <a:extLst>
              <a:ext uri="{FF2B5EF4-FFF2-40B4-BE49-F238E27FC236}">
                <a16:creationId xmlns:a16="http://schemas.microsoft.com/office/drawing/2014/main" id="{C8558D27-F453-DCE3-4088-735C45C4A791}"/>
              </a:ext>
            </a:extLst>
          </p:cNvPr>
          <p:cNvSpPr>
            <a:spLocks noGrp="1"/>
          </p:cNvSpPr>
          <p:nvPr>
            <p:ph type="sldNum" sz="quarter" idx="12"/>
          </p:nvPr>
        </p:nvSpPr>
        <p:spPr/>
        <p:txBody>
          <a:bodyPr/>
          <a:lstStyle/>
          <a:p>
            <a:fld id="{CC057153-B650-4DEB-B370-79DDCFDCE934}" type="slidenum">
              <a:rPr lang="en-US" smtClean="0"/>
              <a:pPr/>
              <a:t>43</a:t>
            </a:fld>
            <a:r>
              <a:rPr lang="en-US"/>
              <a:t> / 57</a:t>
            </a:r>
            <a:endParaRPr lang="en-US" dirty="0"/>
          </a:p>
        </p:txBody>
      </p:sp>
    </p:spTree>
    <p:extLst>
      <p:ext uri="{BB962C8B-B14F-4D97-AF65-F5344CB8AC3E}">
        <p14:creationId xmlns:p14="http://schemas.microsoft.com/office/powerpoint/2010/main" val="9892849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52B83-CEDA-CD0D-084F-29B7D9D81F22}"/>
            </a:ext>
          </a:extLst>
        </p:cNvPr>
        <p:cNvGrpSpPr/>
        <p:nvPr/>
      </p:nvGrpSpPr>
      <p:grpSpPr>
        <a:xfrm>
          <a:off x="0" y="0"/>
          <a:ext cx="0" cy="0"/>
          <a:chOff x="0" y="0"/>
          <a:chExt cx="0" cy="0"/>
        </a:xfrm>
      </p:grpSpPr>
      <p:pic>
        <p:nvPicPr>
          <p:cNvPr id="5" name="Imagen 4" descr="Gráfico, Gráfico radial&#10;&#10;El contenido generado por IA puede ser incorrecto.">
            <a:extLst>
              <a:ext uri="{FF2B5EF4-FFF2-40B4-BE49-F238E27FC236}">
                <a16:creationId xmlns:a16="http://schemas.microsoft.com/office/drawing/2014/main" id="{5363F534-5C07-8595-D44A-F376BDB43B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9153" y="906448"/>
            <a:ext cx="5045693" cy="4204743"/>
          </a:xfrm>
          <a:prstGeom prst="rect">
            <a:avLst/>
          </a:prstGeom>
        </p:spPr>
      </p:pic>
      <p:sp>
        <p:nvSpPr>
          <p:cNvPr id="2" name="CuadroTexto 1">
            <a:extLst>
              <a:ext uri="{FF2B5EF4-FFF2-40B4-BE49-F238E27FC236}">
                <a16:creationId xmlns:a16="http://schemas.microsoft.com/office/drawing/2014/main" id="{BD9671E6-B6AC-6A72-2558-EB489BAB5D9C}"/>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Juego de </a:t>
            </a:r>
            <a:r>
              <a:rPr lang="es-ES" sz="6000" b="1" dirty="0" err="1">
                <a:solidFill>
                  <a:srgbClr val="0070C0"/>
                </a:solidFill>
                <a:latin typeface="Amasis MT Pro Light" panose="02040304050005020304" pitchFamily="18" charset="0"/>
                <a:cs typeface="Adobe Devanagari" panose="02040503050201020203" pitchFamily="18" charset="0"/>
              </a:rPr>
              <a:t>Yorke</a:t>
            </a:r>
            <a:endParaRPr lang="es-ES" sz="7200" b="1" dirty="0">
              <a:solidFill>
                <a:srgbClr val="0070C0"/>
              </a:solidFill>
              <a:latin typeface="Amasis MT Pro Light" panose="02040304050005020304" pitchFamily="18" charset="0"/>
              <a:cs typeface="Adobe Devanagari" panose="02040503050201020203" pitchFamily="18" charset="0"/>
            </a:endParaRPr>
          </a:p>
        </p:txBody>
      </p:sp>
      <p:pic>
        <p:nvPicPr>
          <p:cNvPr id="4" name="Imagen 3">
            <a:extLst>
              <a:ext uri="{FF2B5EF4-FFF2-40B4-BE49-F238E27FC236}">
                <a16:creationId xmlns:a16="http://schemas.microsoft.com/office/drawing/2014/main" id="{C2107343-A85E-887F-86A9-E7B6F30F1515}"/>
              </a:ext>
            </a:extLst>
          </p:cNvPr>
          <p:cNvPicPr>
            <a:picLocks noChangeAspect="1"/>
          </p:cNvPicPr>
          <p:nvPr/>
        </p:nvPicPr>
        <p:blipFill>
          <a:blip r:embed="rId4"/>
          <a:stretch>
            <a:fillRect/>
          </a:stretch>
        </p:blipFill>
        <p:spPr>
          <a:xfrm>
            <a:off x="2354279" y="5250241"/>
            <a:ext cx="4429745" cy="491372"/>
          </a:xfrm>
          <a:prstGeom prst="rect">
            <a:avLst/>
          </a:prstGeom>
        </p:spPr>
      </p:pic>
      <p:sp>
        <p:nvSpPr>
          <p:cNvPr id="6" name="Rectángulo: esquinas redondeadas 5">
            <a:extLst>
              <a:ext uri="{FF2B5EF4-FFF2-40B4-BE49-F238E27FC236}">
                <a16:creationId xmlns:a16="http://schemas.microsoft.com/office/drawing/2014/main" id="{5E9453BF-840E-0394-5FE4-2CFAD2D1BCE3}"/>
              </a:ext>
            </a:extLst>
          </p:cNvPr>
          <p:cNvSpPr/>
          <p:nvPr/>
        </p:nvSpPr>
        <p:spPr>
          <a:xfrm>
            <a:off x="2164488" y="5163477"/>
            <a:ext cx="4809326" cy="664900"/>
          </a:xfrm>
          <a:prstGeom prst="round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CA1B3371-E432-097D-41B7-7EAFB31831C3}"/>
              </a:ext>
            </a:extLst>
          </p:cNvPr>
          <p:cNvSpPr txBox="1"/>
          <p:nvPr/>
        </p:nvSpPr>
        <p:spPr>
          <a:xfrm>
            <a:off x="2041827" y="6026939"/>
            <a:ext cx="5045693" cy="707886"/>
          </a:xfrm>
          <a:prstGeom prst="rect">
            <a:avLst/>
          </a:prstGeom>
          <a:noFill/>
        </p:spPr>
        <p:txBody>
          <a:bodyPr wrap="square" rtlCol="0">
            <a:spAutoFit/>
          </a:bodyPr>
          <a:lstStyle/>
          <a:p>
            <a:pPr algn="ctr"/>
            <a:r>
              <a:rPr lang="en-US" sz="2000" b="0" i="0" u="none" strike="noStrike" baseline="0" dirty="0">
                <a:latin typeface="Amasis MT Pro" panose="02040504050005020304" pitchFamily="18" charset="0"/>
              </a:rPr>
              <a:t>J. Aguirre, F. </a:t>
            </a:r>
            <a:r>
              <a:rPr lang="en-US" sz="2000" b="0" i="0" u="none" strike="noStrike" baseline="0" dirty="0" err="1">
                <a:latin typeface="Amasis MT Pro" panose="02040504050005020304" pitchFamily="18" charset="0"/>
              </a:rPr>
              <a:t>d’Ovidio</a:t>
            </a:r>
            <a:r>
              <a:rPr lang="en-US" sz="2000" b="0" i="0" u="none" strike="noStrike" baseline="0" dirty="0">
                <a:latin typeface="Amasis MT Pro" panose="02040504050005020304" pitchFamily="18" charset="0"/>
              </a:rPr>
              <a:t>, and M. A. F. Sanju</a:t>
            </a:r>
            <a:r>
              <a:rPr lang="en-US" sz="2000" dirty="0">
                <a:latin typeface="Amasis MT Pro" panose="02040504050005020304" pitchFamily="18" charset="0"/>
              </a:rPr>
              <a:t>á</a:t>
            </a:r>
            <a:r>
              <a:rPr lang="en-US" sz="2000" b="0" i="0" u="none" strike="noStrike" baseline="0" dirty="0">
                <a:latin typeface="Amasis MT Pro" panose="02040504050005020304" pitchFamily="18" charset="0"/>
              </a:rPr>
              <a:t>n, </a:t>
            </a:r>
          </a:p>
          <a:p>
            <a:pPr algn="ctr"/>
            <a:r>
              <a:rPr lang="en-US" sz="2000" b="0" i="0" u="none" strike="noStrike" baseline="0" dirty="0">
                <a:latin typeface="Amasis MT Pro" panose="02040504050005020304" pitchFamily="18" charset="0"/>
              </a:rPr>
              <a:t>Phys. Rev. E </a:t>
            </a:r>
            <a:r>
              <a:rPr lang="en-US" sz="2000" b="1" i="0" u="none" strike="noStrike" baseline="0" dirty="0">
                <a:latin typeface="Amasis MT Pro" panose="02040504050005020304" pitchFamily="18" charset="0"/>
              </a:rPr>
              <a:t>69</a:t>
            </a:r>
            <a:r>
              <a:rPr lang="en-US" sz="2000" dirty="0">
                <a:latin typeface="Amasis MT Pro" panose="02040504050005020304" pitchFamily="18" charset="0"/>
              </a:rPr>
              <a:t>, </a:t>
            </a:r>
            <a:r>
              <a:rPr lang="en-US" sz="2000" b="0" i="0" u="none" strike="noStrike" baseline="0" dirty="0">
                <a:latin typeface="Amasis MT Pro" panose="02040504050005020304" pitchFamily="18" charset="0"/>
              </a:rPr>
              <a:t>016203 (2004)</a:t>
            </a:r>
            <a:endParaRPr lang="es-ES" sz="2400" dirty="0">
              <a:latin typeface="Amasis MT Pro" panose="02040504050005020304" pitchFamily="18" charset="0"/>
            </a:endParaRPr>
          </a:p>
        </p:txBody>
      </p:sp>
      <p:sp>
        <p:nvSpPr>
          <p:cNvPr id="8" name="Rectángulo: esquinas redondeadas 7">
            <a:extLst>
              <a:ext uri="{FF2B5EF4-FFF2-40B4-BE49-F238E27FC236}">
                <a16:creationId xmlns:a16="http://schemas.microsoft.com/office/drawing/2014/main" id="{5C729280-9825-21B6-E3F3-ED78B05080F7}"/>
              </a:ext>
            </a:extLst>
          </p:cNvPr>
          <p:cNvSpPr/>
          <p:nvPr/>
        </p:nvSpPr>
        <p:spPr>
          <a:xfrm>
            <a:off x="2041827" y="6031624"/>
            <a:ext cx="5045693" cy="692130"/>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10" name="Marcador de número de diapositiva 9">
            <a:extLst>
              <a:ext uri="{FF2B5EF4-FFF2-40B4-BE49-F238E27FC236}">
                <a16:creationId xmlns:a16="http://schemas.microsoft.com/office/drawing/2014/main" id="{18D7C061-10A5-A9D0-CA53-0F15C5C32FDE}"/>
              </a:ext>
            </a:extLst>
          </p:cNvPr>
          <p:cNvSpPr>
            <a:spLocks noGrp="1"/>
          </p:cNvSpPr>
          <p:nvPr>
            <p:ph type="sldNum" sz="quarter" idx="12"/>
          </p:nvPr>
        </p:nvSpPr>
        <p:spPr/>
        <p:txBody>
          <a:bodyPr/>
          <a:lstStyle/>
          <a:p>
            <a:fld id="{CC057153-B650-4DEB-B370-79DDCFDCE934}" type="slidenum">
              <a:rPr lang="en-US" smtClean="0"/>
              <a:pPr/>
              <a:t>44</a:t>
            </a:fld>
            <a:r>
              <a:rPr lang="en-US"/>
              <a:t> / 57</a:t>
            </a:r>
            <a:endParaRPr lang="en-US" dirty="0"/>
          </a:p>
        </p:txBody>
      </p:sp>
    </p:spTree>
    <p:extLst>
      <p:ext uri="{BB962C8B-B14F-4D97-AF65-F5344CB8AC3E}">
        <p14:creationId xmlns:p14="http://schemas.microsoft.com/office/powerpoint/2010/main" val="2732157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D367A-7CF4-F7F4-5E0F-5C20304EEBF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DF5954BC-FD8B-F74F-10A6-CCF90FF94E55}"/>
                  </a:ext>
                </a:extLst>
              </p:cNvPr>
              <p:cNvSpPr txBox="1"/>
              <p:nvPr/>
            </p:nvSpPr>
            <p:spPr>
              <a:xfrm>
                <a:off x="1116579" y="5506974"/>
                <a:ext cx="1235526"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s-ES" sz="3600" i="1" smtClean="0">
                              <a:solidFill>
                                <a:srgbClr val="F6791B"/>
                              </a:solidFill>
                              <a:latin typeface="Cambria Math" panose="02040503050406030204" pitchFamily="18" charset="0"/>
                            </a:rPr>
                          </m:ctrlPr>
                        </m:sSupPr>
                        <m:e>
                          <m:r>
                            <a:rPr lang="es-ES" sz="3600" i="1">
                              <a:solidFill>
                                <a:srgbClr val="F6791B"/>
                              </a:solidFill>
                              <a:latin typeface="Cambria Math" panose="02040503050406030204" pitchFamily="18" charset="0"/>
                            </a:rPr>
                            <m:t>𝐴</m:t>
                          </m:r>
                        </m:e>
                        <m:sup>
                          <m:r>
                            <a:rPr lang="es-ES" sz="3600" i="1">
                              <a:solidFill>
                                <a:srgbClr val="F6791B"/>
                              </a:solidFill>
                              <a:latin typeface="Cambria Math" panose="02040503050406030204" pitchFamily="18" charset="0"/>
                            </a:rPr>
                            <m:t>+</m:t>
                          </m:r>
                        </m:sup>
                      </m:sSup>
                      <m:sSup>
                        <m:sSupPr>
                          <m:ctrlPr>
                            <a:rPr lang="es-ES" sz="3600" i="1">
                              <a:solidFill>
                                <a:srgbClr val="0070C0"/>
                              </a:solidFill>
                              <a:latin typeface="Cambria Math" panose="02040503050406030204" pitchFamily="18" charset="0"/>
                            </a:rPr>
                          </m:ctrlPr>
                        </m:sSupPr>
                        <m:e>
                          <m:r>
                            <a:rPr lang="es-ES" sz="3600" i="1">
                              <a:solidFill>
                                <a:srgbClr val="0070C0"/>
                              </a:solidFill>
                              <a:latin typeface="Cambria Math" panose="02040503050406030204" pitchFamily="18" charset="0"/>
                            </a:rPr>
                            <m:t>𝐵</m:t>
                          </m:r>
                        </m:e>
                        <m:sup>
                          <m:r>
                            <a:rPr lang="es-ES" sz="3600" b="0" i="1" smtClean="0">
                              <a:solidFill>
                                <a:srgbClr val="0070C0"/>
                              </a:solidFill>
                              <a:latin typeface="Cambria Math" panose="02040503050406030204" pitchFamily="18" charset="0"/>
                            </a:rPr>
                            <m:t>−</m:t>
                          </m:r>
                        </m:sup>
                      </m:sSup>
                    </m:oMath>
                  </m:oMathPara>
                </a14:m>
                <a:endParaRPr lang="es-ES" sz="2000" dirty="0"/>
              </a:p>
            </p:txBody>
          </p:sp>
        </mc:Choice>
        <mc:Fallback xmlns="">
          <p:sp>
            <p:nvSpPr>
              <p:cNvPr id="3" name="CuadroTexto 2">
                <a:extLst>
                  <a:ext uri="{FF2B5EF4-FFF2-40B4-BE49-F238E27FC236}">
                    <a16:creationId xmlns:a16="http://schemas.microsoft.com/office/drawing/2014/main" id="{DF5954BC-FD8B-F74F-10A6-CCF90FF94E55}"/>
                  </a:ext>
                </a:extLst>
              </p:cNvPr>
              <p:cNvSpPr txBox="1">
                <a:spLocks noRot="1" noChangeAspect="1" noMove="1" noResize="1" noEditPoints="1" noAdjustHandles="1" noChangeArrowheads="1" noChangeShapeType="1" noTextEdit="1"/>
              </p:cNvSpPr>
              <p:nvPr/>
            </p:nvSpPr>
            <p:spPr>
              <a:xfrm>
                <a:off x="1116579" y="5506974"/>
                <a:ext cx="1235526" cy="646331"/>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62F5ECED-CEEC-531A-1751-67B41069014D}"/>
                  </a:ext>
                </a:extLst>
              </p:cNvPr>
              <p:cNvSpPr txBox="1"/>
              <p:nvPr/>
            </p:nvSpPr>
            <p:spPr>
              <a:xfrm>
                <a:off x="3474638" y="5506974"/>
                <a:ext cx="1235526"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s-ES" sz="3600" i="1" smtClean="0">
                              <a:solidFill>
                                <a:srgbClr val="F6791B"/>
                              </a:solidFill>
                              <a:latin typeface="Cambria Math" panose="02040503050406030204" pitchFamily="18" charset="0"/>
                            </a:rPr>
                          </m:ctrlPr>
                        </m:sSupPr>
                        <m:e>
                          <m:r>
                            <a:rPr lang="es-ES" sz="3600" i="1">
                              <a:solidFill>
                                <a:srgbClr val="F6791B"/>
                              </a:solidFill>
                              <a:latin typeface="Cambria Math" panose="02040503050406030204" pitchFamily="18" charset="0"/>
                            </a:rPr>
                            <m:t>𝐴</m:t>
                          </m:r>
                        </m:e>
                        <m:sup>
                          <m:r>
                            <a:rPr lang="es-ES" sz="3600" i="1">
                              <a:solidFill>
                                <a:srgbClr val="F6791B"/>
                              </a:solidFill>
                              <a:latin typeface="Cambria Math" panose="02040503050406030204" pitchFamily="18" charset="0"/>
                            </a:rPr>
                            <m:t>−</m:t>
                          </m:r>
                        </m:sup>
                      </m:sSup>
                      <m:sSup>
                        <m:sSupPr>
                          <m:ctrlPr>
                            <a:rPr lang="es-ES" sz="3600" i="1">
                              <a:solidFill>
                                <a:srgbClr val="0070C0"/>
                              </a:solidFill>
                              <a:latin typeface="Cambria Math" panose="02040503050406030204" pitchFamily="18" charset="0"/>
                            </a:rPr>
                          </m:ctrlPr>
                        </m:sSupPr>
                        <m:e>
                          <m:r>
                            <a:rPr lang="es-ES" sz="3600" i="1">
                              <a:solidFill>
                                <a:srgbClr val="0070C0"/>
                              </a:solidFill>
                              <a:latin typeface="Cambria Math" panose="02040503050406030204" pitchFamily="18" charset="0"/>
                            </a:rPr>
                            <m:t>𝐵</m:t>
                          </m:r>
                        </m:e>
                        <m:sup>
                          <m:r>
                            <a:rPr lang="es-ES" sz="3600" i="1">
                              <a:solidFill>
                                <a:srgbClr val="0070C0"/>
                              </a:solidFill>
                              <a:latin typeface="Cambria Math" panose="02040503050406030204" pitchFamily="18" charset="0"/>
                            </a:rPr>
                            <m:t>+</m:t>
                          </m:r>
                        </m:sup>
                      </m:sSup>
                    </m:oMath>
                  </m:oMathPara>
                </a14:m>
                <a:endParaRPr lang="es-ES" sz="2000" dirty="0"/>
              </a:p>
            </p:txBody>
          </p:sp>
        </mc:Choice>
        <mc:Fallback xmlns="">
          <p:sp>
            <p:nvSpPr>
              <p:cNvPr id="5" name="CuadroTexto 4">
                <a:extLst>
                  <a:ext uri="{FF2B5EF4-FFF2-40B4-BE49-F238E27FC236}">
                    <a16:creationId xmlns:a16="http://schemas.microsoft.com/office/drawing/2014/main" id="{62F5ECED-CEEC-531A-1751-67B41069014D}"/>
                  </a:ext>
                </a:extLst>
              </p:cNvPr>
              <p:cNvSpPr txBox="1">
                <a:spLocks noRot="1" noChangeAspect="1" noMove="1" noResize="1" noEditPoints="1" noAdjustHandles="1" noChangeArrowheads="1" noChangeShapeType="1" noTextEdit="1"/>
              </p:cNvSpPr>
              <p:nvPr/>
            </p:nvSpPr>
            <p:spPr>
              <a:xfrm>
                <a:off x="3474638" y="5506974"/>
                <a:ext cx="1235526"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B518DD7C-02C2-ADE2-C1C6-75386BCF6448}"/>
                  </a:ext>
                </a:extLst>
              </p:cNvPr>
              <p:cNvSpPr txBox="1"/>
              <p:nvPr/>
            </p:nvSpPr>
            <p:spPr>
              <a:xfrm>
                <a:off x="5832697" y="5506974"/>
                <a:ext cx="1235526"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s-ES" sz="3600" i="1" smtClean="0">
                              <a:solidFill>
                                <a:srgbClr val="F6791B"/>
                              </a:solidFill>
                              <a:latin typeface="Cambria Math" panose="02040503050406030204" pitchFamily="18" charset="0"/>
                            </a:rPr>
                          </m:ctrlPr>
                        </m:sSupPr>
                        <m:e>
                          <m:r>
                            <a:rPr lang="es-ES" sz="3600" i="1">
                              <a:solidFill>
                                <a:srgbClr val="F6791B"/>
                              </a:solidFill>
                              <a:latin typeface="Cambria Math" panose="02040503050406030204" pitchFamily="18" charset="0"/>
                            </a:rPr>
                            <m:t>𝐴</m:t>
                          </m:r>
                        </m:e>
                        <m:sup>
                          <m:r>
                            <a:rPr lang="es-ES" sz="3600" i="1">
                              <a:solidFill>
                                <a:srgbClr val="F6791B"/>
                              </a:solidFill>
                              <a:latin typeface="Cambria Math" panose="02040503050406030204" pitchFamily="18" charset="0"/>
                            </a:rPr>
                            <m:t>−</m:t>
                          </m:r>
                        </m:sup>
                      </m:sSup>
                      <m:sSup>
                        <m:sSupPr>
                          <m:ctrlPr>
                            <a:rPr lang="es-ES" sz="3600" i="1">
                              <a:solidFill>
                                <a:srgbClr val="0070C0"/>
                              </a:solidFill>
                              <a:latin typeface="Cambria Math" panose="02040503050406030204" pitchFamily="18" charset="0"/>
                            </a:rPr>
                          </m:ctrlPr>
                        </m:sSupPr>
                        <m:e>
                          <m:r>
                            <a:rPr lang="es-ES" sz="3600" i="1">
                              <a:solidFill>
                                <a:srgbClr val="0070C0"/>
                              </a:solidFill>
                              <a:latin typeface="Cambria Math" panose="02040503050406030204" pitchFamily="18" charset="0"/>
                            </a:rPr>
                            <m:t>𝐵</m:t>
                          </m:r>
                        </m:e>
                        <m:sup>
                          <m:r>
                            <a:rPr lang="es-ES" sz="3600" i="1">
                              <a:solidFill>
                                <a:srgbClr val="0070C0"/>
                              </a:solidFill>
                              <a:latin typeface="Cambria Math" panose="02040503050406030204" pitchFamily="18" charset="0"/>
                            </a:rPr>
                            <m:t>−</m:t>
                          </m:r>
                        </m:sup>
                      </m:sSup>
                    </m:oMath>
                  </m:oMathPara>
                </a14:m>
                <a:endParaRPr lang="es-ES" sz="2000" dirty="0"/>
              </a:p>
            </p:txBody>
          </p:sp>
        </mc:Choice>
        <mc:Fallback xmlns="">
          <p:sp>
            <p:nvSpPr>
              <p:cNvPr id="6" name="CuadroTexto 5">
                <a:extLst>
                  <a:ext uri="{FF2B5EF4-FFF2-40B4-BE49-F238E27FC236}">
                    <a16:creationId xmlns:a16="http://schemas.microsoft.com/office/drawing/2014/main" id="{B518DD7C-02C2-ADE2-C1C6-75386BCF6448}"/>
                  </a:ext>
                </a:extLst>
              </p:cNvPr>
              <p:cNvSpPr txBox="1">
                <a:spLocks noRot="1" noChangeAspect="1" noMove="1" noResize="1" noEditPoints="1" noAdjustHandles="1" noChangeArrowheads="1" noChangeShapeType="1" noTextEdit="1"/>
              </p:cNvSpPr>
              <p:nvPr/>
            </p:nvSpPr>
            <p:spPr>
              <a:xfrm>
                <a:off x="5832697" y="5506974"/>
                <a:ext cx="1235526" cy="646331"/>
              </a:xfrm>
              <a:prstGeom prst="rect">
                <a:avLst/>
              </a:prstGeom>
              <a:blipFill>
                <a:blip r:embed="rId5"/>
                <a:stretch>
                  <a:fillRect/>
                </a:stretch>
              </a:blipFill>
            </p:spPr>
            <p:txBody>
              <a:bodyPr/>
              <a:lstStyle/>
              <a:p>
                <a:r>
                  <a:rPr lang="es-ES">
                    <a:noFill/>
                  </a:rPr>
                  <a:t> </a:t>
                </a:r>
              </a:p>
            </p:txBody>
          </p:sp>
        </mc:Fallback>
      </mc:AlternateContent>
      <p:sp>
        <p:nvSpPr>
          <p:cNvPr id="7" name="CuadroTexto 6">
            <a:extLst>
              <a:ext uri="{FF2B5EF4-FFF2-40B4-BE49-F238E27FC236}">
                <a16:creationId xmlns:a16="http://schemas.microsoft.com/office/drawing/2014/main" id="{1437960A-AEB4-92F6-09AB-63798C779C5C}"/>
              </a:ext>
            </a:extLst>
          </p:cNvPr>
          <p:cNvSpPr txBox="1"/>
          <p:nvPr/>
        </p:nvSpPr>
        <p:spPr>
          <a:xfrm>
            <a:off x="1392913" y="1772600"/>
            <a:ext cx="1447800" cy="461665"/>
          </a:xfrm>
          <a:prstGeom prst="rect">
            <a:avLst/>
          </a:prstGeom>
          <a:noFill/>
        </p:spPr>
        <p:txBody>
          <a:bodyPr wrap="square" rtlCol="0">
            <a:spAutoFit/>
          </a:bodyPr>
          <a:lstStyle/>
          <a:p>
            <a:pPr algn="ctr"/>
            <a:r>
              <a:rPr lang="es-ES" sz="2400" dirty="0">
                <a:solidFill>
                  <a:srgbClr val="C00000"/>
                </a:solidFill>
                <a:latin typeface="Amasis MT Pro" panose="02040504050005020304" pitchFamily="18" charset="0"/>
              </a:rPr>
              <a:t>Objetivos</a:t>
            </a:r>
          </a:p>
        </p:txBody>
      </p:sp>
      <p:sp>
        <p:nvSpPr>
          <p:cNvPr id="8" name="CuadroTexto 7">
            <a:extLst>
              <a:ext uri="{FF2B5EF4-FFF2-40B4-BE49-F238E27FC236}">
                <a16:creationId xmlns:a16="http://schemas.microsoft.com/office/drawing/2014/main" id="{72BBF885-CB79-BE0F-AC6E-9C01364C607D}"/>
              </a:ext>
            </a:extLst>
          </p:cNvPr>
          <p:cNvSpPr txBox="1"/>
          <p:nvPr/>
        </p:nvSpPr>
        <p:spPr>
          <a:xfrm>
            <a:off x="337775" y="2750605"/>
            <a:ext cx="314325" cy="646331"/>
          </a:xfrm>
          <a:prstGeom prst="rect">
            <a:avLst/>
          </a:prstGeom>
          <a:noFill/>
        </p:spPr>
        <p:txBody>
          <a:bodyPr wrap="square" rtlCol="0">
            <a:spAutoFit/>
          </a:bodyPr>
          <a:lstStyle/>
          <a:p>
            <a:pPr algn="ctr"/>
            <a:r>
              <a:rPr lang="es-ES" sz="3600" dirty="0">
                <a:solidFill>
                  <a:srgbClr val="F5720F"/>
                </a:solidFill>
                <a:latin typeface="Amasis MT Pro" panose="02040504050005020304" pitchFamily="18" charset="0"/>
              </a:rPr>
              <a:t>A</a:t>
            </a:r>
          </a:p>
        </p:txBody>
      </p:sp>
      <p:sp>
        <p:nvSpPr>
          <p:cNvPr id="10" name="CuadroTexto 9">
            <a:extLst>
              <a:ext uri="{FF2B5EF4-FFF2-40B4-BE49-F238E27FC236}">
                <a16:creationId xmlns:a16="http://schemas.microsoft.com/office/drawing/2014/main" id="{211C0DD7-D7C3-9601-1CEB-51A6A679B086}"/>
              </a:ext>
            </a:extLst>
          </p:cNvPr>
          <p:cNvSpPr txBox="1"/>
          <p:nvPr/>
        </p:nvSpPr>
        <p:spPr>
          <a:xfrm>
            <a:off x="1030147" y="2731537"/>
            <a:ext cx="3138487" cy="707886"/>
          </a:xfrm>
          <a:prstGeom prst="rect">
            <a:avLst/>
          </a:prstGeom>
          <a:noFill/>
        </p:spPr>
        <p:txBody>
          <a:bodyPr wrap="square">
            <a:spAutoFit/>
          </a:bodyPr>
          <a:lstStyle/>
          <a:p>
            <a:r>
              <a:rPr lang="es-ES" sz="2000" dirty="0">
                <a:latin typeface="Amasis MT Pro" panose="02040504050005020304" pitchFamily="18" charset="0"/>
              </a:rPr>
              <a:t>Quiere</a:t>
            </a:r>
            <a:r>
              <a:rPr lang="es-ES" sz="2000" dirty="0">
                <a:solidFill>
                  <a:schemeClr val="bg2">
                    <a:lumMod val="25000"/>
                  </a:schemeClr>
                </a:solidFill>
                <a:latin typeface="Amasis MT Pro" panose="02040504050005020304" pitchFamily="18" charset="0"/>
              </a:rPr>
              <a:t> </a:t>
            </a:r>
            <a:r>
              <a:rPr lang="es-ES" sz="2000" dirty="0">
                <a:solidFill>
                  <a:srgbClr val="F5720F"/>
                </a:solidFill>
                <a:latin typeface="Amasis MT Pro" panose="02040504050005020304" pitchFamily="18" charset="0"/>
              </a:rPr>
              <a:t>escapar </a:t>
            </a:r>
            <a:r>
              <a:rPr lang="es-ES" sz="2000" dirty="0">
                <a:latin typeface="Amasis MT Pro" panose="02040504050005020304" pitchFamily="18" charset="0"/>
              </a:rPr>
              <a:t>de una región caótica transitoria</a:t>
            </a:r>
            <a:endParaRPr lang="es-ES" sz="2000" dirty="0"/>
          </a:p>
        </p:txBody>
      </p:sp>
      <p:sp>
        <p:nvSpPr>
          <p:cNvPr id="11" name="CuadroTexto 10">
            <a:extLst>
              <a:ext uri="{FF2B5EF4-FFF2-40B4-BE49-F238E27FC236}">
                <a16:creationId xmlns:a16="http://schemas.microsoft.com/office/drawing/2014/main" id="{48A748B8-0C27-0E8D-E871-EBFD94561951}"/>
              </a:ext>
            </a:extLst>
          </p:cNvPr>
          <p:cNvSpPr txBox="1"/>
          <p:nvPr/>
        </p:nvSpPr>
        <p:spPr>
          <a:xfrm>
            <a:off x="305710" y="3670242"/>
            <a:ext cx="314325" cy="646331"/>
          </a:xfrm>
          <a:prstGeom prst="rect">
            <a:avLst/>
          </a:prstGeom>
          <a:noFill/>
        </p:spPr>
        <p:txBody>
          <a:bodyPr wrap="square" rtlCol="0">
            <a:spAutoFit/>
          </a:bodyPr>
          <a:lstStyle/>
          <a:p>
            <a:pPr algn="ctr"/>
            <a:r>
              <a:rPr lang="es-ES" sz="3600" dirty="0">
                <a:solidFill>
                  <a:srgbClr val="0070C0"/>
                </a:solidFill>
                <a:latin typeface="Amasis MT Pro" panose="02040504050005020304" pitchFamily="18" charset="0"/>
              </a:rPr>
              <a:t>B</a:t>
            </a:r>
          </a:p>
        </p:txBody>
      </p:sp>
      <p:sp>
        <p:nvSpPr>
          <p:cNvPr id="12" name="CuadroTexto 11">
            <a:extLst>
              <a:ext uri="{FF2B5EF4-FFF2-40B4-BE49-F238E27FC236}">
                <a16:creationId xmlns:a16="http://schemas.microsoft.com/office/drawing/2014/main" id="{419A2855-A8BF-85D2-4366-B59CA07CA47A}"/>
              </a:ext>
            </a:extLst>
          </p:cNvPr>
          <p:cNvSpPr txBox="1"/>
          <p:nvPr/>
        </p:nvSpPr>
        <p:spPr>
          <a:xfrm>
            <a:off x="1033736" y="3670242"/>
            <a:ext cx="3165108" cy="707886"/>
          </a:xfrm>
          <a:prstGeom prst="rect">
            <a:avLst/>
          </a:prstGeom>
          <a:noFill/>
        </p:spPr>
        <p:txBody>
          <a:bodyPr wrap="square">
            <a:spAutoFit/>
          </a:bodyPr>
          <a:lstStyle/>
          <a:p>
            <a:r>
              <a:rPr lang="es-ES" sz="2000" dirty="0">
                <a:latin typeface="Amasis MT Pro" panose="02040504050005020304" pitchFamily="18" charset="0"/>
              </a:rPr>
              <a:t>Quiere</a:t>
            </a:r>
            <a:r>
              <a:rPr lang="es-ES" sz="2000" dirty="0">
                <a:solidFill>
                  <a:schemeClr val="bg2">
                    <a:lumMod val="25000"/>
                  </a:schemeClr>
                </a:solidFill>
                <a:latin typeface="Amasis MT Pro" panose="02040504050005020304" pitchFamily="18" charset="0"/>
              </a:rPr>
              <a:t> </a:t>
            </a:r>
            <a:r>
              <a:rPr lang="es-ES" sz="2000" dirty="0">
                <a:solidFill>
                  <a:srgbClr val="0070C0"/>
                </a:solidFill>
                <a:latin typeface="Amasis MT Pro" panose="02040504050005020304" pitchFamily="18" charset="0"/>
              </a:rPr>
              <a:t>permanecer</a:t>
            </a:r>
            <a:r>
              <a:rPr lang="es-ES" sz="2000" dirty="0">
                <a:solidFill>
                  <a:schemeClr val="bg2">
                    <a:lumMod val="25000"/>
                  </a:schemeClr>
                </a:solidFill>
                <a:latin typeface="Amasis MT Pro" panose="02040504050005020304" pitchFamily="18" charset="0"/>
              </a:rPr>
              <a:t> </a:t>
            </a:r>
            <a:r>
              <a:rPr lang="es-ES" sz="2000" dirty="0">
                <a:latin typeface="Amasis MT Pro" panose="02040504050005020304" pitchFamily="18" charset="0"/>
              </a:rPr>
              <a:t>en la  región</a:t>
            </a:r>
            <a:endParaRPr lang="es-ES" sz="2000" dirty="0"/>
          </a:p>
        </p:txBody>
      </p:sp>
      <p:sp>
        <p:nvSpPr>
          <p:cNvPr id="15" name="CuadroTexto 14">
            <a:extLst>
              <a:ext uri="{FF2B5EF4-FFF2-40B4-BE49-F238E27FC236}">
                <a16:creationId xmlns:a16="http://schemas.microsoft.com/office/drawing/2014/main" id="{A9493EC3-776D-74F4-1DA1-9EC85E58C1DE}"/>
              </a:ext>
            </a:extLst>
          </p:cNvPr>
          <p:cNvSpPr txBox="1"/>
          <p:nvPr/>
        </p:nvSpPr>
        <p:spPr>
          <a:xfrm>
            <a:off x="4507886" y="1772600"/>
            <a:ext cx="4168140" cy="461665"/>
          </a:xfrm>
          <a:prstGeom prst="rect">
            <a:avLst/>
          </a:prstGeom>
          <a:noFill/>
        </p:spPr>
        <p:txBody>
          <a:bodyPr wrap="square" rtlCol="0">
            <a:spAutoFit/>
          </a:bodyPr>
          <a:lstStyle/>
          <a:p>
            <a:pPr algn="ctr"/>
            <a:r>
              <a:rPr lang="es-ES" sz="2400" dirty="0">
                <a:solidFill>
                  <a:srgbClr val="C00000"/>
                </a:solidFill>
                <a:latin typeface="Amasis MT Pro" panose="02040504050005020304" pitchFamily="18" charset="0"/>
              </a:rPr>
              <a:t>Orden de juego = Información </a:t>
            </a:r>
          </a:p>
        </p:txBody>
      </p:sp>
      <p:sp>
        <p:nvSpPr>
          <p:cNvPr id="16" name="CuadroTexto 15">
            <a:extLst>
              <a:ext uri="{FF2B5EF4-FFF2-40B4-BE49-F238E27FC236}">
                <a16:creationId xmlns:a16="http://schemas.microsoft.com/office/drawing/2014/main" id="{FF104609-C724-CBBA-F852-658D7BF74D6B}"/>
              </a:ext>
            </a:extLst>
          </p:cNvPr>
          <p:cNvSpPr txBox="1"/>
          <p:nvPr/>
        </p:nvSpPr>
        <p:spPr>
          <a:xfrm>
            <a:off x="5373153" y="3740338"/>
            <a:ext cx="2635467" cy="1015663"/>
          </a:xfrm>
          <a:prstGeom prst="rect">
            <a:avLst/>
          </a:prstGeom>
          <a:noFill/>
        </p:spPr>
        <p:txBody>
          <a:bodyPr wrap="square">
            <a:spAutoFit/>
          </a:bodyPr>
          <a:lstStyle/>
          <a:p>
            <a:r>
              <a:rPr lang="es-ES" sz="2000" dirty="0">
                <a:latin typeface="Amasis MT Pro" panose="02040504050005020304" pitchFamily="18" charset="0"/>
              </a:rPr>
              <a:t>Juega segundo. </a:t>
            </a:r>
            <a:r>
              <a:rPr lang="es-ES" sz="2000" dirty="0">
                <a:solidFill>
                  <a:srgbClr val="00B050"/>
                </a:solidFill>
                <a:latin typeface="Amasis MT Pro" panose="02040504050005020304" pitchFamily="18" charset="0"/>
              </a:rPr>
              <a:t>Conoce</a:t>
            </a:r>
            <a:r>
              <a:rPr lang="es-ES" sz="2000" dirty="0">
                <a:latin typeface="Amasis MT Pro" panose="02040504050005020304" pitchFamily="18" charset="0"/>
              </a:rPr>
              <a:t> el  movimiento del rival</a:t>
            </a:r>
            <a:endParaRPr lang="es-ES" sz="2000" dirty="0">
              <a:solidFill>
                <a:srgbClr val="0070C0"/>
              </a:solidFill>
            </a:endParaRPr>
          </a:p>
        </p:txBody>
      </p:sp>
      <p:sp>
        <p:nvSpPr>
          <p:cNvPr id="17" name="CuadroTexto 16">
            <a:extLst>
              <a:ext uri="{FF2B5EF4-FFF2-40B4-BE49-F238E27FC236}">
                <a16:creationId xmlns:a16="http://schemas.microsoft.com/office/drawing/2014/main" id="{3A1ECC79-387B-7E61-356F-3F86C9AD9D85}"/>
              </a:ext>
            </a:extLst>
          </p:cNvPr>
          <p:cNvSpPr txBox="1"/>
          <p:nvPr/>
        </p:nvSpPr>
        <p:spPr>
          <a:xfrm>
            <a:off x="5277401" y="2524919"/>
            <a:ext cx="2836451" cy="1015663"/>
          </a:xfrm>
          <a:prstGeom prst="rect">
            <a:avLst/>
          </a:prstGeom>
          <a:noFill/>
        </p:spPr>
        <p:txBody>
          <a:bodyPr wrap="square">
            <a:spAutoFit/>
          </a:bodyPr>
          <a:lstStyle/>
          <a:p>
            <a:r>
              <a:rPr lang="es-ES" sz="2000" dirty="0">
                <a:latin typeface="Amasis MT Pro" panose="02040504050005020304" pitchFamily="18" charset="0"/>
              </a:rPr>
              <a:t>Juega primero. </a:t>
            </a:r>
            <a:r>
              <a:rPr lang="es-ES" sz="2000" dirty="0">
                <a:solidFill>
                  <a:srgbClr val="00B050"/>
                </a:solidFill>
                <a:latin typeface="Amasis MT Pro" panose="02040504050005020304" pitchFamily="18" charset="0"/>
              </a:rPr>
              <a:t>Desconoce</a:t>
            </a:r>
            <a:r>
              <a:rPr lang="es-ES" sz="2000" dirty="0">
                <a:latin typeface="Amasis MT Pro" panose="02040504050005020304" pitchFamily="18" charset="0"/>
              </a:rPr>
              <a:t> el movimiento del rival</a:t>
            </a:r>
            <a:endParaRPr lang="es-ES" sz="2000" dirty="0">
              <a:solidFill>
                <a:srgbClr val="FFC000"/>
              </a:solidFill>
            </a:endParaRPr>
          </a:p>
        </p:txBody>
      </p:sp>
      <p:sp>
        <p:nvSpPr>
          <p:cNvPr id="22" name="CuadroTexto 21">
            <a:extLst>
              <a:ext uri="{FF2B5EF4-FFF2-40B4-BE49-F238E27FC236}">
                <a16:creationId xmlns:a16="http://schemas.microsoft.com/office/drawing/2014/main" id="{723A72E3-90E4-8B37-A76C-2BD5E6FB2AE1}"/>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Variantes del juego de </a:t>
            </a:r>
            <a:r>
              <a:rPr lang="es-ES" sz="5400" b="1" dirty="0" err="1">
                <a:solidFill>
                  <a:srgbClr val="0070C0"/>
                </a:solidFill>
                <a:latin typeface="Amasis MT Pro Light" panose="02040304050005020304" pitchFamily="18" charset="0"/>
                <a:cs typeface="Adobe Devanagari" panose="02040503050201020203" pitchFamily="18" charset="0"/>
              </a:rPr>
              <a:t>Yorke</a:t>
            </a:r>
            <a:endParaRPr lang="es-ES" sz="5400" b="1" dirty="0">
              <a:solidFill>
                <a:srgbClr val="0070C0"/>
              </a:solidFill>
              <a:latin typeface="Amasis MT Pro Light" panose="02040304050005020304" pitchFamily="18" charset="0"/>
              <a:cs typeface="Adobe Devanagari" panose="02040503050201020203" pitchFamily="18" charset="0"/>
            </a:endParaRPr>
          </a:p>
        </p:txBody>
      </p:sp>
      <p:sp>
        <p:nvSpPr>
          <p:cNvPr id="2" name="CuadroTexto 1">
            <a:extLst>
              <a:ext uri="{FF2B5EF4-FFF2-40B4-BE49-F238E27FC236}">
                <a16:creationId xmlns:a16="http://schemas.microsoft.com/office/drawing/2014/main" id="{576EDB1F-A307-CD39-1015-00B563B70DB7}"/>
              </a:ext>
            </a:extLst>
          </p:cNvPr>
          <p:cNvSpPr txBox="1"/>
          <p:nvPr/>
        </p:nvSpPr>
        <p:spPr>
          <a:xfrm>
            <a:off x="4537467" y="3824062"/>
            <a:ext cx="558800" cy="923330"/>
          </a:xfrm>
          <a:prstGeom prst="rect">
            <a:avLst/>
          </a:prstGeom>
          <a:noFill/>
        </p:spPr>
        <p:txBody>
          <a:bodyPr wrap="square" rtlCol="0">
            <a:spAutoFit/>
          </a:bodyPr>
          <a:lstStyle/>
          <a:p>
            <a:pPr algn="ctr"/>
            <a:r>
              <a:rPr lang="es-ES" sz="5400" dirty="0">
                <a:latin typeface="Amasis MT Pro" panose="02040504050005020304" pitchFamily="18" charset="0"/>
              </a:rPr>
              <a:t>+</a:t>
            </a:r>
          </a:p>
        </p:txBody>
      </p:sp>
      <p:sp>
        <p:nvSpPr>
          <p:cNvPr id="4" name="CuadroTexto 3">
            <a:extLst>
              <a:ext uri="{FF2B5EF4-FFF2-40B4-BE49-F238E27FC236}">
                <a16:creationId xmlns:a16="http://schemas.microsoft.com/office/drawing/2014/main" id="{7BA3A6B5-763F-FE9E-76E7-A3D4435C0A19}"/>
              </a:ext>
            </a:extLst>
          </p:cNvPr>
          <p:cNvSpPr txBox="1"/>
          <p:nvPr/>
        </p:nvSpPr>
        <p:spPr>
          <a:xfrm>
            <a:off x="4537467" y="2269872"/>
            <a:ext cx="558800" cy="923330"/>
          </a:xfrm>
          <a:prstGeom prst="rect">
            <a:avLst/>
          </a:prstGeom>
          <a:noFill/>
        </p:spPr>
        <p:txBody>
          <a:bodyPr wrap="square" rtlCol="0">
            <a:spAutoFit/>
          </a:bodyPr>
          <a:lstStyle/>
          <a:p>
            <a:pPr algn="ctr"/>
            <a:r>
              <a:rPr lang="es-ES" sz="5400" dirty="0">
                <a:latin typeface="Amasis MT Pro" panose="02040504050005020304" pitchFamily="18" charset="0"/>
              </a:rPr>
              <a:t>_</a:t>
            </a:r>
          </a:p>
        </p:txBody>
      </p:sp>
      <p:sp>
        <p:nvSpPr>
          <p:cNvPr id="9" name="Abrir llave 8">
            <a:extLst>
              <a:ext uri="{FF2B5EF4-FFF2-40B4-BE49-F238E27FC236}">
                <a16:creationId xmlns:a16="http://schemas.microsoft.com/office/drawing/2014/main" id="{9C9EB58C-645F-7523-578B-0CEFC23D38E0}"/>
              </a:ext>
            </a:extLst>
          </p:cNvPr>
          <p:cNvSpPr/>
          <p:nvPr/>
        </p:nvSpPr>
        <p:spPr>
          <a:xfrm rot="5400000">
            <a:off x="3927301" y="2041880"/>
            <a:ext cx="330200" cy="6124508"/>
          </a:xfrm>
          <a:prstGeom prst="leftBrace">
            <a:avLst>
              <a:gd name="adj1" fmla="val 56410"/>
              <a:gd name="adj2" fmla="val 51938"/>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solidFill>
                <a:srgbClr val="C00000"/>
              </a:solidFill>
            </a:endParaRPr>
          </a:p>
        </p:txBody>
      </p:sp>
      <p:sp>
        <p:nvSpPr>
          <p:cNvPr id="13" name="Rectángulo: esquinas redondeadas 12">
            <a:extLst>
              <a:ext uri="{FF2B5EF4-FFF2-40B4-BE49-F238E27FC236}">
                <a16:creationId xmlns:a16="http://schemas.microsoft.com/office/drawing/2014/main" id="{E0DE9857-30D5-CE86-D399-1EB2A039A43B}"/>
              </a:ext>
            </a:extLst>
          </p:cNvPr>
          <p:cNvSpPr/>
          <p:nvPr/>
        </p:nvSpPr>
        <p:spPr>
          <a:xfrm>
            <a:off x="171882" y="1654297"/>
            <a:ext cx="3795149" cy="2935582"/>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14" name="Rectángulo: esquinas redondeadas 13">
            <a:extLst>
              <a:ext uri="{FF2B5EF4-FFF2-40B4-BE49-F238E27FC236}">
                <a16:creationId xmlns:a16="http://schemas.microsoft.com/office/drawing/2014/main" id="{AFEF1315-5E9F-E26D-4E7D-561A635C5C06}"/>
              </a:ext>
            </a:extLst>
          </p:cNvPr>
          <p:cNvSpPr/>
          <p:nvPr/>
        </p:nvSpPr>
        <p:spPr>
          <a:xfrm>
            <a:off x="4137884" y="1649871"/>
            <a:ext cx="4908144" cy="3166434"/>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C00000"/>
                </a:solidFill>
              </a:ln>
            </a:endParaRPr>
          </a:p>
        </p:txBody>
      </p:sp>
      <p:sp>
        <p:nvSpPr>
          <p:cNvPr id="20" name="Marcador de número de diapositiva 19">
            <a:extLst>
              <a:ext uri="{FF2B5EF4-FFF2-40B4-BE49-F238E27FC236}">
                <a16:creationId xmlns:a16="http://schemas.microsoft.com/office/drawing/2014/main" id="{C5F55F1A-EDFF-C49F-EF7A-421F9ED554E2}"/>
              </a:ext>
            </a:extLst>
          </p:cNvPr>
          <p:cNvSpPr>
            <a:spLocks noGrp="1"/>
          </p:cNvSpPr>
          <p:nvPr>
            <p:ph type="sldNum" sz="quarter" idx="12"/>
          </p:nvPr>
        </p:nvSpPr>
        <p:spPr/>
        <p:txBody>
          <a:bodyPr/>
          <a:lstStyle/>
          <a:p>
            <a:fld id="{CC057153-B650-4DEB-B370-79DDCFDCE934}" type="slidenum">
              <a:rPr lang="en-US" smtClean="0"/>
              <a:pPr/>
              <a:t>45</a:t>
            </a:fld>
            <a:r>
              <a:rPr lang="en-US"/>
              <a:t> / 57</a:t>
            </a:r>
            <a:endParaRPr lang="en-US" dirty="0"/>
          </a:p>
        </p:txBody>
      </p:sp>
    </p:spTree>
    <p:extLst>
      <p:ext uri="{BB962C8B-B14F-4D97-AF65-F5344CB8AC3E}">
        <p14:creationId xmlns:p14="http://schemas.microsoft.com/office/powerpoint/2010/main" val="38454327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28321-2A74-58BD-F0EA-AD207CAFC46F}"/>
            </a:ext>
          </a:extLst>
        </p:cNvPr>
        <p:cNvGrpSpPr/>
        <p:nvPr/>
      </p:nvGrpSpPr>
      <p:grpSpPr>
        <a:xfrm>
          <a:off x="0" y="0"/>
          <a:ext cx="0" cy="0"/>
          <a:chOff x="0" y="0"/>
          <a:chExt cx="0" cy="0"/>
        </a:xfrm>
      </p:grpSpPr>
      <p:sp>
        <p:nvSpPr>
          <p:cNvPr id="14" name="CuadroTexto 13">
            <a:extLst>
              <a:ext uri="{FF2B5EF4-FFF2-40B4-BE49-F238E27FC236}">
                <a16:creationId xmlns:a16="http://schemas.microsoft.com/office/drawing/2014/main" id="{5D52F8BE-A894-50A3-11DD-A58A41819637}"/>
              </a:ext>
            </a:extLst>
          </p:cNvPr>
          <p:cNvSpPr txBox="1"/>
          <p:nvPr/>
        </p:nvSpPr>
        <p:spPr>
          <a:xfrm>
            <a:off x="-5694" y="0"/>
            <a:ext cx="9149693"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Resolución del juego</a:t>
            </a:r>
            <a:endParaRPr lang="es-ES" sz="9600" b="1" dirty="0">
              <a:solidFill>
                <a:srgbClr val="0070C0"/>
              </a:solidFill>
              <a:latin typeface="Amasis MT Pro Light" panose="02040304050005020304" pitchFamily="18" charset="0"/>
              <a:cs typeface="Adobe Devanagari" panose="02040503050201020203" pitchFamily="18" charset="0"/>
            </a:endParaRPr>
          </a:p>
        </p:txBody>
      </p:sp>
      <p:pic>
        <p:nvPicPr>
          <p:cNvPr id="8" name="Imagen 7">
            <a:extLst>
              <a:ext uri="{FF2B5EF4-FFF2-40B4-BE49-F238E27FC236}">
                <a16:creationId xmlns:a16="http://schemas.microsoft.com/office/drawing/2014/main" id="{B0F65668-2CC7-93C6-2F6F-A4F844201012}"/>
              </a:ext>
            </a:extLst>
          </p:cNvPr>
          <p:cNvPicPr>
            <a:picLocks noChangeAspect="1"/>
          </p:cNvPicPr>
          <p:nvPr/>
        </p:nvPicPr>
        <p:blipFill>
          <a:blip r:embed="rId3"/>
          <a:stretch>
            <a:fillRect/>
          </a:stretch>
        </p:blipFill>
        <p:spPr>
          <a:xfrm>
            <a:off x="317445" y="1725772"/>
            <a:ext cx="3941970" cy="4355242"/>
          </a:xfrm>
          <a:prstGeom prst="rect">
            <a:avLst/>
          </a:prstGeom>
        </p:spPr>
      </p:pic>
      <p:pic>
        <p:nvPicPr>
          <p:cNvPr id="13" name="Imagen 12">
            <a:extLst>
              <a:ext uri="{FF2B5EF4-FFF2-40B4-BE49-F238E27FC236}">
                <a16:creationId xmlns:a16="http://schemas.microsoft.com/office/drawing/2014/main" id="{2C2F8D12-156C-D213-E11E-4FBCACF1BD35}"/>
              </a:ext>
            </a:extLst>
          </p:cNvPr>
          <p:cNvPicPr>
            <a:picLocks noChangeAspect="1"/>
          </p:cNvPicPr>
          <p:nvPr/>
        </p:nvPicPr>
        <p:blipFill>
          <a:blip r:embed="rId4"/>
          <a:stretch>
            <a:fillRect/>
          </a:stretch>
        </p:blipFill>
        <p:spPr>
          <a:xfrm>
            <a:off x="4629296" y="1726713"/>
            <a:ext cx="3949918" cy="4410874"/>
          </a:xfrm>
          <a:prstGeom prst="rect">
            <a:avLst/>
          </a:prstGeom>
        </p:spPr>
      </p:pic>
      <p:sp>
        <p:nvSpPr>
          <p:cNvPr id="16" name="CuadroTexto 15">
            <a:extLst>
              <a:ext uri="{FF2B5EF4-FFF2-40B4-BE49-F238E27FC236}">
                <a16:creationId xmlns:a16="http://schemas.microsoft.com/office/drawing/2014/main" id="{0577110B-6494-21C0-55BD-C6BEF1801AEC}"/>
              </a:ext>
            </a:extLst>
          </p:cNvPr>
          <p:cNvSpPr txBox="1"/>
          <p:nvPr/>
        </p:nvSpPr>
        <p:spPr>
          <a:xfrm>
            <a:off x="1572293" y="6024441"/>
            <a:ext cx="2070814" cy="830997"/>
          </a:xfrm>
          <a:prstGeom prst="rect">
            <a:avLst/>
          </a:prstGeom>
          <a:noFill/>
        </p:spPr>
        <p:txBody>
          <a:bodyPr wrap="square" rtlCol="0">
            <a:spAutoFit/>
          </a:bodyPr>
          <a:lstStyle/>
          <a:p>
            <a:r>
              <a:rPr lang="es-ES" sz="2400" dirty="0">
                <a:latin typeface="Amasis MT Pro" panose="02040504050005020304" pitchFamily="18" charset="0"/>
              </a:rPr>
              <a:t>Conjunto victoria de </a:t>
            </a:r>
            <a:r>
              <a:rPr lang="es-ES" sz="2400" dirty="0">
                <a:solidFill>
                  <a:srgbClr val="F5720F"/>
                </a:solidFill>
                <a:latin typeface="Amasis MT Pro" panose="02040504050005020304" pitchFamily="18" charset="0"/>
              </a:rPr>
              <a:t>A</a:t>
            </a:r>
          </a:p>
        </p:txBody>
      </p:sp>
      <p:sp>
        <p:nvSpPr>
          <p:cNvPr id="17" name="CuadroTexto 16">
            <a:extLst>
              <a:ext uri="{FF2B5EF4-FFF2-40B4-BE49-F238E27FC236}">
                <a16:creationId xmlns:a16="http://schemas.microsoft.com/office/drawing/2014/main" id="{F3B7B60A-0EA1-1E81-7125-ABC5A1844538}"/>
              </a:ext>
            </a:extLst>
          </p:cNvPr>
          <p:cNvSpPr txBox="1"/>
          <p:nvPr/>
        </p:nvSpPr>
        <p:spPr>
          <a:xfrm>
            <a:off x="5937385" y="6024440"/>
            <a:ext cx="1873405" cy="830997"/>
          </a:xfrm>
          <a:prstGeom prst="rect">
            <a:avLst/>
          </a:prstGeom>
          <a:noFill/>
        </p:spPr>
        <p:txBody>
          <a:bodyPr wrap="square" rtlCol="0">
            <a:spAutoFit/>
          </a:bodyPr>
          <a:lstStyle/>
          <a:p>
            <a:r>
              <a:rPr lang="es-ES" sz="2400" dirty="0">
                <a:latin typeface="Amasis MT Pro" panose="02040504050005020304" pitchFamily="18" charset="0"/>
              </a:rPr>
              <a:t>Conjunto victoria de </a:t>
            </a:r>
            <a:r>
              <a:rPr lang="es-ES" sz="2400" dirty="0">
                <a:solidFill>
                  <a:srgbClr val="0072BD"/>
                </a:solidFill>
                <a:latin typeface="Amasis MT Pro" panose="02040504050005020304" pitchFamily="18" charset="0"/>
              </a:rPr>
              <a:t>B</a:t>
            </a:r>
          </a:p>
        </p:txBody>
      </p:sp>
      <p:sp>
        <p:nvSpPr>
          <p:cNvPr id="15" name="Rectángulo 14">
            <a:extLst>
              <a:ext uri="{FF2B5EF4-FFF2-40B4-BE49-F238E27FC236}">
                <a16:creationId xmlns:a16="http://schemas.microsoft.com/office/drawing/2014/main" id="{C3C2255D-16BF-9955-FF0F-CC24FF29CDC0}"/>
              </a:ext>
            </a:extLst>
          </p:cNvPr>
          <p:cNvSpPr/>
          <p:nvPr/>
        </p:nvSpPr>
        <p:spPr>
          <a:xfrm>
            <a:off x="629920" y="1670140"/>
            <a:ext cx="577850" cy="570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23C8C208-3FE3-8154-5A33-F944F7BFE2D5}"/>
              </a:ext>
            </a:extLst>
          </p:cNvPr>
          <p:cNvSpPr/>
          <p:nvPr/>
        </p:nvSpPr>
        <p:spPr>
          <a:xfrm>
            <a:off x="4968130" y="1586258"/>
            <a:ext cx="577850" cy="570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Marcador de número de diapositiva 3">
            <a:extLst>
              <a:ext uri="{FF2B5EF4-FFF2-40B4-BE49-F238E27FC236}">
                <a16:creationId xmlns:a16="http://schemas.microsoft.com/office/drawing/2014/main" id="{4D9EC2C5-2CC0-AB0D-553D-E335056EBD7B}"/>
              </a:ext>
            </a:extLst>
          </p:cNvPr>
          <p:cNvSpPr>
            <a:spLocks noGrp="1"/>
          </p:cNvSpPr>
          <p:nvPr>
            <p:ph type="sldNum" sz="quarter" idx="12"/>
          </p:nvPr>
        </p:nvSpPr>
        <p:spPr/>
        <p:txBody>
          <a:bodyPr/>
          <a:lstStyle/>
          <a:p>
            <a:fld id="{CC057153-B650-4DEB-B370-79DDCFDCE934}" type="slidenum">
              <a:rPr lang="en-US" smtClean="0"/>
              <a:pPr/>
              <a:t>46</a:t>
            </a:fld>
            <a:r>
              <a:rPr lang="en-US"/>
              <a:t> / 57</a:t>
            </a:r>
            <a:endParaRPr lang="en-US" dirty="0"/>
          </a:p>
        </p:txBody>
      </p:sp>
    </p:spTree>
    <p:extLst>
      <p:ext uri="{BB962C8B-B14F-4D97-AF65-F5344CB8AC3E}">
        <p14:creationId xmlns:p14="http://schemas.microsoft.com/office/powerpoint/2010/main" val="799153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A768-AFBF-5DA9-0C9D-0545AFD358DD}"/>
            </a:ext>
          </a:extLst>
        </p:cNvPr>
        <p:cNvGrpSpPr/>
        <p:nvPr/>
      </p:nvGrpSpPr>
      <p:grpSpPr>
        <a:xfrm>
          <a:off x="0" y="0"/>
          <a:ext cx="0" cy="0"/>
          <a:chOff x="0" y="0"/>
          <a:chExt cx="0" cy="0"/>
        </a:xfrm>
      </p:grpSpPr>
      <p:sp>
        <p:nvSpPr>
          <p:cNvPr id="11" name="CuadroTexto 10">
            <a:extLst>
              <a:ext uri="{FF2B5EF4-FFF2-40B4-BE49-F238E27FC236}">
                <a16:creationId xmlns:a16="http://schemas.microsoft.com/office/drawing/2014/main" id="{3C93F234-599A-DC54-2AE9-E2F4951E5131}"/>
              </a:ext>
            </a:extLst>
          </p:cNvPr>
          <p:cNvSpPr txBox="1"/>
          <p:nvPr/>
        </p:nvSpPr>
        <p:spPr>
          <a:xfrm>
            <a:off x="-5694" y="0"/>
            <a:ext cx="9149693"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Resolución del juego</a:t>
            </a:r>
            <a:endParaRPr lang="es-ES" sz="9600" b="1" dirty="0">
              <a:solidFill>
                <a:srgbClr val="0070C0"/>
              </a:solidFill>
              <a:latin typeface="Amasis MT Pro Light" panose="02040304050005020304" pitchFamily="18" charset="0"/>
              <a:cs typeface="Adobe Devanagari" panose="02040503050201020203" pitchFamily="18" charset="0"/>
            </a:endParaRPr>
          </a:p>
        </p:txBody>
      </p:sp>
      <p:pic>
        <p:nvPicPr>
          <p:cNvPr id="7" name="Imagen 6">
            <a:extLst>
              <a:ext uri="{FF2B5EF4-FFF2-40B4-BE49-F238E27FC236}">
                <a16:creationId xmlns:a16="http://schemas.microsoft.com/office/drawing/2014/main" id="{286F45A3-C8F1-97AE-42E7-D620030201A5}"/>
              </a:ext>
            </a:extLst>
          </p:cNvPr>
          <p:cNvPicPr>
            <a:picLocks noChangeAspect="1"/>
          </p:cNvPicPr>
          <p:nvPr/>
        </p:nvPicPr>
        <p:blipFill>
          <a:blip r:embed="rId3"/>
          <a:stretch>
            <a:fillRect/>
          </a:stretch>
        </p:blipFill>
        <p:spPr>
          <a:xfrm>
            <a:off x="569120" y="1339665"/>
            <a:ext cx="3829233" cy="4718235"/>
          </a:xfrm>
          <a:prstGeom prst="rect">
            <a:avLst/>
          </a:prstGeom>
        </p:spPr>
      </p:pic>
      <p:pic>
        <p:nvPicPr>
          <p:cNvPr id="16" name="Imagen 15">
            <a:extLst>
              <a:ext uri="{FF2B5EF4-FFF2-40B4-BE49-F238E27FC236}">
                <a16:creationId xmlns:a16="http://schemas.microsoft.com/office/drawing/2014/main" id="{F4FC1DBA-81E2-6B2F-CEA8-31F1ACCAD470}"/>
              </a:ext>
            </a:extLst>
          </p:cNvPr>
          <p:cNvPicPr>
            <a:picLocks noChangeAspect="1"/>
          </p:cNvPicPr>
          <p:nvPr/>
        </p:nvPicPr>
        <p:blipFill>
          <a:blip r:embed="rId4"/>
          <a:stretch>
            <a:fillRect/>
          </a:stretch>
        </p:blipFill>
        <p:spPr>
          <a:xfrm>
            <a:off x="4320019" y="1386371"/>
            <a:ext cx="4823980" cy="4718235"/>
          </a:xfrm>
          <a:prstGeom prst="rect">
            <a:avLst/>
          </a:prstGeom>
        </p:spPr>
      </p:pic>
      <p:sp>
        <p:nvSpPr>
          <p:cNvPr id="3" name="Rectángulo 2">
            <a:extLst>
              <a:ext uri="{FF2B5EF4-FFF2-40B4-BE49-F238E27FC236}">
                <a16:creationId xmlns:a16="http://schemas.microsoft.com/office/drawing/2014/main" id="{E21078C8-234D-1A2C-A233-D129BA0323BF}"/>
              </a:ext>
            </a:extLst>
          </p:cNvPr>
          <p:cNvSpPr/>
          <p:nvPr/>
        </p:nvSpPr>
        <p:spPr>
          <a:xfrm>
            <a:off x="5905209" y="1386371"/>
            <a:ext cx="2073106" cy="4005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05D12646-CA9C-EB8F-5D78-A306517DECE5}"/>
              </a:ext>
            </a:extLst>
          </p:cNvPr>
          <p:cNvSpPr txBox="1"/>
          <p:nvPr/>
        </p:nvSpPr>
        <p:spPr>
          <a:xfrm>
            <a:off x="5617110" y="1417587"/>
            <a:ext cx="2649304" cy="369332"/>
          </a:xfrm>
          <a:prstGeom prst="rect">
            <a:avLst/>
          </a:prstGeom>
          <a:noFill/>
        </p:spPr>
        <p:txBody>
          <a:bodyPr wrap="square" rtlCol="0">
            <a:spAutoFit/>
          </a:bodyPr>
          <a:lstStyle/>
          <a:p>
            <a:pPr algn="ctr"/>
            <a:r>
              <a:rPr lang="es-ES" dirty="0">
                <a:latin typeface="Amasis MT Pro" panose="02040504050005020304" pitchFamily="18" charset="0"/>
              </a:rPr>
              <a:t>Conjuntos de victoria</a:t>
            </a:r>
            <a:endParaRPr lang="es-ES" dirty="0">
              <a:solidFill>
                <a:srgbClr val="F5720F"/>
              </a:solidFill>
              <a:latin typeface="Amasis MT Pro" panose="02040504050005020304" pitchFamily="18" charset="0"/>
            </a:endParaRPr>
          </a:p>
        </p:txBody>
      </p:sp>
      <p:sp>
        <p:nvSpPr>
          <p:cNvPr id="6" name="Marcador de número de diapositiva 5">
            <a:extLst>
              <a:ext uri="{FF2B5EF4-FFF2-40B4-BE49-F238E27FC236}">
                <a16:creationId xmlns:a16="http://schemas.microsoft.com/office/drawing/2014/main" id="{83BF5B5D-AFAE-81AC-E760-B17A4BB42B12}"/>
              </a:ext>
            </a:extLst>
          </p:cNvPr>
          <p:cNvSpPr>
            <a:spLocks noGrp="1"/>
          </p:cNvSpPr>
          <p:nvPr>
            <p:ph type="sldNum" sz="quarter" idx="12"/>
          </p:nvPr>
        </p:nvSpPr>
        <p:spPr/>
        <p:txBody>
          <a:bodyPr/>
          <a:lstStyle/>
          <a:p>
            <a:fld id="{CC057153-B650-4DEB-B370-79DDCFDCE934}" type="slidenum">
              <a:rPr lang="en-US" smtClean="0"/>
              <a:pPr/>
              <a:t>47</a:t>
            </a:fld>
            <a:r>
              <a:rPr lang="en-US"/>
              <a:t> / 57</a:t>
            </a:r>
            <a:endParaRPr lang="en-US" dirty="0"/>
          </a:p>
        </p:txBody>
      </p:sp>
    </p:spTree>
    <p:extLst>
      <p:ext uri="{BB962C8B-B14F-4D97-AF65-F5344CB8AC3E}">
        <p14:creationId xmlns:p14="http://schemas.microsoft.com/office/powerpoint/2010/main" val="27777349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8692B-192B-7AFC-69C2-0342C898080A}"/>
            </a:ext>
          </a:extLst>
        </p:cNvPr>
        <p:cNvGrpSpPr/>
        <p:nvPr/>
      </p:nvGrpSpPr>
      <p:grpSpPr>
        <a:xfrm>
          <a:off x="0" y="0"/>
          <a:ext cx="0" cy="0"/>
          <a:chOff x="0" y="0"/>
          <a:chExt cx="0" cy="0"/>
        </a:xfrm>
      </p:grpSpPr>
      <p:sp>
        <p:nvSpPr>
          <p:cNvPr id="11" name="CuadroTexto 10">
            <a:extLst>
              <a:ext uri="{FF2B5EF4-FFF2-40B4-BE49-F238E27FC236}">
                <a16:creationId xmlns:a16="http://schemas.microsoft.com/office/drawing/2014/main" id="{AD39CE45-DE73-7F03-5BD9-BD3329C5BC5A}"/>
              </a:ext>
            </a:extLst>
          </p:cNvPr>
          <p:cNvSpPr txBox="1"/>
          <p:nvPr/>
        </p:nvSpPr>
        <p:spPr>
          <a:xfrm>
            <a:off x="-5694" y="0"/>
            <a:ext cx="9149693"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Resolución del juego</a:t>
            </a:r>
            <a:endParaRPr lang="es-ES" sz="9600" b="1" dirty="0">
              <a:solidFill>
                <a:srgbClr val="0070C0"/>
              </a:solidFill>
              <a:latin typeface="Amasis MT Pro Light" panose="02040304050005020304" pitchFamily="18" charset="0"/>
              <a:cs typeface="Adobe Devanagari" panose="02040503050201020203" pitchFamily="18" charset="0"/>
            </a:endParaRPr>
          </a:p>
        </p:txBody>
      </p:sp>
      <p:pic>
        <p:nvPicPr>
          <p:cNvPr id="2" name="Imagen 1">
            <a:extLst>
              <a:ext uri="{FF2B5EF4-FFF2-40B4-BE49-F238E27FC236}">
                <a16:creationId xmlns:a16="http://schemas.microsoft.com/office/drawing/2014/main" id="{00224A63-03CC-AA96-9E8D-3FFF14789A91}"/>
              </a:ext>
            </a:extLst>
          </p:cNvPr>
          <p:cNvPicPr>
            <a:picLocks noChangeAspect="1"/>
          </p:cNvPicPr>
          <p:nvPr/>
        </p:nvPicPr>
        <p:blipFill>
          <a:blip r:embed="rId3"/>
          <a:stretch>
            <a:fillRect/>
          </a:stretch>
        </p:blipFill>
        <p:spPr>
          <a:xfrm>
            <a:off x="4461477" y="1339664"/>
            <a:ext cx="4619397" cy="4718235"/>
          </a:xfrm>
          <a:prstGeom prst="rect">
            <a:avLst/>
          </a:prstGeom>
        </p:spPr>
      </p:pic>
      <p:pic>
        <p:nvPicPr>
          <p:cNvPr id="3" name="Imagen 2">
            <a:extLst>
              <a:ext uri="{FF2B5EF4-FFF2-40B4-BE49-F238E27FC236}">
                <a16:creationId xmlns:a16="http://schemas.microsoft.com/office/drawing/2014/main" id="{414CD137-F6B3-4775-DF18-6CA0554F53EF}"/>
              </a:ext>
            </a:extLst>
          </p:cNvPr>
          <p:cNvPicPr>
            <a:picLocks noChangeAspect="1"/>
          </p:cNvPicPr>
          <p:nvPr/>
        </p:nvPicPr>
        <p:blipFill>
          <a:blip r:embed="rId4"/>
          <a:stretch>
            <a:fillRect/>
          </a:stretch>
        </p:blipFill>
        <p:spPr>
          <a:xfrm>
            <a:off x="479188" y="1323439"/>
            <a:ext cx="3982289" cy="4718235"/>
          </a:xfrm>
          <a:prstGeom prst="rect">
            <a:avLst/>
          </a:prstGeom>
        </p:spPr>
      </p:pic>
      <p:sp>
        <p:nvSpPr>
          <p:cNvPr id="5" name="Rectángulo 4">
            <a:extLst>
              <a:ext uri="{FF2B5EF4-FFF2-40B4-BE49-F238E27FC236}">
                <a16:creationId xmlns:a16="http://schemas.microsoft.com/office/drawing/2014/main" id="{794CC009-A3C4-585A-D7A3-4A237E627EE4}"/>
              </a:ext>
            </a:extLst>
          </p:cNvPr>
          <p:cNvSpPr/>
          <p:nvPr/>
        </p:nvSpPr>
        <p:spPr>
          <a:xfrm>
            <a:off x="5654040" y="1400971"/>
            <a:ext cx="2789726" cy="4005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9D0AB5C6-3593-EEFC-0DAB-5D48DF8C8953}"/>
              </a:ext>
            </a:extLst>
          </p:cNvPr>
          <p:cNvSpPr txBox="1"/>
          <p:nvPr/>
        </p:nvSpPr>
        <p:spPr>
          <a:xfrm>
            <a:off x="5794462" y="1432187"/>
            <a:ext cx="2649304" cy="369332"/>
          </a:xfrm>
          <a:prstGeom prst="rect">
            <a:avLst/>
          </a:prstGeom>
          <a:noFill/>
        </p:spPr>
        <p:txBody>
          <a:bodyPr wrap="square" rtlCol="0">
            <a:spAutoFit/>
          </a:bodyPr>
          <a:lstStyle/>
          <a:p>
            <a:pPr algn="ctr"/>
            <a:r>
              <a:rPr lang="es-ES" dirty="0">
                <a:latin typeface="Amasis MT Pro" panose="02040504050005020304" pitchFamily="18" charset="0"/>
              </a:rPr>
              <a:t>Conjuntos de victoria</a:t>
            </a:r>
            <a:endParaRPr lang="es-ES" dirty="0">
              <a:solidFill>
                <a:srgbClr val="F5720F"/>
              </a:solidFill>
              <a:latin typeface="Amasis MT Pro" panose="02040504050005020304" pitchFamily="18" charset="0"/>
            </a:endParaRPr>
          </a:p>
        </p:txBody>
      </p:sp>
      <p:sp>
        <p:nvSpPr>
          <p:cNvPr id="8" name="Marcador de número de diapositiva 7">
            <a:extLst>
              <a:ext uri="{FF2B5EF4-FFF2-40B4-BE49-F238E27FC236}">
                <a16:creationId xmlns:a16="http://schemas.microsoft.com/office/drawing/2014/main" id="{55DBD00D-3054-F638-BD58-5F4DBDA2F23D}"/>
              </a:ext>
            </a:extLst>
          </p:cNvPr>
          <p:cNvSpPr>
            <a:spLocks noGrp="1"/>
          </p:cNvSpPr>
          <p:nvPr>
            <p:ph type="sldNum" sz="quarter" idx="12"/>
          </p:nvPr>
        </p:nvSpPr>
        <p:spPr/>
        <p:txBody>
          <a:bodyPr/>
          <a:lstStyle/>
          <a:p>
            <a:fld id="{CC057153-B650-4DEB-B370-79DDCFDCE934}" type="slidenum">
              <a:rPr lang="en-US" smtClean="0"/>
              <a:pPr/>
              <a:t>48</a:t>
            </a:fld>
            <a:r>
              <a:rPr lang="en-US"/>
              <a:t> / 57</a:t>
            </a:r>
            <a:endParaRPr lang="en-US" dirty="0"/>
          </a:p>
        </p:txBody>
      </p:sp>
    </p:spTree>
    <p:extLst>
      <p:ext uri="{BB962C8B-B14F-4D97-AF65-F5344CB8AC3E}">
        <p14:creationId xmlns:p14="http://schemas.microsoft.com/office/powerpoint/2010/main" val="3987242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AE516C3D-40CC-194B-8ECC-B7A9AD3B09B1}"/>
              </a:ext>
            </a:extLst>
          </p:cNvPr>
          <p:cNvPicPr>
            <a:picLocks noChangeAspect="1"/>
          </p:cNvPicPr>
          <p:nvPr/>
        </p:nvPicPr>
        <p:blipFill>
          <a:blip r:embed="rId3"/>
          <a:stretch>
            <a:fillRect/>
          </a:stretch>
        </p:blipFill>
        <p:spPr>
          <a:xfrm>
            <a:off x="447114" y="1323439"/>
            <a:ext cx="4243958" cy="4718235"/>
          </a:xfrm>
          <a:prstGeom prst="rect">
            <a:avLst/>
          </a:prstGeom>
        </p:spPr>
      </p:pic>
      <p:pic>
        <p:nvPicPr>
          <p:cNvPr id="19" name="Imagen 18">
            <a:extLst>
              <a:ext uri="{FF2B5EF4-FFF2-40B4-BE49-F238E27FC236}">
                <a16:creationId xmlns:a16="http://schemas.microsoft.com/office/drawing/2014/main" id="{AAA0F3A0-AC67-5DBD-2474-0B7C13AC98A9}"/>
              </a:ext>
            </a:extLst>
          </p:cNvPr>
          <p:cNvPicPr>
            <a:picLocks noChangeAspect="1"/>
          </p:cNvPicPr>
          <p:nvPr/>
        </p:nvPicPr>
        <p:blipFill>
          <a:blip r:embed="rId4"/>
          <a:stretch>
            <a:fillRect/>
          </a:stretch>
        </p:blipFill>
        <p:spPr>
          <a:xfrm>
            <a:off x="4474880" y="1372115"/>
            <a:ext cx="4621318" cy="4718234"/>
          </a:xfrm>
          <a:prstGeom prst="rect">
            <a:avLst/>
          </a:prstGeom>
        </p:spPr>
      </p:pic>
      <p:sp>
        <p:nvSpPr>
          <p:cNvPr id="20" name="CuadroTexto 19">
            <a:extLst>
              <a:ext uri="{FF2B5EF4-FFF2-40B4-BE49-F238E27FC236}">
                <a16:creationId xmlns:a16="http://schemas.microsoft.com/office/drawing/2014/main" id="{95F46266-86CA-1C17-C9D1-7A06F9C2756A}"/>
              </a:ext>
            </a:extLst>
          </p:cNvPr>
          <p:cNvSpPr txBox="1"/>
          <p:nvPr/>
        </p:nvSpPr>
        <p:spPr>
          <a:xfrm>
            <a:off x="-5694" y="0"/>
            <a:ext cx="9149693"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Resolución del juego</a:t>
            </a:r>
            <a:endParaRPr lang="es-ES" sz="9600" b="1" dirty="0">
              <a:solidFill>
                <a:srgbClr val="0070C0"/>
              </a:solidFill>
              <a:latin typeface="Amasis MT Pro Light" panose="02040304050005020304" pitchFamily="18" charset="0"/>
              <a:cs typeface="Adobe Devanagari" panose="02040503050201020203" pitchFamily="18" charset="0"/>
            </a:endParaRPr>
          </a:p>
        </p:txBody>
      </p:sp>
      <p:sp>
        <p:nvSpPr>
          <p:cNvPr id="3" name="Rectángulo 2">
            <a:extLst>
              <a:ext uri="{FF2B5EF4-FFF2-40B4-BE49-F238E27FC236}">
                <a16:creationId xmlns:a16="http://schemas.microsoft.com/office/drawing/2014/main" id="{381D989F-A689-BBCC-BCD1-4C9C588FE950}"/>
              </a:ext>
            </a:extLst>
          </p:cNvPr>
          <p:cNvSpPr/>
          <p:nvPr/>
        </p:nvSpPr>
        <p:spPr>
          <a:xfrm>
            <a:off x="6009911" y="1470211"/>
            <a:ext cx="2073106" cy="4005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ADB6B876-9200-E87E-8E9F-B6A94C1F3DCD}"/>
              </a:ext>
            </a:extLst>
          </p:cNvPr>
          <p:cNvSpPr txBox="1"/>
          <p:nvPr/>
        </p:nvSpPr>
        <p:spPr>
          <a:xfrm>
            <a:off x="5721812" y="1501427"/>
            <a:ext cx="2649304" cy="369332"/>
          </a:xfrm>
          <a:prstGeom prst="rect">
            <a:avLst/>
          </a:prstGeom>
          <a:noFill/>
        </p:spPr>
        <p:txBody>
          <a:bodyPr wrap="square" rtlCol="0">
            <a:spAutoFit/>
          </a:bodyPr>
          <a:lstStyle/>
          <a:p>
            <a:pPr algn="ctr"/>
            <a:r>
              <a:rPr lang="es-ES" dirty="0">
                <a:latin typeface="Amasis MT Pro" panose="02040504050005020304" pitchFamily="18" charset="0"/>
              </a:rPr>
              <a:t>Conjuntos de victoria</a:t>
            </a:r>
            <a:endParaRPr lang="es-ES" dirty="0">
              <a:solidFill>
                <a:srgbClr val="F5720F"/>
              </a:solidFill>
              <a:latin typeface="Amasis MT Pro" panose="02040504050005020304" pitchFamily="18" charset="0"/>
            </a:endParaRPr>
          </a:p>
        </p:txBody>
      </p:sp>
      <p:sp>
        <p:nvSpPr>
          <p:cNvPr id="5" name="CuadroTexto 4">
            <a:extLst>
              <a:ext uri="{FF2B5EF4-FFF2-40B4-BE49-F238E27FC236}">
                <a16:creationId xmlns:a16="http://schemas.microsoft.com/office/drawing/2014/main" id="{D8E386ED-7E66-6BE6-685E-C80FB6B3D89C}"/>
              </a:ext>
            </a:extLst>
          </p:cNvPr>
          <p:cNvSpPr txBox="1"/>
          <p:nvPr/>
        </p:nvSpPr>
        <p:spPr>
          <a:xfrm>
            <a:off x="1763758" y="6268337"/>
            <a:ext cx="1610670" cy="369332"/>
          </a:xfrm>
          <a:prstGeom prst="rect">
            <a:avLst/>
          </a:prstGeom>
          <a:noFill/>
        </p:spPr>
        <p:txBody>
          <a:bodyPr wrap="square">
            <a:spAutoFit/>
          </a:bodyPr>
          <a:lstStyle/>
          <a:p>
            <a:pPr algn="ctr"/>
            <a:r>
              <a:rPr lang="es-ES" sz="1800" b="1" dirty="0">
                <a:solidFill>
                  <a:srgbClr val="C00000"/>
                </a:solidFill>
                <a:latin typeface="Amasis MT Pro Light" panose="02040304050005020304" pitchFamily="18" charset="0"/>
                <a:cs typeface="Adobe Devanagari" panose="02040503050201020203" pitchFamily="18" charset="0"/>
              </a:rPr>
              <a:t>No </a:t>
            </a:r>
            <a:r>
              <a:rPr lang="es-ES" sz="1800" b="1" dirty="0" err="1">
                <a:solidFill>
                  <a:srgbClr val="C00000"/>
                </a:solidFill>
                <a:latin typeface="Amasis MT Pro Light" panose="02040304050005020304" pitchFamily="18" charset="0"/>
                <a:cs typeface="Adobe Devanagari" panose="02040503050201020203" pitchFamily="18" charset="0"/>
              </a:rPr>
              <a:t>Winning</a:t>
            </a:r>
            <a:endParaRPr lang="es-ES" dirty="0">
              <a:solidFill>
                <a:srgbClr val="C00000"/>
              </a:solidFill>
            </a:endParaRPr>
          </a:p>
        </p:txBody>
      </p:sp>
      <p:cxnSp>
        <p:nvCxnSpPr>
          <p:cNvPr id="10" name="Conector recto de flecha 9">
            <a:extLst>
              <a:ext uri="{FF2B5EF4-FFF2-40B4-BE49-F238E27FC236}">
                <a16:creationId xmlns:a16="http://schemas.microsoft.com/office/drawing/2014/main" id="{1E66BF2B-C8EF-0053-A576-854708E75A19}"/>
              </a:ext>
            </a:extLst>
          </p:cNvPr>
          <p:cNvCxnSpPr>
            <a:stCxn id="5" idx="0"/>
            <a:endCxn id="18" idx="2"/>
          </p:cNvCxnSpPr>
          <p:nvPr/>
        </p:nvCxnSpPr>
        <p:spPr>
          <a:xfrm flipV="1">
            <a:off x="2569093" y="6041674"/>
            <a:ext cx="0" cy="2266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Marcador de número de diapositiva 6">
            <a:extLst>
              <a:ext uri="{FF2B5EF4-FFF2-40B4-BE49-F238E27FC236}">
                <a16:creationId xmlns:a16="http://schemas.microsoft.com/office/drawing/2014/main" id="{52382C95-7979-31A7-3439-0DE10DBDEB93}"/>
              </a:ext>
            </a:extLst>
          </p:cNvPr>
          <p:cNvSpPr>
            <a:spLocks noGrp="1"/>
          </p:cNvSpPr>
          <p:nvPr>
            <p:ph type="sldNum" sz="quarter" idx="12"/>
          </p:nvPr>
        </p:nvSpPr>
        <p:spPr/>
        <p:txBody>
          <a:bodyPr/>
          <a:lstStyle/>
          <a:p>
            <a:fld id="{CC057153-B650-4DEB-B370-79DDCFDCE934}" type="slidenum">
              <a:rPr lang="en-US" smtClean="0"/>
              <a:pPr/>
              <a:t>49</a:t>
            </a:fld>
            <a:r>
              <a:rPr lang="en-US"/>
              <a:t> / 57</a:t>
            </a:r>
            <a:endParaRPr lang="en-US" dirty="0"/>
          </a:p>
        </p:txBody>
      </p:sp>
    </p:spTree>
    <p:extLst>
      <p:ext uri="{BB962C8B-B14F-4D97-AF65-F5344CB8AC3E}">
        <p14:creationId xmlns:p14="http://schemas.microsoft.com/office/powerpoint/2010/main" val="6366333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A10F8-D39E-08BC-6F52-AC24C5B938F6}"/>
            </a:ext>
          </a:extLst>
        </p:cNvPr>
        <p:cNvGrpSpPr/>
        <p:nvPr/>
      </p:nvGrpSpPr>
      <p:grpSpPr>
        <a:xfrm>
          <a:off x="0" y="0"/>
          <a:ext cx="0" cy="0"/>
          <a:chOff x="0" y="0"/>
          <a:chExt cx="0" cy="0"/>
        </a:xfrm>
      </p:grpSpPr>
      <p:sp>
        <p:nvSpPr>
          <p:cNvPr id="2" name="Elipse 1">
            <a:extLst>
              <a:ext uri="{FF2B5EF4-FFF2-40B4-BE49-F238E27FC236}">
                <a16:creationId xmlns:a16="http://schemas.microsoft.com/office/drawing/2014/main" id="{3816CFDA-698E-DD21-A447-E307514EF980}"/>
              </a:ext>
            </a:extLst>
          </p:cNvPr>
          <p:cNvSpPr/>
          <p:nvPr/>
        </p:nvSpPr>
        <p:spPr>
          <a:xfrm>
            <a:off x="920750" y="4997450"/>
            <a:ext cx="260350" cy="2603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40562016-82CF-7E68-224E-7EAD86FDC44A}"/>
              </a:ext>
            </a:extLst>
          </p:cNvPr>
          <p:cNvSpPr txBox="1"/>
          <p:nvPr/>
        </p:nvSpPr>
        <p:spPr>
          <a:xfrm>
            <a:off x="-5694" y="0"/>
            <a:ext cx="9149693" cy="1846659"/>
          </a:xfrm>
          <a:prstGeom prst="rect">
            <a:avLst/>
          </a:prstGeom>
          <a:noFill/>
        </p:spPr>
        <p:txBody>
          <a:bodyPr wrap="square" rtlCol="0">
            <a:spAutoFit/>
          </a:bodyPr>
          <a:lstStyle/>
          <a:p>
            <a:pPr algn="ctr"/>
            <a:r>
              <a:rPr lang="es-ES" sz="6600" b="1" dirty="0">
                <a:solidFill>
                  <a:srgbClr val="0070C0"/>
                </a:solidFill>
                <a:latin typeface="Amasis MT Pro Light" panose="02040304050005020304" pitchFamily="18" charset="0"/>
                <a:cs typeface="Adobe Devanagari" panose="02040503050201020203" pitchFamily="18" charset="0"/>
              </a:rPr>
              <a:t>¿</a:t>
            </a:r>
            <a:r>
              <a:rPr lang="es-ES" sz="4800" b="1" dirty="0">
                <a:solidFill>
                  <a:srgbClr val="0070C0"/>
                </a:solidFill>
                <a:latin typeface="Amasis MT Pro Light" panose="02040304050005020304" pitchFamily="18" charset="0"/>
                <a:cs typeface="Adobe Devanagari" panose="02040503050201020203" pitchFamily="18" charset="0"/>
              </a:rPr>
              <a:t>Por qué no está asegurada la victoria en las zonas No </a:t>
            </a:r>
            <a:r>
              <a:rPr lang="es-ES" sz="4800" b="1" dirty="0" err="1">
                <a:solidFill>
                  <a:srgbClr val="0070C0"/>
                </a:solidFill>
                <a:latin typeface="Amasis MT Pro Light" panose="02040304050005020304" pitchFamily="18" charset="0"/>
                <a:cs typeface="Adobe Devanagari" panose="02040503050201020203" pitchFamily="18" charset="0"/>
              </a:rPr>
              <a:t>Winning</a:t>
            </a:r>
            <a:r>
              <a:rPr lang="es-ES" sz="4800" b="1" dirty="0">
                <a:solidFill>
                  <a:srgbClr val="0070C0"/>
                </a:solidFill>
                <a:latin typeface="Amasis MT Pro Light" panose="02040304050005020304" pitchFamily="18" charset="0"/>
                <a:cs typeface="Adobe Devanagari" panose="02040503050201020203" pitchFamily="18" charset="0"/>
              </a:rPr>
              <a:t>?</a:t>
            </a:r>
            <a:endParaRPr lang="es-ES" sz="8000" b="1" dirty="0">
              <a:solidFill>
                <a:srgbClr val="0070C0"/>
              </a:solidFill>
              <a:latin typeface="Amasis MT Pro Light" panose="02040304050005020304" pitchFamily="18" charset="0"/>
              <a:cs typeface="Adobe Devanagari" panose="02040503050201020203" pitchFamily="18" charset="0"/>
            </a:endParaRPr>
          </a:p>
        </p:txBody>
      </p:sp>
      <p:sp>
        <p:nvSpPr>
          <p:cNvPr id="3" name="CuadroTexto 2">
            <a:extLst>
              <a:ext uri="{FF2B5EF4-FFF2-40B4-BE49-F238E27FC236}">
                <a16:creationId xmlns:a16="http://schemas.microsoft.com/office/drawing/2014/main" id="{D888160F-61DD-D182-2BF2-3D6B203DE71B}"/>
              </a:ext>
            </a:extLst>
          </p:cNvPr>
          <p:cNvSpPr txBox="1"/>
          <p:nvPr/>
        </p:nvSpPr>
        <p:spPr>
          <a:xfrm>
            <a:off x="4714250" y="4642247"/>
            <a:ext cx="3619500" cy="1569660"/>
          </a:xfrm>
          <a:prstGeom prst="rect">
            <a:avLst/>
          </a:prstGeom>
          <a:noFill/>
        </p:spPr>
        <p:txBody>
          <a:bodyPr wrap="square" rtlCol="0">
            <a:spAutoFit/>
          </a:bodyPr>
          <a:lstStyle/>
          <a:p>
            <a:pPr algn="ctr"/>
            <a:r>
              <a:rPr lang="es-ES" sz="3200" dirty="0">
                <a:solidFill>
                  <a:srgbClr val="0070C0"/>
                </a:solidFill>
                <a:latin typeface="Amasis MT Pro" panose="02040504050005020304" pitchFamily="18" charset="0"/>
              </a:rPr>
              <a:t>Diferencia</a:t>
            </a:r>
            <a:r>
              <a:rPr lang="es-ES" sz="3200" dirty="0">
                <a:solidFill>
                  <a:schemeClr val="bg2">
                    <a:lumMod val="25000"/>
                  </a:schemeClr>
                </a:solidFill>
                <a:latin typeface="Amasis MT Pro" panose="02040504050005020304" pitchFamily="18" charset="0"/>
              </a:rPr>
              <a:t> </a:t>
            </a:r>
            <a:r>
              <a:rPr lang="es-ES" sz="3200" dirty="0">
                <a:latin typeface="Amasis MT Pro" panose="02040504050005020304" pitchFamily="18" charset="0"/>
              </a:rPr>
              <a:t>entre conjunto</a:t>
            </a:r>
            <a:r>
              <a:rPr lang="es-ES" sz="3200" dirty="0">
                <a:solidFill>
                  <a:schemeClr val="bg2">
                    <a:lumMod val="25000"/>
                  </a:schemeClr>
                </a:solidFill>
                <a:latin typeface="Amasis MT Pro" panose="02040504050005020304" pitchFamily="18" charset="0"/>
              </a:rPr>
              <a:t> </a:t>
            </a:r>
            <a:r>
              <a:rPr lang="es-ES" sz="3200" dirty="0">
                <a:solidFill>
                  <a:srgbClr val="00B050"/>
                </a:solidFill>
                <a:latin typeface="Amasis MT Pro" panose="02040504050005020304" pitchFamily="18" charset="0"/>
              </a:rPr>
              <a:t>informado</a:t>
            </a:r>
            <a:r>
              <a:rPr lang="es-ES" sz="3200" dirty="0">
                <a:solidFill>
                  <a:schemeClr val="bg2">
                    <a:lumMod val="25000"/>
                  </a:schemeClr>
                </a:solidFill>
                <a:latin typeface="Amasis MT Pro" panose="02040504050005020304" pitchFamily="18" charset="0"/>
              </a:rPr>
              <a:t> e </a:t>
            </a:r>
            <a:r>
              <a:rPr lang="es-ES" sz="3200" dirty="0">
                <a:solidFill>
                  <a:srgbClr val="C00000"/>
                </a:solidFill>
                <a:latin typeface="Amasis MT Pro" panose="02040504050005020304" pitchFamily="18" charset="0"/>
              </a:rPr>
              <a:t>ignorante</a:t>
            </a:r>
          </a:p>
        </p:txBody>
      </p:sp>
      <p:sp>
        <p:nvSpPr>
          <p:cNvPr id="4" name="CuadroTexto 3">
            <a:extLst>
              <a:ext uri="{FF2B5EF4-FFF2-40B4-BE49-F238E27FC236}">
                <a16:creationId xmlns:a16="http://schemas.microsoft.com/office/drawing/2014/main" id="{788472D7-9285-C8C2-A402-99AE260D65F6}"/>
              </a:ext>
            </a:extLst>
          </p:cNvPr>
          <p:cNvSpPr txBox="1"/>
          <p:nvPr/>
        </p:nvSpPr>
        <p:spPr>
          <a:xfrm>
            <a:off x="613430" y="4888468"/>
            <a:ext cx="3590088" cy="1569660"/>
          </a:xfrm>
          <a:prstGeom prst="rect">
            <a:avLst/>
          </a:prstGeom>
          <a:noFill/>
        </p:spPr>
        <p:txBody>
          <a:bodyPr wrap="square" rtlCol="0">
            <a:spAutoFit/>
          </a:bodyPr>
          <a:lstStyle/>
          <a:p>
            <a:pPr algn="ctr"/>
            <a:r>
              <a:rPr lang="es-ES" sz="3200" dirty="0">
                <a:latin typeface="Amasis MT Pro" panose="02040504050005020304" pitchFamily="18" charset="0"/>
              </a:rPr>
              <a:t>Región donde </a:t>
            </a:r>
            <a:r>
              <a:rPr lang="es-ES" sz="3200" dirty="0">
                <a:solidFill>
                  <a:srgbClr val="0070C0"/>
                </a:solidFill>
                <a:latin typeface="Amasis MT Pro" panose="02040504050005020304" pitchFamily="18" charset="0"/>
              </a:rPr>
              <a:t>no está asegurada la victoria</a:t>
            </a:r>
          </a:p>
        </p:txBody>
      </p:sp>
      <p:sp>
        <p:nvSpPr>
          <p:cNvPr id="8" name="CuadroTexto 7">
            <a:extLst>
              <a:ext uri="{FF2B5EF4-FFF2-40B4-BE49-F238E27FC236}">
                <a16:creationId xmlns:a16="http://schemas.microsoft.com/office/drawing/2014/main" id="{1EDF81F8-D55D-BC0D-0721-2AAEA17F4844}"/>
              </a:ext>
            </a:extLst>
          </p:cNvPr>
          <p:cNvSpPr txBox="1"/>
          <p:nvPr/>
        </p:nvSpPr>
        <p:spPr>
          <a:xfrm>
            <a:off x="4018773" y="4965412"/>
            <a:ext cx="368986" cy="923330"/>
          </a:xfrm>
          <a:prstGeom prst="rect">
            <a:avLst/>
          </a:prstGeom>
          <a:noFill/>
        </p:spPr>
        <p:txBody>
          <a:bodyPr wrap="square" rtlCol="0">
            <a:spAutoFit/>
          </a:bodyPr>
          <a:lstStyle/>
          <a:p>
            <a:pPr algn="ctr"/>
            <a:r>
              <a:rPr lang="es-ES" sz="5400" dirty="0">
                <a:latin typeface="Amasis MT Pro" panose="02040504050005020304" pitchFamily="18" charset="0"/>
              </a:rPr>
              <a:t>=</a:t>
            </a:r>
          </a:p>
        </p:txBody>
      </p:sp>
      <p:pic>
        <p:nvPicPr>
          <p:cNvPr id="10" name="Imagen 9">
            <a:extLst>
              <a:ext uri="{FF2B5EF4-FFF2-40B4-BE49-F238E27FC236}">
                <a16:creationId xmlns:a16="http://schemas.microsoft.com/office/drawing/2014/main" id="{3E05F658-FB53-7CB3-3B11-CF683E4A6DF7}"/>
              </a:ext>
            </a:extLst>
          </p:cNvPr>
          <p:cNvPicPr>
            <a:picLocks noChangeAspect="1"/>
          </p:cNvPicPr>
          <p:nvPr/>
        </p:nvPicPr>
        <p:blipFill>
          <a:blip r:embed="rId3"/>
          <a:stretch>
            <a:fillRect/>
          </a:stretch>
        </p:blipFill>
        <p:spPr>
          <a:xfrm>
            <a:off x="146021" y="2200602"/>
            <a:ext cx="4639884" cy="1952121"/>
          </a:xfrm>
          <a:prstGeom prst="rect">
            <a:avLst/>
          </a:prstGeom>
        </p:spPr>
      </p:pic>
      <p:pic>
        <p:nvPicPr>
          <p:cNvPr id="12" name="Imagen 11">
            <a:extLst>
              <a:ext uri="{FF2B5EF4-FFF2-40B4-BE49-F238E27FC236}">
                <a16:creationId xmlns:a16="http://schemas.microsoft.com/office/drawing/2014/main" id="{95D8A380-6E40-A69B-433C-1CC1F2977675}"/>
              </a:ext>
            </a:extLst>
          </p:cNvPr>
          <p:cNvPicPr>
            <a:picLocks noChangeAspect="1"/>
          </p:cNvPicPr>
          <p:nvPr/>
        </p:nvPicPr>
        <p:blipFill>
          <a:blip r:embed="rId4"/>
          <a:stretch>
            <a:fillRect/>
          </a:stretch>
        </p:blipFill>
        <p:spPr>
          <a:xfrm>
            <a:off x="4860290" y="2856848"/>
            <a:ext cx="3405595" cy="639630"/>
          </a:xfrm>
          <a:prstGeom prst="rect">
            <a:avLst/>
          </a:prstGeom>
        </p:spPr>
      </p:pic>
      <p:pic>
        <p:nvPicPr>
          <p:cNvPr id="19" name="Imagen 18">
            <a:extLst>
              <a:ext uri="{FF2B5EF4-FFF2-40B4-BE49-F238E27FC236}">
                <a16:creationId xmlns:a16="http://schemas.microsoft.com/office/drawing/2014/main" id="{D147DF13-D74C-92E9-3367-FF867CC37FFA}"/>
              </a:ext>
            </a:extLst>
          </p:cNvPr>
          <p:cNvPicPr>
            <a:picLocks noChangeAspect="1"/>
          </p:cNvPicPr>
          <p:nvPr/>
        </p:nvPicPr>
        <p:blipFill>
          <a:blip r:embed="rId5"/>
          <a:stretch>
            <a:fillRect/>
          </a:stretch>
        </p:blipFill>
        <p:spPr>
          <a:xfrm>
            <a:off x="5917973" y="3496478"/>
            <a:ext cx="2273527" cy="611298"/>
          </a:xfrm>
          <a:prstGeom prst="rect">
            <a:avLst/>
          </a:prstGeom>
        </p:spPr>
      </p:pic>
      <p:sp>
        <p:nvSpPr>
          <p:cNvPr id="7" name="Marcador de número de diapositiva 6">
            <a:extLst>
              <a:ext uri="{FF2B5EF4-FFF2-40B4-BE49-F238E27FC236}">
                <a16:creationId xmlns:a16="http://schemas.microsoft.com/office/drawing/2014/main" id="{4DDFEBE6-3495-8D89-9378-9DAE9013CE24}"/>
              </a:ext>
            </a:extLst>
          </p:cNvPr>
          <p:cNvSpPr>
            <a:spLocks noGrp="1"/>
          </p:cNvSpPr>
          <p:nvPr>
            <p:ph type="sldNum" sz="quarter" idx="12"/>
          </p:nvPr>
        </p:nvSpPr>
        <p:spPr/>
        <p:txBody>
          <a:bodyPr/>
          <a:lstStyle/>
          <a:p>
            <a:fld id="{CC057153-B650-4DEB-B370-79DDCFDCE934}" type="slidenum">
              <a:rPr lang="en-US" smtClean="0"/>
              <a:pPr/>
              <a:t>50</a:t>
            </a:fld>
            <a:r>
              <a:rPr lang="en-US"/>
              <a:t> / 57</a:t>
            </a:r>
            <a:endParaRPr lang="en-US" dirty="0"/>
          </a:p>
        </p:txBody>
      </p:sp>
    </p:spTree>
    <p:extLst>
      <p:ext uri="{BB962C8B-B14F-4D97-AF65-F5344CB8AC3E}">
        <p14:creationId xmlns:p14="http://schemas.microsoft.com/office/powerpoint/2010/main" val="11323607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3EE52-43BD-BBDC-E115-9FAA12E76BC6}"/>
            </a:ext>
          </a:extLst>
        </p:cNvPr>
        <p:cNvGrpSpPr/>
        <p:nvPr/>
      </p:nvGrpSpPr>
      <p:grpSpPr>
        <a:xfrm>
          <a:off x="0" y="0"/>
          <a:ext cx="0" cy="0"/>
          <a:chOff x="0" y="0"/>
          <a:chExt cx="0" cy="0"/>
        </a:xfrm>
      </p:grpSpPr>
      <p:pic>
        <p:nvPicPr>
          <p:cNvPr id="5" name="Imagen 4" descr="Gráfico, Histograma&#10;&#10;El contenido generado por IA puede ser incorrecto.">
            <a:extLst>
              <a:ext uri="{FF2B5EF4-FFF2-40B4-BE49-F238E27FC236}">
                <a16:creationId xmlns:a16="http://schemas.microsoft.com/office/drawing/2014/main" id="{9AB48CF0-6AE7-5BEA-466C-730DF26C88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925" y="965581"/>
            <a:ext cx="5720780" cy="4292219"/>
          </a:xfrm>
          <a:prstGeom prst="rect">
            <a:avLst/>
          </a:prstGeom>
        </p:spPr>
      </p:pic>
      <p:sp>
        <p:nvSpPr>
          <p:cNvPr id="2" name="Elipse 1">
            <a:extLst>
              <a:ext uri="{FF2B5EF4-FFF2-40B4-BE49-F238E27FC236}">
                <a16:creationId xmlns:a16="http://schemas.microsoft.com/office/drawing/2014/main" id="{8E12466F-0BDE-BFF0-4041-B1F465E2C55E}"/>
              </a:ext>
            </a:extLst>
          </p:cNvPr>
          <p:cNvSpPr/>
          <p:nvPr/>
        </p:nvSpPr>
        <p:spPr>
          <a:xfrm>
            <a:off x="920750" y="4997450"/>
            <a:ext cx="260350" cy="2603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AD3E3231-3117-4F15-4DD6-0EF115516200}"/>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Importancia de la información</a:t>
            </a:r>
            <a:endParaRPr lang="es-ES" sz="6600" b="1" dirty="0">
              <a:solidFill>
                <a:srgbClr val="0070C0"/>
              </a:solidFill>
              <a:latin typeface="Amasis MT Pro Light" panose="02040304050005020304" pitchFamily="18" charset="0"/>
              <a:cs typeface="Adobe Devanagari" panose="02040503050201020203" pitchFamily="18" charset="0"/>
            </a:endParaRPr>
          </a:p>
        </p:txBody>
      </p:sp>
      <p:sp>
        <p:nvSpPr>
          <p:cNvPr id="4" name="CuadroTexto 3">
            <a:extLst>
              <a:ext uri="{FF2B5EF4-FFF2-40B4-BE49-F238E27FC236}">
                <a16:creationId xmlns:a16="http://schemas.microsoft.com/office/drawing/2014/main" id="{8EE0F4D5-3BD2-F0D0-A08A-906F4EFB97C6}"/>
              </a:ext>
            </a:extLst>
          </p:cNvPr>
          <p:cNvSpPr txBox="1"/>
          <p:nvPr/>
        </p:nvSpPr>
        <p:spPr>
          <a:xfrm>
            <a:off x="6347994" y="1200090"/>
            <a:ext cx="2771120" cy="400110"/>
          </a:xfrm>
          <a:prstGeom prst="rect">
            <a:avLst/>
          </a:prstGeom>
          <a:noFill/>
        </p:spPr>
        <p:txBody>
          <a:bodyPr wrap="square" rtlCol="0">
            <a:spAutoFit/>
          </a:bodyPr>
          <a:lstStyle/>
          <a:p>
            <a:r>
              <a:rPr lang="es-ES" sz="2000" dirty="0">
                <a:solidFill>
                  <a:srgbClr val="C00000"/>
                </a:solidFill>
                <a:latin typeface="Amasis MT Pro" panose="02040504050005020304" pitchFamily="18" charset="0"/>
              </a:rPr>
              <a:t>Información importante</a:t>
            </a:r>
          </a:p>
        </p:txBody>
      </p:sp>
      <p:sp>
        <p:nvSpPr>
          <p:cNvPr id="6" name="CuadroTexto 5">
            <a:extLst>
              <a:ext uri="{FF2B5EF4-FFF2-40B4-BE49-F238E27FC236}">
                <a16:creationId xmlns:a16="http://schemas.microsoft.com/office/drawing/2014/main" id="{FC0325B5-E015-3685-BB7B-BDEBE98A7503}"/>
              </a:ext>
            </a:extLst>
          </p:cNvPr>
          <p:cNvSpPr txBox="1"/>
          <p:nvPr/>
        </p:nvSpPr>
        <p:spPr>
          <a:xfrm>
            <a:off x="5995041" y="4088710"/>
            <a:ext cx="3124073" cy="400110"/>
          </a:xfrm>
          <a:prstGeom prst="rect">
            <a:avLst/>
          </a:prstGeom>
          <a:noFill/>
        </p:spPr>
        <p:txBody>
          <a:bodyPr wrap="square" rtlCol="0">
            <a:spAutoFit/>
          </a:bodyPr>
          <a:lstStyle/>
          <a:p>
            <a:r>
              <a:rPr lang="es-ES" sz="2000" dirty="0">
                <a:solidFill>
                  <a:srgbClr val="0070C0"/>
                </a:solidFill>
                <a:latin typeface="Amasis MT Pro" panose="02040504050005020304" pitchFamily="18" charset="0"/>
              </a:rPr>
              <a:t>Información no importante</a:t>
            </a:r>
          </a:p>
        </p:txBody>
      </p:sp>
      <p:sp>
        <p:nvSpPr>
          <p:cNvPr id="8" name="CuadroTexto 7">
            <a:extLst>
              <a:ext uri="{FF2B5EF4-FFF2-40B4-BE49-F238E27FC236}">
                <a16:creationId xmlns:a16="http://schemas.microsoft.com/office/drawing/2014/main" id="{88A2EE83-8A5B-082C-4A04-56526F160DC6}"/>
              </a:ext>
            </a:extLst>
          </p:cNvPr>
          <p:cNvSpPr txBox="1"/>
          <p:nvPr/>
        </p:nvSpPr>
        <p:spPr>
          <a:xfrm>
            <a:off x="0" y="5492309"/>
            <a:ext cx="9143999" cy="954107"/>
          </a:xfrm>
          <a:prstGeom prst="rect">
            <a:avLst/>
          </a:prstGeom>
          <a:noFill/>
        </p:spPr>
        <p:txBody>
          <a:bodyPr wrap="square" rtlCol="0">
            <a:spAutoFit/>
          </a:bodyPr>
          <a:lstStyle/>
          <a:p>
            <a:pPr algn="ctr"/>
            <a:r>
              <a:rPr lang="es-ES" sz="2800" dirty="0">
                <a:latin typeface="Amasis MT Pro" panose="02040504050005020304" pitchFamily="18" charset="0"/>
              </a:rPr>
              <a:t>Es decisivo luchar por </a:t>
            </a:r>
            <a:r>
              <a:rPr lang="es-ES" sz="2800" dirty="0">
                <a:solidFill>
                  <a:srgbClr val="00B050"/>
                </a:solidFill>
                <a:latin typeface="Amasis MT Pro" panose="02040504050005020304" pitchFamily="18" charset="0"/>
              </a:rPr>
              <a:t>jugar en segundo lugar </a:t>
            </a:r>
            <a:r>
              <a:rPr lang="es-ES" sz="2800" dirty="0">
                <a:latin typeface="Amasis MT Pro" panose="02040504050005020304" pitchFamily="18" charset="0"/>
              </a:rPr>
              <a:t>en las zonas, donde </a:t>
            </a:r>
            <a:r>
              <a:rPr lang="es-ES" sz="2800" dirty="0">
                <a:solidFill>
                  <a:srgbClr val="C00000"/>
                </a:solidFill>
                <a:latin typeface="Amasis MT Pro" panose="02040504050005020304" pitchFamily="18" charset="0"/>
              </a:rPr>
              <a:t>la fracción de No </a:t>
            </a:r>
            <a:r>
              <a:rPr lang="es-ES" sz="2800" dirty="0" err="1">
                <a:solidFill>
                  <a:srgbClr val="C00000"/>
                </a:solidFill>
                <a:latin typeface="Amasis MT Pro" panose="02040504050005020304" pitchFamily="18" charset="0"/>
              </a:rPr>
              <a:t>Winning</a:t>
            </a:r>
            <a:r>
              <a:rPr lang="es-ES" sz="2800" dirty="0">
                <a:solidFill>
                  <a:srgbClr val="C00000"/>
                </a:solidFill>
                <a:latin typeface="Amasis MT Pro" panose="02040504050005020304" pitchFamily="18" charset="0"/>
              </a:rPr>
              <a:t> es alta</a:t>
            </a:r>
            <a:r>
              <a:rPr lang="es-ES" sz="2800" dirty="0">
                <a:latin typeface="Amasis MT Pro" panose="02040504050005020304" pitchFamily="18" charset="0"/>
              </a:rPr>
              <a:t>.</a:t>
            </a:r>
          </a:p>
        </p:txBody>
      </p:sp>
      <p:sp>
        <p:nvSpPr>
          <p:cNvPr id="9" name="Marcador de número de diapositiva 8">
            <a:extLst>
              <a:ext uri="{FF2B5EF4-FFF2-40B4-BE49-F238E27FC236}">
                <a16:creationId xmlns:a16="http://schemas.microsoft.com/office/drawing/2014/main" id="{6AA0B757-6D56-321C-66BC-8057C4909119}"/>
              </a:ext>
            </a:extLst>
          </p:cNvPr>
          <p:cNvSpPr>
            <a:spLocks noGrp="1"/>
          </p:cNvSpPr>
          <p:nvPr>
            <p:ph type="sldNum" sz="quarter" idx="12"/>
          </p:nvPr>
        </p:nvSpPr>
        <p:spPr/>
        <p:txBody>
          <a:bodyPr/>
          <a:lstStyle/>
          <a:p>
            <a:fld id="{CC057153-B650-4DEB-B370-79DDCFDCE934}" type="slidenum">
              <a:rPr lang="en-US" smtClean="0"/>
              <a:pPr/>
              <a:t>51</a:t>
            </a:fld>
            <a:r>
              <a:rPr lang="en-US"/>
              <a:t> / 57</a:t>
            </a:r>
            <a:endParaRPr lang="en-US" dirty="0"/>
          </a:p>
        </p:txBody>
      </p:sp>
    </p:spTree>
    <p:extLst>
      <p:ext uri="{BB962C8B-B14F-4D97-AF65-F5344CB8AC3E}">
        <p14:creationId xmlns:p14="http://schemas.microsoft.com/office/powerpoint/2010/main" val="35334366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60A5B-AD4E-F761-5393-71BEBD8A206C}"/>
            </a:ext>
          </a:extLst>
        </p:cNvPr>
        <p:cNvGrpSpPr/>
        <p:nvPr/>
      </p:nvGrpSpPr>
      <p:grpSpPr>
        <a:xfrm>
          <a:off x="0" y="0"/>
          <a:ext cx="0" cy="0"/>
          <a:chOff x="0" y="0"/>
          <a:chExt cx="0" cy="0"/>
        </a:xfrm>
      </p:grpSpPr>
      <p:pic>
        <p:nvPicPr>
          <p:cNvPr id="5" name="Imagen 4" descr="Gráfico, Histograma&#10;&#10;El contenido generado por IA puede ser incorrecto.">
            <a:extLst>
              <a:ext uri="{FF2B5EF4-FFF2-40B4-BE49-F238E27FC236}">
                <a16:creationId xmlns:a16="http://schemas.microsoft.com/office/drawing/2014/main" id="{1CD02853-839A-397C-E9CC-6BA6892EBC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201" y="1380733"/>
            <a:ext cx="10597830" cy="4585142"/>
          </a:xfrm>
          <a:prstGeom prst="rect">
            <a:avLst/>
          </a:prstGeom>
        </p:spPr>
      </p:pic>
      <p:sp>
        <p:nvSpPr>
          <p:cNvPr id="11" name="CuadroTexto 10">
            <a:extLst>
              <a:ext uri="{FF2B5EF4-FFF2-40B4-BE49-F238E27FC236}">
                <a16:creationId xmlns:a16="http://schemas.microsoft.com/office/drawing/2014/main" id="{4DDA392B-A108-09F0-450A-2FBE9E38959A}"/>
              </a:ext>
            </a:extLst>
          </p:cNvPr>
          <p:cNvSpPr txBox="1"/>
          <p:nvPr/>
        </p:nvSpPr>
        <p:spPr>
          <a:xfrm>
            <a:off x="-5694" y="0"/>
            <a:ext cx="9149693" cy="769441"/>
          </a:xfrm>
          <a:prstGeom prst="rect">
            <a:avLst/>
          </a:prstGeom>
          <a:noFill/>
        </p:spPr>
        <p:txBody>
          <a:bodyPr wrap="square" rtlCol="0">
            <a:spAutoFit/>
          </a:bodyPr>
          <a:lstStyle/>
          <a:p>
            <a:pPr algn="ctr"/>
            <a:r>
              <a:rPr lang="es-ES" sz="4400" b="1" dirty="0" err="1">
                <a:solidFill>
                  <a:srgbClr val="0070C0"/>
                </a:solidFill>
                <a:latin typeface="Amasis MT Pro Light" panose="02040304050005020304" pitchFamily="18" charset="0"/>
                <a:cs typeface="Adobe Devanagari" panose="02040503050201020203" pitchFamily="18" charset="0"/>
              </a:rPr>
              <a:t>Fractalidad</a:t>
            </a:r>
            <a:r>
              <a:rPr lang="es-ES" sz="4400" b="1" dirty="0">
                <a:solidFill>
                  <a:srgbClr val="0070C0"/>
                </a:solidFill>
                <a:latin typeface="Amasis MT Pro Light" panose="02040304050005020304" pitchFamily="18" charset="0"/>
                <a:cs typeface="Adobe Devanagari" panose="02040503050201020203" pitchFamily="18" charset="0"/>
              </a:rPr>
              <a:t> en conjuntos de victoria</a:t>
            </a:r>
          </a:p>
        </p:txBody>
      </p:sp>
      <p:sp>
        <p:nvSpPr>
          <p:cNvPr id="4" name="Marcador de número de diapositiva 3">
            <a:extLst>
              <a:ext uri="{FF2B5EF4-FFF2-40B4-BE49-F238E27FC236}">
                <a16:creationId xmlns:a16="http://schemas.microsoft.com/office/drawing/2014/main" id="{CCDADD56-07DD-9B16-D64D-095AD996D450}"/>
              </a:ext>
            </a:extLst>
          </p:cNvPr>
          <p:cNvSpPr>
            <a:spLocks noGrp="1"/>
          </p:cNvSpPr>
          <p:nvPr>
            <p:ph type="sldNum" sz="quarter" idx="12"/>
          </p:nvPr>
        </p:nvSpPr>
        <p:spPr/>
        <p:txBody>
          <a:bodyPr/>
          <a:lstStyle/>
          <a:p>
            <a:fld id="{CC057153-B650-4DEB-B370-79DDCFDCE934}" type="slidenum">
              <a:rPr lang="en-US" smtClean="0"/>
              <a:pPr/>
              <a:t>52</a:t>
            </a:fld>
            <a:r>
              <a:rPr lang="en-US"/>
              <a:t> / 57</a:t>
            </a:r>
            <a:endParaRPr lang="en-US" dirty="0"/>
          </a:p>
        </p:txBody>
      </p:sp>
    </p:spTree>
    <p:extLst>
      <p:ext uri="{BB962C8B-B14F-4D97-AF65-F5344CB8AC3E}">
        <p14:creationId xmlns:p14="http://schemas.microsoft.com/office/powerpoint/2010/main" val="956469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3FE1C-92EC-C5AE-F6EF-7661445B8F92}"/>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BB600DBD-AA6D-B797-D488-BE852A4F3D72}"/>
              </a:ext>
            </a:extLst>
          </p:cNvPr>
          <p:cNvSpPr txBox="1"/>
          <p:nvPr/>
        </p:nvSpPr>
        <p:spPr>
          <a:xfrm>
            <a:off x="2633472" y="1728217"/>
            <a:ext cx="6510528" cy="2585323"/>
          </a:xfrm>
          <a:prstGeom prst="rect">
            <a:avLst/>
          </a:prstGeom>
        </p:spPr>
        <p:txBody>
          <a:bodyPr wrap="square" rtlCol="0">
            <a:spAutoFit/>
          </a:bodyPr>
          <a:lstStyle/>
          <a:p>
            <a:pPr marL="600075" lvl="1" indent="-257175">
              <a:buFont typeface="Arial" panose="020B0604020202020204" pitchFamily="34" charset="0"/>
              <a:buChar char="•"/>
            </a:pPr>
            <a:endParaRPr lang="es-ES" sz="1350" dirty="0"/>
          </a:p>
          <a:p>
            <a:pPr marL="257175" indent="-257175">
              <a:buFontTx/>
              <a:buAutoNum type="arabicPeriod" startAt="3"/>
            </a:pPr>
            <a:endParaRPr lang="es-ES" sz="1350" dirty="0"/>
          </a:p>
          <a:p>
            <a:pPr marL="257175" indent="-257175">
              <a:buFontTx/>
              <a:buAutoNum type="arabicPeriod" startAt="3"/>
            </a:pPr>
            <a:endParaRPr lang="es-ES" sz="1350" dirty="0"/>
          </a:p>
          <a:p>
            <a:pPr marL="257175" indent="-257175">
              <a:buFontTx/>
              <a:buAutoNum type="arabicPeriod" startAt="3"/>
            </a:pPr>
            <a:endParaRPr lang="es-ES" sz="1350" dirty="0"/>
          </a:p>
          <a:p>
            <a:pPr marL="257175" indent="-257175">
              <a:buAutoNum type="arabicPeriod" startAt="3"/>
            </a:pPr>
            <a:endParaRPr lang="es-ES" sz="1350" dirty="0"/>
          </a:p>
          <a:p>
            <a:pPr marL="257175" indent="-257175">
              <a:buAutoNum type="arabicPeriod" startAt="3"/>
            </a:pPr>
            <a:endParaRPr lang="es-ES" sz="1350" dirty="0"/>
          </a:p>
          <a:p>
            <a:endParaRPr lang="es-ES" sz="1350" dirty="0"/>
          </a:p>
          <a:p>
            <a:endParaRPr lang="es-ES" sz="1350" dirty="0"/>
          </a:p>
          <a:p>
            <a:pPr marL="257175" indent="-257175">
              <a:buAutoNum type="arabicPeriod"/>
            </a:pPr>
            <a:endParaRPr lang="es-ES" sz="1350" dirty="0"/>
          </a:p>
          <a:p>
            <a:pPr marL="257175" indent="-257175">
              <a:buAutoNum type="arabicPeriod"/>
            </a:pPr>
            <a:endParaRPr lang="es-ES" sz="1350" dirty="0"/>
          </a:p>
          <a:p>
            <a:endParaRPr lang="es-ES" sz="1350" dirty="0"/>
          </a:p>
          <a:p>
            <a:endParaRPr lang="es-ES" sz="1350" dirty="0"/>
          </a:p>
        </p:txBody>
      </p:sp>
      <p:sp>
        <p:nvSpPr>
          <p:cNvPr id="12" name="CuadroTexto 11">
            <a:extLst>
              <a:ext uri="{FF2B5EF4-FFF2-40B4-BE49-F238E27FC236}">
                <a16:creationId xmlns:a16="http://schemas.microsoft.com/office/drawing/2014/main" id="{9A4B8245-4A0D-EE35-7B7C-7D2FF6B4C705}"/>
              </a:ext>
            </a:extLst>
          </p:cNvPr>
          <p:cNvSpPr txBox="1"/>
          <p:nvPr/>
        </p:nvSpPr>
        <p:spPr>
          <a:xfrm>
            <a:off x="0" y="0"/>
            <a:ext cx="9144000"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Conclusiones I</a:t>
            </a:r>
            <a:endParaRPr lang="es-ES" sz="11500" b="1" dirty="0">
              <a:solidFill>
                <a:srgbClr val="0070C0"/>
              </a:solidFill>
              <a:latin typeface="Amasis MT Pro Light" panose="02040304050005020304" pitchFamily="18" charset="0"/>
              <a:cs typeface="Adobe Devanagari" panose="02040503050201020203" pitchFamily="18" charset="0"/>
            </a:endParaRPr>
          </a:p>
        </p:txBody>
      </p:sp>
      <p:sp>
        <p:nvSpPr>
          <p:cNvPr id="8" name="CuadroTexto 7">
            <a:extLst>
              <a:ext uri="{FF2B5EF4-FFF2-40B4-BE49-F238E27FC236}">
                <a16:creationId xmlns:a16="http://schemas.microsoft.com/office/drawing/2014/main" id="{4282A9DE-D400-EF42-A036-D3F8A7F3158E}"/>
              </a:ext>
            </a:extLst>
          </p:cNvPr>
          <p:cNvSpPr txBox="1"/>
          <p:nvPr/>
        </p:nvSpPr>
        <p:spPr>
          <a:xfrm>
            <a:off x="276225" y="1872284"/>
            <a:ext cx="8315325" cy="4524315"/>
          </a:xfrm>
          <a:prstGeom prst="rect">
            <a:avLst/>
          </a:prstGeom>
          <a:noFill/>
        </p:spPr>
        <p:txBody>
          <a:bodyPr wrap="square" rtlCol="0">
            <a:spAutoFit/>
          </a:bodyPr>
          <a:lstStyle/>
          <a:p>
            <a:pPr lvl="1" algn="just" defTabSz="685800" eaLnBrk="0" fontAlgn="base" hangingPunct="0">
              <a:spcBef>
                <a:spcPct val="0"/>
              </a:spcBef>
              <a:spcAft>
                <a:spcPct val="0"/>
              </a:spcAft>
            </a:pPr>
            <a:r>
              <a:rPr lang="es-ES" sz="3200" dirty="0">
                <a:latin typeface="Amasis MT Pro"/>
                <a:cs typeface="Adobe Devanagari" panose="02040503050201020203" pitchFamily="18" charset="0"/>
              </a:rPr>
              <a:t>En el estudio de los efectos dependientes del tiempo en el juego de los bienes públicos, se determinó que la </a:t>
            </a:r>
            <a:r>
              <a:rPr lang="es-ES" sz="3200" dirty="0">
                <a:solidFill>
                  <a:srgbClr val="0070C0"/>
                </a:solidFill>
                <a:latin typeface="Amasis MT Pro"/>
                <a:cs typeface="Adobe Devanagari" panose="02040503050201020203" pitchFamily="18" charset="0"/>
              </a:rPr>
              <a:t>inestabilidad de las inversiones</a:t>
            </a:r>
            <a:r>
              <a:rPr lang="es-ES" sz="3200" dirty="0">
                <a:latin typeface="Amasis MT Pro"/>
                <a:cs typeface="Adobe Devanagari" panose="02040503050201020203" pitchFamily="18" charset="0"/>
              </a:rPr>
              <a:t>, caracterizada por una oscilación en el parámetro que controla su rentabilidad, </a:t>
            </a:r>
            <a:r>
              <a:rPr lang="es-ES" sz="3200" dirty="0">
                <a:solidFill>
                  <a:srgbClr val="C00000"/>
                </a:solidFill>
                <a:latin typeface="Amasis MT Pro"/>
                <a:cs typeface="Adobe Devanagari" panose="02040503050201020203" pitchFamily="18" charset="0"/>
              </a:rPr>
              <a:t>perjudica a la cooperación </a:t>
            </a:r>
            <a:r>
              <a:rPr lang="es-ES" sz="3200" dirty="0">
                <a:latin typeface="Amasis MT Pro"/>
                <a:cs typeface="Adobe Devanagari" panose="02040503050201020203" pitchFamily="18" charset="0"/>
              </a:rPr>
              <a:t>entre estos para invertir conjuntamente. Además, un </a:t>
            </a:r>
            <a:r>
              <a:rPr lang="es-ES" sz="3200" dirty="0">
                <a:solidFill>
                  <a:srgbClr val="0070C0"/>
                </a:solidFill>
                <a:latin typeface="Amasis MT Pro"/>
                <a:cs typeface="Adobe Devanagari" panose="02040503050201020203" pitchFamily="18" charset="0"/>
              </a:rPr>
              <a:t>castigo tardío a los defraudadores</a:t>
            </a:r>
            <a:r>
              <a:rPr lang="es-ES" sz="3200" dirty="0">
                <a:solidFill>
                  <a:srgbClr val="C00000"/>
                </a:solidFill>
                <a:latin typeface="Amasis MT Pro"/>
                <a:cs typeface="Adobe Devanagari" panose="02040503050201020203" pitchFamily="18" charset="0"/>
              </a:rPr>
              <a:t> favorece su crecimiento</a:t>
            </a:r>
            <a:r>
              <a:rPr lang="es-ES" sz="3200" dirty="0">
                <a:latin typeface="Amasis MT Pro"/>
                <a:cs typeface="Adobe Devanagari" panose="02040503050201020203" pitchFamily="18" charset="0"/>
              </a:rPr>
              <a:t>. </a:t>
            </a:r>
            <a:endParaRPr lang="es-ES" sz="3200" dirty="0">
              <a:latin typeface="Amasis MT Pro"/>
              <a:ea typeface="Arial Unicode MS"/>
              <a:cs typeface="Adobe Devanagari" panose="02040503050201020203" pitchFamily="18" charset="0"/>
            </a:endParaRPr>
          </a:p>
        </p:txBody>
      </p:sp>
      <p:sp>
        <p:nvSpPr>
          <p:cNvPr id="9" name="Elipse 8">
            <a:extLst>
              <a:ext uri="{FF2B5EF4-FFF2-40B4-BE49-F238E27FC236}">
                <a16:creationId xmlns:a16="http://schemas.microsoft.com/office/drawing/2014/main" id="{88AC42D3-D95F-E081-76AF-125FF9805073}"/>
              </a:ext>
            </a:extLst>
          </p:cNvPr>
          <p:cNvSpPr/>
          <p:nvPr/>
        </p:nvSpPr>
        <p:spPr>
          <a:xfrm>
            <a:off x="423317" y="2050227"/>
            <a:ext cx="258266" cy="258266"/>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Marcador de número de diapositiva 10">
            <a:extLst>
              <a:ext uri="{FF2B5EF4-FFF2-40B4-BE49-F238E27FC236}">
                <a16:creationId xmlns:a16="http://schemas.microsoft.com/office/drawing/2014/main" id="{33F0286F-CAA0-157C-5C09-77FED63ED95E}"/>
              </a:ext>
            </a:extLst>
          </p:cNvPr>
          <p:cNvSpPr>
            <a:spLocks noGrp="1"/>
          </p:cNvSpPr>
          <p:nvPr>
            <p:ph type="sldNum" sz="quarter" idx="12"/>
          </p:nvPr>
        </p:nvSpPr>
        <p:spPr/>
        <p:txBody>
          <a:bodyPr/>
          <a:lstStyle/>
          <a:p>
            <a:fld id="{CC057153-B650-4DEB-B370-79DDCFDCE934}" type="slidenum">
              <a:rPr lang="en-US" smtClean="0"/>
              <a:pPr/>
              <a:t>53</a:t>
            </a:fld>
            <a:r>
              <a:rPr lang="en-US"/>
              <a:t> / 57</a:t>
            </a:r>
            <a:endParaRPr lang="en-US" dirty="0"/>
          </a:p>
        </p:txBody>
      </p:sp>
    </p:spTree>
    <p:extLst>
      <p:ext uri="{BB962C8B-B14F-4D97-AF65-F5344CB8AC3E}">
        <p14:creationId xmlns:p14="http://schemas.microsoft.com/office/powerpoint/2010/main" val="39979118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3C9D-DD7C-C1FB-B462-58BEB1283683}"/>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A1471482-07E0-2D41-DF8F-FE2DDD5717AB}"/>
              </a:ext>
            </a:extLst>
          </p:cNvPr>
          <p:cNvSpPr txBox="1"/>
          <p:nvPr/>
        </p:nvSpPr>
        <p:spPr>
          <a:xfrm>
            <a:off x="0" y="0"/>
            <a:ext cx="9144000"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Conclusiones II</a:t>
            </a:r>
            <a:endParaRPr lang="es-ES" sz="11500" b="1" dirty="0">
              <a:solidFill>
                <a:srgbClr val="0070C0"/>
              </a:solidFill>
              <a:latin typeface="Amasis MT Pro Light" panose="02040304050005020304" pitchFamily="18" charset="0"/>
              <a:cs typeface="Adobe Devanagari" panose="02040503050201020203" pitchFamily="18" charset="0"/>
            </a:endParaRPr>
          </a:p>
        </p:txBody>
      </p:sp>
      <p:sp>
        <p:nvSpPr>
          <p:cNvPr id="10" name="CuadroTexto 9">
            <a:extLst>
              <a:ext uri="{FF2B5EF4-FFF2-40B4-BE49-F238E27FC236}">
                <a16:creationId xmlns:a16="http://schemas.microsoft.com/office/drawing/2014/main" id="{F12FB531-2B17-9928-4AD5-A51B7F8FA9C5}"/>
              </a:ext>
            </a:extLst>
          </p:cNvPr>
          <p:cNvSpPr txBox="1"/>
          <p:nvPr/>
        </p:nvSpPr>
        <p:spPr>
          <a:xfrm>
            <a:off x="276225" y="1872284"/>
            <a:ext cx="8315325" cy="4401205"/>
          </a:xfrm>
          <a:prstGeom prst="rect">
            <a:avLst/>
          </a:prstGeom>
          <a:noFill/>
        </p:spPr>
        <p:txBody>
          <a:bodyPr wrap="square" rtlCol="0">
            <a:spAutoFit/>
          </a:bodyPr>
          <a:lstStyle/>
          <a:p>
            <a:pPr lvl="1" algn="just" defTabSz="685800" eaLnBrk="0" fontAlgn="base" hangingPunct="0">
              <a:spcBef>
                <a:spcPct val="0"/>
              </a:spcBef>
              <a:spcAft>
                <a:spcPct val="0"/>
              </a:spcAft>
            </a:pPr>
            <a:r>
              <a:rPr lang="es-ES" altLang="es-ES" sz="2800" dirty="0">
                <a:latin typeface="Amasis MT Pro" panose="02040504050005020304" pitchFamily="18" charset="0"/>
              </a:rPr>
              <a:t>Hemos obtenido una herramienta que </a:t>
            </a:r>
            <a:r>
              <a:rPr lang="es-ES" altLang="es-ES" sz="2800" dirty="0">
                <a:solidFill>
                  <a:srgbClr val="C00000"/>
                </a:solidFill>
                <a:latin typeface="Amasis MT Pro" panose="02040504050005020304" pitchFamily="18" charset="0"/>
              </a:rPr>
              <a:t>cuantifica </a:t>
            </a:r>
            <a:r>
              <a:rPr lang="es-ES" altLang="es-ES" sz="2800" dirty="0">
                <a:latin typeface="Amasis MT Pro" panose="02040504050005020304" pitchFamily="18" charset="0"/>
              </a:rPr>
              <a:t>comportamientos</a:t>
            </a:r>
            <a:r>
              <a:rPr lang="es-ES" altLang="es-ES" sz="2800" dirty="0">
                <a:solidFill>
                  <a:srgbClr val="C00000"/>
                </a:solidFill>
                <a:latin typeface="Amasis MT Pro" panose="02040504050005020304" pitchFamily="18" charset="0"/>
              </a:rPr>
              <a:t> caóticos espacio-temporales</a:t>
            </a:r>
            <a:r>
              <a:rPr lang="es-ES" altLang="es-ES" sz="2800" dirty="0">
                <a:solidFill>
                  <a:schemeClr val="bg2">
                    <a:lumMod val="50000"/>
                  </a:schemeClr>
                </a:solidFill>
                <a:latin typeface="Amasis MT Pro" panose="02040504050005020304" pitchFamily="18" charset="0"/>
              </a:rPr>
              <a:t> </a:t>
            </a:r>
            <a:r>
              <a:rPr lang="es-ES" altLang="es-ES" sz="2800" dirty="0">
                <a:latin typeface="Amasis MT Pro" panose="02040504050005020304" pitchFamily="18" charset="0"/>
              </a:rPr>
              <a:t>de juegos en los que los individuos se reparten de manera espacial. Aunque el sistema esté en equilibrio globalmente, </a:t>
            </a:r>
            <a:r>
              <a:rPr lang="es-ES" altLang="es-ES" sz="2800" dirty="0">
                <a:solidFill>
                  <a:srgbClr val="C00000"/>
                </a:solidFill>
                <a:latin typeface="Amasis MT Pro" panose="02040504050005020304" pitchFamily="18" charset="0"/>
              </a:rPr>
              <a:t>la dinámica local </a:t>
            </a:r>
            <a:r>
              <a:rPr lang="es-ES" altLang="es-ES" sz="2800" dirty="0">
                <a:latin typeface="Amasis MT Pro" panose="02040504050005020304" pitchFamily="18" charset="0"/>
              </a:rPr>
              <a:t>puede ser </a:t>
            </a:r>
            <a:r>
              <a:rPr lang="es-ES" altLang="es-ES" sz="2800" dirty="0">
                <a:solidFill>
                  <a:srgbClr val="C00000"/>
                </a:solidFill>
                <a:latin typeface="Amasis MT Pro" panose="02040504050005020304" pitchFamily="18" charset="0"/>
              </a:rPr>
              <a:t>inestable</a:t>
            </a:r>
            <a:r>
              <a:rPr lang="es-ES" altLang="es-ES" sz="2800" dirty="0">
                <a:latin typeface="Amasis MT Pro" panose="02040504050005020304" pitchFamily="18" charset="0"/>
              </a:rPr>
              <a:t>. De esta manera </a:t>
            </a:r>
            <a:r>
              <a:rPr lang="es-ES" altLang="es-ES" sz="2800" dirty="0">
                <a:solidFill>
                  <a:srgbClr val="0070C0"/>
                </a:solidFill>
                <a:latin typeface="Amasis MT Pro" panose="02040504050005020304" pitchFamily="18" charset="0"/>
              </a:rPr>
              <a:t>cambios mínimos </a:t>
            </a:r>
            <a:r>
              <a:rPr lang="es-ES" altLang="es-ES" sz="2800" dirty="0">
                <a:latin typeface="Amasis MT Pro" panose="02040504050005020304" pitchFamily="18" charset="0"/>
              </a:rPr>
              <a:t>en las configuraciones iniciales de estrategias producen </a:t>
            </a:r>
            <a:r>
              <a:rPr lang="es-ES" altLang="es-ES" sz="2800" dirty="0">
                <a:solidFill>
                  <a:srgbClr val="C00000"/>
                </a:solidFill>
                <a:latin typeface="Amasis MT Pro" panose="02040504050005020304" pitchFamily="18" charset="0"/>
              </a:rPr>
              <a:t>cambios completamente diferentes </a:t>
            </a:r>
            <a:r>
              <a:rPr lang="es-ES" altLang="es-ES" sz="2800" dirty="0">
                <a:latin typeface="Amasis MT Pro" panose="02040504050005020304" pitchFamily="18" charset="0"/>
              </a:rPr>
              <a:t>tras un </a:t>
            </a:r>
            <a:r>
              <a:rPr lang="es-ES" altLang="es-ES" sz="2800" dirty="0">
                <a:solidFill>
                  <a:srgbClr val="00B050"/>
                </a:solidFill>
                <a:latin typeface="Amasis MT Pro" panose="02040504050005020304" pitchFamily="18" charset="0"/>
              </a:rPr>
              <a:t>tiempo característico del sistema</a:t>
            </a:r>
            <a:r>
              <a:rPr lang="es-ES" altLang="es-ES" sz="2800" dirty="0">
                <a:latin typeface="Amasis MT Pro" panose="02040504050005020304" pitchFamily="18" charset="0"/>
              </a:rPr>
              <a:t>, el cual hemos podido medir. </a:t>
            </a:r>
          </a:p>
        </p:txBody>
      </p:sp>
      <p:sp>
        <p:nvSpPr>
          <p:cNvPr id="12" name="Elipse 11">
            <a:extLst>
              <a:ext uri="{FF2B5EF4-FFF2-40B4-BE49-F238E27FC236}">
                <a16:creationId xmlns:a16="http://schemas.microsoft.com/office/drawing/2014/main" id="{E8343F37-1E2C-865C-2F6A-2828306C9FED}"/>
              </a:ext>
            </a:extLst>
          </p:cNvPr>
          <p:cNvSpPr/>
          <p:nvPr/>
        </p:nvSpPr>
        <p:spPr>
          <a:xfrm>
            <a:off x="423317" y="2050227"/>
            <a:ext cx="258266" cy="258266"/>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Marcador de número de diapositiva 13">
            <a:extLst>
              <a:ext uri="{FF2B5EF4-FFF2-40B4-BE49-F238E27FC236}">
                <a16:creationId xmlns:a16="http://schemas.microsoft.com/office/drawing/2014/main" id="{E9805661-0EAD-66CE-73CE-D405DD950276}"/>
              </a:ext>
            </a:extLst>
          </p:cNvPr>
          <p:cNvSpPr>
            <a:spLocks noGrp="1"/>
          </p:cNvSpPr>
          <p:nvPr>
            <p:ph type="sldNum" sz="quarter" idx="12"/>
          </p:nvPr>
        </p:nvSpPr>
        <p:spPr/>
        <p:txBody>
          <a:bodyPr/>
          <a:lstStyle/>
          <a:p>
            <a:fld id="{CC057153-B650-4DEB-B370-79DDCFDCE934}" type="slidenum">
              <a:rPr lang="en-US" smtClean="0"/>
              <a:pPr/>
              <a:t>54</a:t>
            </a:fld>
            <a:r>
              <a:rPr lang="en-US"/>
              <a:t> / 57</a:t>
            </a:r>
            <a:endParaRPr lang="en-US" dirty="0"/>
          </a:p>
        </p:txBody>
      </p:sp>
    </p:spTree>
    <p:extLst>
      <p:ext uri="{BB962C8B-B14F-4D97-AF65-F5344CB8AC3E}">
        <p14:creationId xmlns:p14="http://schemas.microsoft.com/office/powerpoint/2010/main" val="9121493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550EF-D8F4-AA0C-E2C3-F1E1D3DFFA0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A90EF2B-B35C-385B-3AD0-01B945F53F24}"/>
              </a:ext>
            </a:extLst>
          </p:cNvPr>
          <p:cNvSpPr txBox="1"/>
          <p:nvPr/>
        </p:nvSpPr>
        <p:spPr>
          <a:xfrm>
            <a:off x="0" y="0"/>
            <a:ext cx="9144000"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Conclusiones III</a:t>
            </a:r>
            <a:endParaRPr lang="es-ES" sz="11500" b="1" dirty="0">
              <a:solidFill>
                <a:srgbClr val="0070C0"/>
              </a:solidFill>
              <a:latin typeface="Amasis MT Pro Light" panose="02040304050005020304" pitchFamily="18" charset="0"/>
              <a:cs typeface="Adobe Devanagari" panose="02040503050201020203" pitchFamily="18" charset="0"/>
            </a:endParaRPr>
          </a:p>
        </p:txBody>
      </p:sp>
      <p:sp>
        <p:nvSpPr>
          <p:cNvPr id="3" name="CuadroTexto 2">
            <a:extLst>
              <a:ext uri="{FF2B5EF4-FFF2-40B4-BE49-F238E27FC236}">
                <a16:creationId xmlns:a16="http://schemas.microsoft.com/office/drawing/2014/main" id="{566452BB-3CDC-65E7-5A72-92D4B9E7AD5B}"/>
              </a:ext>
            </a:extLst>
          </p:cNvPr>
          <p:cNvSpPr txBox="1"/>
          <p:nvPr/>
        </p:nvSpPr>
        <p:spPr>
          <a:xfrm>
            <a:off x="276225" y="1872284"/>
            <a:ext cx="8315325" cy="4031873"/>
          </a:xfrm>
          <a:prstGeom prst="rect">
            <a:avLst/>
          </a:prstGeom>
          <a:noFill/>
        </p:spPr>
        <p:txBody>
          <a:bodyPr wrap="square" rtlCol="0">
            <a:spAutoFit/>
          </a:bodyPr>
          <a:lstStyle/>
          <a:p>
            <a:pPr lvl="1" algn="just" defTabSz="685800" eaLnBrk="0" fontAlgn="base" hangingPunct="0">
              <a:spcBef>
                <a:spcPct val="0"/>
              </a:spcBef>
              <a:spcAft>
                <a:spcPct val="0"/>
              </a:spcAft>
            </a:pPr>
            <a:r>
              <a:rPr lang="es-ES" altLang="es-ES" sz="3200" dirty="0">
                <a:latin typeface="Amasis MT Pro" panose="02040504050005020304" pitchFamily="18" charset="0"/>
              </a:rPr>
              <a:t>Además, mediante el uso de la misma herramienta de medición de complejidad, hemos </a:t>
            </a:r>
            <a:r>
              <a:rPr lang="es-ES" altLang="es-ES" sz="3200" dirty="0">
                <a:solidFill>
                  <a:srgbClr val="00B050"/>
                </a:solidFill>
                <a:latin typeface="Amasis MT Pro" panose="02040504050005020304" pitchFamily="18" charset="0"/>
              </a:rPr>
              <a:t>clasificado</a:t>
            </a:r>
            <a:r>
              <a:rPr lang="es-ES" altLang="es-ES" sz="3200" dirty="0">
                <a:latin typeface="Amasis MT Pro" panose="02040504050005020304" pitchFamily="18" charset="0"/>
              </a:rPr>
              <a:t> correctamente todos los autómatas celulares elementales. Las </a:t>
            </a:r>
            <a:r>
              <a:rPr lang="es-ES" altLang="es-ES" sz="3200" b="1" i="1" dirty="0">
                <a:latin typeface="Amasis MT Pro" panose="02040504050005020304" pitchFamily="18" charset="0"/>
              </a:rPr>
              <a:t>Clases-1 </a:t>
            </a:r>
            <a:r>
              <a:rPr lang="es-ES" altLang="es-ES" sz="3200" dirty="0">
                <a:latin typeface="Amasis MT Pro" panose="02040504050005020304" pitchFamily="18" charset="0"/>
              </a:rPr>
              <a:t>y</a:t>
            </a:r>
            <a:r>
              <a:rPr lang="es-ES" altLang="es-ES" sz="3200" b="1" i="1" dirty="0">
                <a:latin typeface="Amasis MT Pro" panose="02040504050005020304" pitchFamily="18" charset="0"/>
              </a:rPr>
              <a:t> 2</a:t>
            </a:r>
            <a:r>
              <a:rPr lang="es-ES" altLang="es-ES" sz="3200" dirty="0">
                <a:latin typeface="Amasis MT Pro" panose="02040504050005020304" pitchFamily="18" charset="0"/>
              </a:rPr>
              <a:t> resultan presentar </a:t>
            </a:r>
            <a:r>
              <a:rPr lang="es-ES" altLang="es-ES" sz="3200" dirty="0">
                <a:solidFill>
                  <a:srgbClr val="C00000"/>
                </a:solidFill>
                <a:latin typeface="Amasis MT Pro" panose="02040504050005020304" pitchFamily="18" charset="0"/>
              </a:rPr>
              <a:t>estabilidad </a:t>
            </a:r>
            <a:r>
              <a:rPr lang="es-ES" altLang="es-ES" sz="3200" dirty="0">
                <a:latin typeface="Amasis MT Pro" panose="02040504050005020304" pitchFamily="18" charset="0"/>
              </a:rPr>
              <a:t>mientras que las </a:t>
            </a:r>
            <a:r>
              <a:rPr lang="es-ES" altLang="es-ES" sz="3200" b="1" i="1" dirty="0">
                <a:latin typeface="Amasis MT Pro" panose="02040504050005020304" pitchFamily="18" charset="0"/>
              </a:rPr>
              <a:t>Clases-3 </a:t>
            </a:r>
            <a:r>
              <a:rPr lang="es-ES" altLang="es-ES" sz="3200" dirty="0">
                <a:latin typeface="Amasis MT Pro" panose="02040504050005020304" pitchFamily="18" charset="0"/>
              </a:rPr>
              <a:t>y</a:t>
            </a:r>
            <a:r>
              <a:rPr lang="es-ES" altLang="es-ES" sz="3200" b="1" i="1" dirty="0">
                <a:latin typeface="Amasis MT Pro" panose="02040504050005020304" pitchFamily="18" charset="0"/>
              </a:rPr>
              <a:t> 4</a:t>
            </a:r>
            <a:r>
              <a:rPr lang="es-ES" altLang="es-ES" sz="3200" dirty="0">
                <a:latin typeface="Amasis MT Pro" panose="02040504050005020304" pitchFamily="18" charset="0"/>
              </a:rPr>
              <a:t> presentan comportamiento</a:t>
            </a:r>
            <a:r>
              <a:rPr lang="es-ES" altLang="es-ES" sz="3200" dirty="0">
                <a:solidFill>
                  <a:srgbClr val="C00000"/>
                </a:solidFill>
                <a:latin typeface="Amasis MT Pro" panose="02040504050005020304" pitchFamily="18" charset="0"/>
              </a:rPr>
              <a:t> caótico</a:t>
            </a:r>
            <a:r>
              <a:rPr lang="es-ES" altLang="es-ES" sz="3200" dirty="0">
                <a:latin typeface="Amasis MT Pro" panose="02040504050005020304" pitchFamily="18" charset="0"/>
              </a:rPr>
              <a:t>. En la </a:t>
            </a:r>
            <a:r>
              <a:rPr lang="es-ES" altLang="es-ES" sz="3200" b="1" i="1" dirty="0">
                <a:latin typeface="Amasis MT Pro" panose="02040504050005020304" pitchFamily="18" charset="0"/>
              </a:rPr>
              <a:t>Clase-4</a:t>
            </a:r>
            <a:r>
              <a:rPr lang="es-ES" altLang="es-ES" sz="3200" dirty="0">
                <a:latin typeface="Amasis MT Pro" panose="02040504050005020304" pitchFamily="18" charset="0"/>
              </a:rPr>
              <a:t> se ha observado </a:t>
            </a:r>
            <a:r>
              <a:rPr lang="es-ES" altLang="es-ES" sz="3200" dirty="0">
                <a:solidFill>
                  <a:srgbClr val="C00000"/>
                </a:solidFill>
                <a:latin typeface="Amasis MT Pro" panose="02040504050005020304" pitchFamily="18" charset="0"/>
              </a:rPr>
              <a:t>caos transitorio</a:t>
            </a:r>
            <a:r>
              <a:rPr lang="es-ES" altLang="es-ES" sz="3200" dirty="0">
                <a:latin typeface="Amasis MT Pro" panose="02040504050005020304" pitchFamily="18" charset="0"/>
              </a:rPr>
              <a:t>. </a:t>
            </a:r>
            <a:endParaRPr lang="es-ES" sz="2800" dirty="0">
              <a:latin typeface="Amasis MT Pro" panose="02040504050005020304" pitchFamily="18" charset="0"/>
            </a:endParaRPr>
          </a:p>
        </p:txBody>
      </p:sp>
      <p:sp>
        <p:nvSpPr>
          <p:cNvPr id="4" name="Elipse 3">
            <a:extLst>
              <a:ext uri="{FF2B5EF4-FFF2-40B4-BE49-F238E27FC236}">
                <a16:creationId xmlns:a16="http://schemas.microsoft.com/office/drawing/2014/main" id="{31AD7C9D-39B5-2A56-620F-763F637DF2CD}"/>
              </a:ext>
            </a:extLst>
          </p:cNvPr>
          <p:cNvSpPr/>
          <p:nvPr/>
        </p:nvSpPr>
        <p:spPr>
          <a:xfrm>
            <a:off x="423317" y="2050227"/>
            <a:ext cx="258266" cy="258266"/>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Marcador de número de diapositiva 6">
            <a:extLst>
              <a:ext uri="{FF2B5EF4-FFF2-40B4-BE49-F238E27FC236}">
                <a16:creationId xmlns:a16="http://schemas.microsoft.com/office/drawing/2014/main" id="{66FEBF97-D716-8E89-7640-657DE12C9FF1}"/>
              </a:ext>
            </a:extLst>
          </p:cNvPr>
          <p:cNvSpPr>
            <a:spLocks noGrp="1"/>
          </p:cNvSpPr>
          <p:nvPr>
            <p:ph type="sldNum" sz="quarter" idx="12"/>
          </p:nvPr>
        </p:nvSpPr>
        <p:spPr/>
        <p:txBody>
          <a:bodyPr/>
          <a:lstStyle/>
          <a:p>
            <a:fld id="{CC057153-B650-4DEB-B370-79DDCFDCE934}" type="slidenum">
              <a:rPr lang="en-US" smtClean="0"/>
              <a:pPr/>
              <a:t>55</a:t>
            </a:fld>
            <a:r>
              <a:rPr lang="en-US"/>
              <a:t> / 57</a:t>
            </a:r>
            <a:endParaRPr lang="en-US" dirty="0"/>
          </a:p>
        </p:txBody>
      </p:sp>
    </p:spTree>
    <p:extLst>
      <p:ext uri="{BB962C8B-B14F-4D97-AF65-F5344CB8AC3E}">
        <p14:creationId xmlns:p14="http://schemas.microsoft.com/office/powerpoint/2010/main" val="8866539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38ED6-4468-3514-4FB3-6AD04F0A96A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D93A1ED-1371-D1F8-EEB3-FBA95AC40978}"/>
              </a:ext>
            </a:extLst>
          </p:cNvPr>
          <p:cNvSpPr txBox="1"/>
          <p:nvPr/>
        </p:nvSpPr>
        <p:spPr>
          <a:xfrm>
            <a:off x="0" y="0"/>
            <a:ext cx="9144000"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Conclusiones IV</a:t>
            </a:r>
            <a:endParaRPr lang="es-ES" sz="11500" b="1" dirty="0">
              <a:solidFill>
                <a:srgbClr val="0070C0"/>
              </a:solidFill>
              <a:latin typeface="Amasis MT Pro Light" panose="02040304050005020304" pitchFamily="18" charset="0"/>
              <a:cs typeface="Adobe Devanagari" panose="02040503050201020203" pitchFamily="18" charset="0"/>
            </a:endParaRPr>
          </a:p>
        </p:txBody>
      </p:sp>
      <p:sp>
        <p:nvSpPr>
          <p:cNvPr id="8" name="CuadroTexto 7">
            <a:extLst>
              <a:ext uri="{FF2B5EF4-FFF2-40B4-BE49-F238E27FC236}">
                <a16:creationId xmlns:a16="http://schemas.microsoft.com/office/drawing/2014/main" id="{8E8489D6-9CD9-2DE2-E3AB-0929BA01312F}"/>
              </a:ext>
            </a:extLst>
          </p:cNvPr>
          <p:cNvSpPr txBox="1"/>
          <p:nvPr/>
        </p:nvSpPr>
        <p:spPr>
          <a:xfrm>
            <a:off x="276225" y="1872284"/>
            <a:ext cx="8315325" cy="3970318"/>
          </a:xfrm>
          <a:prstGeom prst="rect">
            <a:avLst/>
          </a:prstGeom>
          <a:noFill/>
        </p:spPr>
        <p:txBody>
          <a:bodyPr wrap="square" rtlCol="0">
            <a:spAutoFit/>
          </a:bodyPr>
          <a:lstStyle/>
          <a:p>
            <a:pPr lvl="1" algn="just" defTabSz="685800" eaLnBrk="0" fontAlgn="base" hangingPunct="0">
              <a:spcBef>
                <a:spcPct val="0"/>
              </a:spcBef>
              <a:spcAft>
                <a:spcPct val="0"/>
              </a:spcAft>
            </a:pPr>
            <a:r>
              <a:rPr lang="es-ES" sz="2800" dirty="0">
                <a:latin typeface="Amasis MT Pro" panose="02040504050005020304" pitchFamily="18" charset="0"/>
              </a:rPr>
              <a:t>Hemos elaborado una nueva </a:t>
            </a:r>
            <a:r>
              <a:rPr lang="es-ES" sz="2800" dirty="0">
                <a:solidFill>
                  <a:srgbClr val="0070C0"/>
                </a:solidFill>
                <a:latin typeface="Amasis MT Pro" panose="02040504050005020304" pitchFamily="18" charset="0"/>
              </a:rPr>
              <a:t>aplicación al control parcial </a:t>
            </a:r>
            <a:r>
              <a:rPr lang="es-ES" sz="2800" dirty="0">
                <a:latin typeface="Amasis MT Pro" panose="02040504050005020304" pitchFamily="18" charset="0"/>
              </a:rPr>
              <a:t>para</a:t>
            </a:r>
            <a:r>
              <a:rPr lang="es-ES" sz="2800" dirty="0">
                <a:solidFill>
                  <a:srgbClr val="C00000"/>
                </a:solidFill>
                <a:latin typeface="Amasis MT Pro" panose="02040504050005020304" pitchFamily="18" charset="0"/>
              </a:rPr>
              <a:t> </a:t>
            </a:r>
            <a:r>
              <a:rPr lang="es-ES" sz="2800" dirty="0">
                <a:solidFill>
                  <a:srgbClr val="00B050"/>
                </a:solidFill>
                <a:latin typeface="Amasis MT Pro" panose="02040504050005020304" pitchFamily="18" charset="0"/>
              </a:rPr>
              <a:t>controlar el escape </a:t>
            </a:r>
            <a:r>
              <a:rPr lang="es-ES" sz="2800" dirty="0">
                <a:latin typeface="Amasis MT Pro" panose="02040504050005020304" pitchFamily="18" charset="0"/>
              </a:rPr>
              <a:t>de trayectorias de una zona con </a:t>
            </a:r>
            <a:r>
              <a:rPr lang="es-ES" sz="2800" dirty="0">
                <a:solidFill>
                  <a:srgbClr val="C00000"/>
                </a:solidFill>
                <a:latin typeface="Amasis MT Pro" panose="02040504050005020304" pitchFamily="18" charset="0"/>
              </a:rPr>
              <a:t>caos transitorio</a:t>
            </a:r>
            <a:r>
              <a:rPr lang="es-ES" sz="2800" dirty="0">
                <a:solidFill>
                  <a:schemeClr val="bg2">
                    <a:lumMod val="25000"/>
                  </a:schemeClr>
                </a:solidFill>
                <a:latin typeface="Amasis MT Pro" panose="02040504050005020304" pitchFamily="18" charset="0"/>
              </a:rPr>
              <a:t>. </a:t>
            </a:r>
            <a:r>
              <a:rPr lang="es-ES" sz="2800" dirty="0">
                <a:latin typeface="Amasis MT Pro" panose="02040504050005020304" pitchFamily="18" charset="0"/>
              </a:rPr>
              <a:t>Se consigue expulsar las trayectorias de la manera más </a:t>
            </a:r>
            <a:r>
              <a:rPr lang="es-ES" sz="2800" dirty="0">
                <a:solidFill>
                  <a:srgbClr val="0070C0"/>
                </a:solidFill>
                <a:latin typeface="Amasis MT Pro" panose="02040504050005020304" pitchFamily="18" charset="0"/>
              </a:rPr>
              <a:t>rápida</a:t>
            </a:r>
            <a:r>
              <a:rPr lang="es-ES" sz="2800" dirty="0">
                <a:solidFill>
                  <a:schemeClr val="bg2">
                    <a:lumMod val="25000"/>
                  </a:schemeClr>
                </a:solidFill>
                <a:latin typeface="Amasis MT Pro" panose="02040504050005020304" pitchFamily="18" charset="0"/>
              </a:rPr>
              <a:t> </a:t>
            </a:r>
            <a:r>
              <a:rPr lang="es-ES" sz="2800" dirty="0">
                <a:latin typeface="Amasis MT Pro" panose="02040504050005020304" pitchFamily="18" charset="0"/>
              </a:rPr>
              <a:t>posible o de una manera </a:t>
            </a:r>
            <a:r>
              <a:rPr lang="es-ES" sz="2800" dirty="0">
                <a:solidFill>
                  <a:srgbClr val="0070C0"/>
                </a:solidFill>
                <a:latin typeface="Amasis MT Pro" panose="02040504050005020304" pitchFamily="18" charset="0"/>
              </a:rPr>
              <a:t>controlada</a:t>
            </a:r>
            <a:r>
              <a:rPr lang="es-ES" sz="2800" dirty="0">
                <a:latin typeface="Amasis MT Pro" panose="02040504050005020304" pitchFamily="18" charset="0"/>
              </a:rPr>
              <a:t>, sabiendo el tiempo que va a pasar hasta el escape. Además, se ha conseguido crear trayectorias que </a:t>
            </a:r>
            <a:r>
              <a:rPr lang="es-ES" sz="2800" dirty="0">
                <a:solidFill>
                  <a:srgbClr val="00B050"/>
                </a:solidFill>
                <a:latin typeface="Amasis MT Pro" panose="02040504050005020304" pitchFamily="18" charset="0"/>
              </a:rPr>
              <a:t>transitan </a:t>
            </a:r>
            <a:r>
              <a:rPr lang="es-ES" sz="2800" dirty="0">
                <a:latin typeface="Amasis MT Pro" panose="02040504050005020304" pitchFamily="18" charset="0"/>
              </a:rPr>
              <a:t>de una zona a otra </a:t>
            </a:r>
            <a:r>
              <a:rPr lang="es-ES" sz="2800" dirty="0">
                <a:solidFill>
                  <a:srgbClr val="00B050"/>
                </a:solidFill>
                <a:latin typeface="Amasis MT Pro" panose="02040504050005020304" pitchFamily="18" charset="0"/>
              </a:rPr>
              <a:t>periódicamente </a:t>
            </a:r>
            <a:r>
              <a:rPr lang="es-ES" sz="2800" dirty="0">
                <a:latin typeface="Amasis MT Pro" panose="02040504050005020304" pitchFamily="18" charset="0"/>
              </a:rPr>
              <a:t>en </a:t>
            </a:r>
            <a:r>
              <a:rPr lang="es-ES" sz="2800" dirty="0">
                <a:solidFill>
                  <a:srgbClr val="C00000"/>
                </a:solidFill>
                <a:latin typeface="Amasis MT Pro" panose="02040504050005020304" pitchFamily="18" charset="0"/>
              </a:rPr>
              <a:t>sistemas caóticos </a:t>
            </a:r>
            <a:r>
              <a:rPr lang="es-ES" sz="2800" dirty="0" err="1">
                <a:solidFill>
                  <a:srgbClr val="C00000"/>
                </a:solidFill>
                <a:latin typeface="Amasis MT Pro" panose="02040504050005020304" pitchFamily="18" charset="0"/>
              </a:rPr>
              <a:t>multiestables</a:t>
            </a:r>
            <a:r>
              <a:rPr lang="es-ES" sz="2800" dirty="0">
                <a:latin typeface="Amasis MT Pro" panose="02040504050005020304" pitchFamily="18" charset="0"/>
              </a:rPr>
              <a:t>. </a:t>
            </a:r>
          </a:p>
        </p:txBody>
      </p:sp>
      <p:sp>
        <p:nvSpPr>
          <p:cNvPr id="10" name="Elipse 9">
            <a:extLst>
              <a:ext uri="{FF2B5EF4-FFF2-40B4-BE49-F238E27FC236}">
                <a16:creationId xmlns:a16="http://schemas.microsoft.com/office/drawing/2014/main" id="{41585055-432F-100D-B93D-28C3A2D5317B}"/>
              </a:ext>
            </a:extLst>
          </p:cNvPr>
          <p:cNvSpPr/>
          <p:nvPr/>
        </p:nvSpPr>
        <p:spPr>
          <a:xfrm>
            <a:off x="423317" y="2050227"/>
            <a:ext cx="258266" cy="258266"/>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Marcador de número de diapositiva 11">
            <a:extLst>
              <a:ext uri="{FF2B5EF4-FFF2-40B4-BE49-F238E27FC236}">
                <a16:creationId xmlns:a16="http://schemas.microsoft.com/office/drawing/2014/main" id="{6FB14638-8985-80F3-9EED-98685BEA07D9}"/>
              </a:ext>
            </a:extLst>
          </p:cNvPr>
          <p:cNvSpPr>
            <a:spLocks noGrp="1"/>
          </p:cNvSpPr>
          <p:nvPr>
            <p:ph type="sldNum" sz="quarter" idx="12"/>
          </p:nvPr>
        </p:nvSpPr>
        <p:spPr/>
        <p:txBody>
          <a:bodyPr/>
          <a:lstStyle/>
          <a:p>
            <a:fld id="{CC057153-B650-4DEB-B370-79DDCFDCE934}" type="slidenum">
              <a:rPr lang="en-US" smtClean="0"/>
              <a:pPr/>
              <a:t>56</a:t>
            </a:fld>
            <a:r>
              <a:rPr lang="en-US"/>
              <a:t> / 57</a:t>
            </a:r>
            <a:endParaRPr lang="en-US" dirty="0"/>
          </a:p>
        </p:txBody>
      </p:sp>
    </p:spTree>
    <p:extLst>
      <p:ext uri="{BB962C8B-B14F-4D97-AF65-F5344CB8AC3E}">
        <p14:creationId xmlns:p14="http://schemas.microsoft.com/office/powerpoint/2010/main" val="25789593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E1F65-E211-B417-E928-172BB96352E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C0172BD-182A-A81B-71CF-FA0B704C83FD}"/>
              </a:ext>
            </a:extLst>
          </p:cNvPr>
          <p:cNvSpPr txBox="1"/>
          <p:nvPr/>
        </p:nvSpPr>
        <p:spPr>
          <a:xfrm>
            <a:off x="0" y="0"/>
            <a:ext cx="9144000" cy="1323439"/>
          </a:xfrm>
          <a:prstGeom prst="rect">
            <a:avLst/>
          </a:prstGeom>
          <a:noFill/>
        </p:spPr>
        <p:txBody>
          <a:bodyPr wrap="square" rtlCol="0">
            <a:spAutoFit/>
          </a:bodyPr>
          <a:lstStyle/>
          <a:p>
            <a:pPr algn="ctr"/>
            <a:r>
              <a:rPr lang="es-ES" sz="8000" b="1" dirty="0">
                <a:solidFill>
                  <a:srgbClr val="0070C0"/>
                </a:solidFill>
                <a:latin typeface="Amasis MT Pro Light" panose="02040304050005020304" pitchFamily="18" charset="0"/>
                <a:cs typeface="Adobe Devanagari" panose="02040503050201020203" pitchFamily="18" charset="0"/>
              </a:rPr>
              <a:t>Conclusiones V</a:t>
            </a:r>
            <a:endParaRPr lang="es-ES" sz="11500" b="1" dirty="0">
              <a:solidFill>
                <a:srgbClr val="0070C0"/>
              </a:solidFill>
              <a:latin typeface="Amasis MT Pro Light" panose="02040304050005020304" pitchFamily="18" charset="0"/>
              <a:cs typeface="Adobe Devanagari" panose="02040503050201020203" pitchFamily="18" charset="0"/>
            </a:endParaRPr>
          </a:p>
        </p:txBody>
      </p:sp>
      <p:sp>
        <p:nvSpPr>
          <p:cNvPr id="8" name="CuadroTexto 7">
            <a:extLst>
              <a:ext uri="{FF2B5EF4-FFF2-40B4-BE49-F238E27FC236}">
                <a16:creationId xmlns:a16="http://schemas.microsoft.com/office/drawing/2014/main" id="{8B54B13D-C16D-6219-ADF7-2AE626998AF9}"/>
              </a:ext>
            </a:extLst>
          </p:cNvPr>
          <p:cNvSpPr txBox="1"/>
          <p:nvPr/>
        </p:nvSpPr>
        <p:spPr>
          <a:xfrm>
            <a:off x="276225" y="1872284"/>
            <a:ext cx="8315325" cy="3539430"/>
          </a:xfrm>
          <a:prstGeom prst="rect">
            <a:avLst/>
          </a:prstGeom>
          <a:noFill/>
        </p:spPr>
        <p:txBody>
          <a:bodyPr wrap="square" rtlCol="0">
            <a:spAutoFit/>
          </a:bodyPr>
          <a:lstStyle/>
          <a:p>
            <a:pPr lvl="1" algn="just" defTabSz="685800" eaLnBrk="0" fontAlgn="base" hangingPunct="0">
              <a:spcBef>
                <a:spcPct val="0"/>
              </a:spcBef>
              <a:spcAft>
                <a:spcPct val="0"/>
              </a:spcAft>
            </a:pPr>
            <a:r>
              <a:rPr lang="es-ES" sz="3200" dirty="0">
                <a:latin typeface="Amasis MT Pro" panose="02040504050005020304" pitchFamily="18" charset="0"/>
              </a:rPr>
              <a:t>Usando </a:t>
            </a:r>
            <a:r>
              <a:rPr lang="es-ES" sz="3200" dirty="0">
                <a:solidFill>
                  <a:srgbClr val="0070C0"/>
                </a:solidFill>
                <a:latin typeface="Amasis MT Pro" panose="02040504050005020304" pitchFamily="18" charset="0"/>
              </a:rPr>
              <a:t>técnicas de control parcial </a:t>
            </a:r>
            <a:r>
              <a:rPr lang="es-ES" sz="3200" dirty="0">
                <a:latin typeface="Amasis MT Pro" panose="02040504050005020304" pitchFamily="18" charset="0"/>
              </a:rPr>
              <a:t>conseguimos </a:t>
            </a:r>
            <a:r>
              <a:rPr lang="es-ES" sz="3200" dirty="0">
                <a:solidFill>
                  <a:srgbClr val="00B050"/>
                </a:solidFill>
                <a:latin typeface="Amasis MT Pro" panose="02040504050005020304" pitchFamily="18" charset="0"/>
              </a:rPr>
              <a:t>resolver un juego </a:t>
            </a:r>
            <a:r>
              <a:rPr lang="es-ES" sz="3200" dirty="0">
                <a:latin typeface="Amasis MT Pro" panose="02040504050005020304" pitchFamily="18" charset="0"/>
              </a:rPr>
              <a:t>novedoso de </a:t>
            </a:r>
            <a:r>
              <a:rPr lang="es-ES" sz="3200" dirty="0">
                <a:solidFill>
                  <a:srgbClr val="00B050"/>
                </a:solidFill>
                <a:latin typeface="Amasis MT Pro" panose="02040504050005020304" pitchFamily="18" charset="0"/>
              </a:rPr>
              <a:t>control </a:t>
            </a:r>
            <a:r>
              <a:rPr lang="es-ES" sz="3200" dirty="0">
                <a:latin typeface="Amasis MT Pro" panose="02040504050005020304" pitchFamily="18" charset="0"/>
              </a:rPr>
              <a:t>y</a:t>
            </a:r>
            <a:r>
              <a:rPr lang="es-ES" sz="3200" dirty="0">
                <a:solidFill>
                  <a:srgbClr val="00B050"/>
                </a:solidFill>
                <a:latin typeface="Amasis MT Pro" panose="02040504050005020304" pitchFamily="18" charset="0"/>
              </a:rPr>
              <a:t> </a:t>
            </a:r>
            <a:r>
              <a:rPr lang="es-ES" sz="3200" dirty="0">
                <a:latin typeface="Amasis MT Pro" panose="02040504050005020304" pitchFamily="18" charset="0"/>
              </a:rPr>
              <a:t>supervivencia entre </a:t>
            </a:r>
            <a:r>
              <a:rPr lang="es-ES" sz="3200" dirty="0">
                <a:solidFill>
                  <a:srgbClr val="00B050"/>
                </a:solidFill>
                <a:latin typeface="Amasis MT Pro" panose="02040504050005020304" pitchFamily="18" charset="0"/>
              </a:rPr>
              <a:t>dos jugadores</a:t>
            </a:r>
            <a:r>
              <a:rPr lang="es-ES" sz="3200" dirty="0">
                <a:latin typeface="Amasis MT Pro" panose="02040504050005020304" pitchFamily="18" charset="0"/>
              </a:rPr>
              <a:t>. Se obtuvieron las regiones en las que cada jugador </a:t>
            </a:r>
            <a:r>
              <a:rPr lang="es-ES" sz="3200" dirty="0">
                <a:solidFill>
                  <a:srgbClr val="C00000"/>
                </a:solidFill>
                <a:latin typeface="Amasis MT Pro" panose="02040504050005020304" pitchFamily="18" charset="0"/>
              </a:rPr>
              <a:t>gana el juego dependiendo de la información</a:t>
            </a:r>
            <a:r>
              <a:rPr lang="es-ES" sz="3200" dirty="0">
                <a:latin typeface="Amasis MT Pro" panose="02040504050005020304" pitchFamily="18" charset="0"/>
              </a:rPr>
              <a:t> que cada uno posee.</a:t>
            </a:r>
          </a:p>
        </p:txBody>
      </p:sp>
      <p:sp>
        <p:nvSpPr>
          <p:cNvPr id="10" name="Elipse 9">
            <a:extLst>
              <a:ext uri="{FF2B5EF4-FFF2-40B4-BE49-F238E27FC236}">
                <a16:creationId xmlns:a16="http://schemas.microsoft.com/office/drawing/2014/main" id="{F73E643D-B3FE-1C6A-F0F0-6F0182A79B0B}"/>
              </a:ext>
            </a:extLst>
          </p:cNvPr>
          <p:cNvSpPr/>
          <p:nvPr/>
        </p:nvSpPr>
        <p:spPr>
          <a:xfrm>
            <a:off x="423317" y="2050227"/>
            <a:ext cx="258266" cy="258266"/>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Marcador de número de diapositiva 11">
            <a:extLst>
              <a:ext uri="{FF2B5EF4-FFF2-40B4-BE49-F238E27FC236}">
                <a16:creationId xmlns:a16="http://schemas.microsoft.com/office/drawing/2014/main" id="{CEA53FB3-9D78-79A6-5BCD-50DE7B34F2A6}"/>
              </a:ext>
            </a:extLst>
          </p:cNvPr>
          <p:cNvSpPr>
            <a:spLocks noGrp="1"/>
          </p:cNvSpPr>
          <p:nvPr>
            <p:ph type="sldNum" sz="quarter" idx="12"/>
          </p:nvPr>
        </p:nvSpPr>
        <p:spPr/>
        <p:txBody>
          <a:bodyPr/>
          <a:lstStyle/>
          <a:p>
            <a:fld id="{CC057153-B650-4DEB-B370-79DDCFDCE934}" type="slidenum">
              <a:rPr lang="en-US" smtClean="0"/>
              <a:pPr/>
              <a:t>57</a:t>
            </a:fld>
            <a:r>
              <a:rPr lang="en-US"/>
              <a:t> / 57</a:t>
            </a:r>
            <a:endParaRPr lang="en-US" dirty="0"/>
          </a:p>
        </p:txBody>
      </p:sp>
    </p:spTree>
    <p:extLst>
      <p:ext uri="{BB962C8B-B14F-4D97-AF65-F5344CB8AC3E}">
        <p14:creationId xmlns:p14="http://schemas.microsoft.com/office/powerpoint/2010/main" val="38423870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Gráfico, Gráfico radial&#10;&#10;El contenido generado por IA puede ser incorrecto.">
            <a:extLst>
              <a:ext uri="{FF2B5EF4-FFF2-40B4-BE49-F238E27FC236}">
                <a16:creationId xmlns:a16="http://schemas.microsoft.com/office/drawing/2014/main" id="{45C58C1C-4C6D-C4A7-9F1C-C0FF0A53B2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374" y="406812"/>
            <a:ext cx="7253251" cy="6044376"/>
          </a:xfrm>
          <a:prstGeom prst="rect">
            <a:avLst/>
          </a:prstGeom>
        </p:spPr>
      </p:pic>
      <p:sp>
        <p:nvSpPr>
          <p:cNvPr id="5" name="Bocadillo: ovalado 4">
            <a:extLst>
              <a:ext uri="{FF2B5EF4-FFF2-40B4-BE49-F238E27FC236}">
                <a16:creationId xmlns:a16="http://schemas.microsoft.com/office/drawing/2014/main" id="{D22978DA-BF4B-8EF9-C4E4-8E320AB348FA}"/>
              </a:ext>
            </a:extLst>
          </p:cNvPr>
          <p:cNvSpPr/>
          <p:nvPr/>
        </p:nvSpPr>
        <p:spPr>
          <a:xfrm>
            <a:off x="3517582" y="937261"/>
            <a:ext cx="4752023" cy="2970014"/>
          </a:xfrm>
          <a:prstGeom prst="wedgeEllipseCallou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6" name="CuadroTexto 5">
            <a:extLst>
              <a:ext uri="{FF2B5EF4-FFF2-40B4-BE49-F238E27FC236}">
                <a16:creationId xmlns:a16="http://schemas.microsoft.com/office/drawing/2014/main" id="{36197756-71EA-BBE1-7B53-DA5016364245}"/>
              </a:ext>
            </a:extLst>
          </p:cNvPr>
          <p:cNvSpPr txBox="1"/>
          <p:nvPr/>
        </p:nvSpPr>
        <p:spPr>
          <a:xfrm>
            <a:off x="4010500" y="1752854"/>
            <a:ext cx="3766185" cy="1338828"/>
          </a:xfrm>
          <a:prstGeom prst="rect">
            <a:avLst/>
          </a:prstGeom>
          <a:noFill/>
        </p:spPr>
        <p:txBody>
          <a:bodyPr wrap="square" rtlCol="0">
            <a:spAutoFit/>
          </a:bodyPr>
          <a:lstStyle/>
          <a:p>
            <a:pPr algn="ctr"/>
            <a:r>
              <a:rPr lang="es-ES" sz="4050" b="1" dirty="0">
                <a:latin typeface="Amasis MT Pro Light" panose="02040304050005020304" pitchFamily="18" charset="0"/>
              </a:rPr>
              <a:t>¡GRACIAS POR LA ATENCIÓN!</a:t>
            </a:r>
          </a:p>
        </p:txBody>
      </p:sp>
    </p:spTree>
    <p:extLst>
      <p:ext uri="{BB962C8B-B14F-4D97-AF65-F5344CB8AC3E}">
        <p14:creationId xmlns:p14="http://schemas.microsoft.com/office/powerpoint/2010/main" val="22919512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Gráfico&#10;&#10;El contenido generado por IA puede ser incorrecto.">
            <a:extLst>
              <a:ext uri="{FF2B5EF4-FFF2-40B4-BE49-F238E27FC236}">
                <a16:creationId xmlns:a16="http://schemas.microsoft.com/office/drawing/2014/main" id="{6EEC31D9-50EC-9B11-4986-39BAF08BF1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48" y="1049024"/>
            <a:ext cx="8964927" cy="5976618"/>
          </a:xfrm>
          <a:prstGeom prst="rect">
            <a:avLst/>
          </a:prstGeom>
        </p:spPr>
      </p:pic>
      <p:sp>
        <p:nvSpPr>
          <p:cNvPr id="10" name="CuadroTexto 9">
            <a:extLst>
              <a:ext uri="{FF2B5EF4-FFF2-40B4-BE49-F238E27FC236}">
                <a16:creationId xmlns:a16="http://schemas.microsoft.com/office/drawing/2014/main" id="{5BBF6231-7292-42D4-D324-9A377528F24F}"/>
              </a:ext>
            </a:extLst>
          </p:cNvPr>
          <p:cNvSpPr txBox="1"/>
          <p:nvPr/>
        </p:nvSpPr>
        <p:spPr>
          <a:xfrm>
            <a:off x="-5694" y="0"/>
            <a:ext cx="9149693" cy="923330"/>
          </a:xfrm>
          <a:prstGeom prst="rect">
            <a:avLst/>
          </a:prstGeom>
          <a:noFill/>
        </p:spPr>
        <p:txBody>
          <a:bodyPr wrap="square" rtlCol="0">
            <a:spAutoFit/>
          </a:bodyPr>
          <a:lstStyle/>
          <a:p>
            <a:pPr algn="ctr"/>
            <a:r>
              <a:rPr lang="es-ES" sz="5400" b="1" dirty="0">
                <a:solidFill>
                  <a:srgbClr val="0070C0"/>
                </a:solidFill>
                <a:latin typeface="Amasis MT Pro Light" panose="02040304050005020304" pitchFamily="18" charset="0"/>
                <a:cs typeface="Adobe Devanagari" panose="02040503050201020203" pitchFamily="18" charset="0"/>
              </a:rPr>
              <a:t>Juego de los bienes públicos</a:t>
            </a:r>
          </a:p>
        </p:txBody>
      </p:sp>
      <p:sp>
        <p:nvSpPr>
          <p:cNvPr id="4" name="Marcador de número de diapositiva 3">
            <a:extLst>
              <a:ext uri="{FF2B5EF4-FFF2-40B4-BE49-F238E27FC236}">
                <a16:creationId xmlns:a16="http://schemas.microsoft.com/office/drawing/2014/main" id="{8F3E2639-0C50-2211-57B1-4B457CD76F88}"/>
              </a:ext>
            </a:extLst>
          </p:cNvPr>
          <p:cNvSpPr>
            <a:spLocks noGrp="1"/>
          </p:cNvSpPr>
          <p:nvPr>
            <p:ph type="sldNum" sz="quarter" idx="12"/>
          </p:nvPr>
        </p:nvSpPr>
        <p:spPr/>
        <p:txBody>
          <a:bodyPr/>
          <a:lstStyle/>
          <a:p>
            <a:fld id="{CC057153-B650-4DEB-B370-79DDCFDCE934}" type="slidenum">
              <a:rPr lang="en-US" smtClean="0"/>
              <a:pPr/>
              <a:t>59</a:t>
            </a:fld>
            <a:r>
              <a:rPr lang="en-US"/>
              <a:t> / 57</a:t>
            </a:r>
            <a:endParaRPr lang="en-US" dirty="0"/>
          </a:p>
        </p:txBody>
      </p:sp>
    </p:spTree>
    <p:extLst>
      <p:ext uri="{BB962C8B-B14F-4D97-AF65-F5344CB8AC3E}">
        <p14:creationId xmlns:p14="http://schemas.microsoft.com/office/powerpoint/2010/main" val="3118382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A621593-B601-1C77-FAB5-6644A564BA8D}"/>
              </a:ext>
            </a:extLst>
          </p:cNvPr>
          <p:cNvPicPr>
            <a:picLocks noChangeAspect="1"/>
          </p:cNvPicPr>
          <p:nvPr/>
        </p:nvPicPr>
        <p:blipFill>
          <a:blip r:embed="rId2"/>
          <a:stretch>
            <a:fillRect/>
          </a:stretch>
        </p:blipFill>
        <p:spPr>
          <a:xfrm>
            <a:off x="161925" y="2086126"/>
            <a:ext cx="8820150" cy="495842"/>
          </a:xfrm>
          <a:prstGeom prst="rect">
            <a:avLst/>
          </a:prstGeom>
        </p:spPr>
      </p:pic>
      <p:pic>
        <p:nvPicPr>
          <p:cNvPr id="8" name="Imagen 7">
            <a:extLst>
              <a:ext uri="{FF2B5EF4-FFF2-40B4-BE49-F238E27FC236}">
                <a16:creationId xmlns:a16="http://schemas.microsoft.com/office/drawing/2014/main" id="{890D3828-2116-A226-A142-187C4F598CFD}"/>
              </a:ext>
            </a:extLst>
          </p:cNvPr>
          <p:cNvPicPr>
            <a:picLocks noChangeAspect="1"/>
          </p:cNvPicPr>
          <p:nvPr/>
        </p:nvPicPr>
        <p:blipFill>
          <a:blip r:embed="rId3"/>
          <a:stretch>
            <a:fillRect/>
          </a:stretch>
        </p:blipFill>
        <p:spPr>
          <a:xfrm>
            <a:off x="1446545" y="2916584"/>
            <a:ext cx="6250909" cy="2320232"/>
          </a:xfrm>
          <a:prstGeom prst="rect">
            <a:avLst/>
          </a:prstGeom>
        </p:spPr>
      </p:pic>
      <p:sp>
        <p:nvSpPr>
          <p:cNvPr id="11" name="CuadroTexto 10">
            <a:extLst>
              <a:ext uri="{FF2B5EF4-FFF2-40B4-BE49-F238E27FC236}">
                <a16:creationId xmlns:a16="http://schemas.microsoft.com/office/drawing/2014/main" id="{3A17727C-2B61-1A27-3FD0-23B586C73A8B}"/>
              </a:ext>
            </a:extLst>
          </p:cNvPr>
          <p:cNvSpPr txBox="1"/>
          <p:nvPr/>
        </p:nvSpPr>
        <p:spPr>
          <a:xfrm>
            <a:off x="-5694" y="0"/>
            <a:ext cx="9149693" cy="707886"/>
          </a:xfrm>
          <a:prstGeom prst="rect">
            <a:avLst/>
          </a:prstGeom>
          <a:noFill/>
        </p:spPr>
        <p:txBody>
          <a:bodyPr wrap="square" rtlCol="0">
            <a:spAutoFit/>
          </a:bodyPr>
          <a:lstStyle/>
          <a:p>
            <a:pPr algn="ctr"/>
            <a:r>
              <a:rPr lang="es-ES" sz="4000" b="1" dirty="0">
                <a:solidFill>
                  <a:srgbClr val="0070C0"/>
                </a:solidFill>
                <a:latin typeface="Amasis MT Pro Light" panose="02040304050005020304" pitchFamily="18" charset="0"/>
                <a:cs typeface="Adobe Devanagari" panose="02040503050201020203" pitchFamily="18" charset="0"/>
              </a:rPr>
              <a:t>Funciones de escape rápido: Algoritmo</a:t>
            </a:r>
          </a:p>
        </p:txBody>
      </p:sp>
      <p:sp>
        <p:nvSpPr>
          <p:cNvPr id="4" name="Marcador de número de diapositiva 3">
            <a:extLst>
              <a:ext uri="{FF2B5EF4-FFF2-40B4-BE49-F238E27FC236}">
                <a16:creationId xmlns:a16="http://schemas.microsoft.com/office/drawing/2014/main" id="{0BE9CA35-2273-A6E8-DE86-C01C28FDD596}"/>
              </a:ext>
            </a:extLst>
          </p:cNvPr>
          <p:cNvSpPr>
            <a:spLocks noGrp="1"/>
          </p:cNvSpPr>
          <p:nvPr>
            <p:ph type="sldNum" sz="quarter" idx="12"/>
          </p:nvPr>
        </p:nvSpPr>
        <p:spPr/>
        <p:txBody>
          <a:bodyPr/>
          <a:lstStyle/>
          <a:p>
            <a:fld id="{CC057153-B650-4DEB-B370-79DDCFDCE934}" type="slidenum">
              <a:rPr lang="en-US" smtClean="0"/>
              <a:pPr/>
              <a:t>60</a:t>
            </a:fld>
            <a:r>
              <a:rPr lang="en-US"/>
              <a:t> / 57</a:t>
            </a:r>
            <a:endParaRPr lang="en-US" dirty="0"/>
          </a:p>
        </p:txBody>
      </p:sp>
    </p:spTree>
    <p:extLst>
      <p:ext uri="{BB962C8B-B14F-4D97-AF65-F5344CB8AC3E}">
        <p14:creationId xmlns:p14="http://schemas.microsoft.com/office/powerpoint/2010/main" val="17336800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B40BD-DAD8-BD0A-0E72-3236ED4E3D8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B00DBDE8-8B79-E16E-831A-46AA5E0C5EC5}"/>
              </a:ext>
            </a:extLst>
          </p:cNvPr>
          <p:cNvPicPr>
            <a:picLocks noChangeAspect="1"/>
          </p:cNvPicPr>
          <p:nvPr/>
        </p:nvPicPr>
        <p:blipFill>
          <a:blip r:embed="rId2"/>
          <a:stretch>
            <a:fillRect/>
          </a:stretch>
        </p:blipFill>
        <p:spPr>
          <a:xfrm>
            <a:off x="53975" y="2504321"/>
            <a:ext cx="9036050" cy="1849358"/>
          </a:xfrm>
          <a:prstGeom prst="rect">
            <a:avLst/>
          </a:prstGeom>
        </p:spPr>
      </p:pic>
      <p:sp>
        <p:nvSpPr>
          <p:cNvPr id="10" name="CuadroTexto 9">
            <a:extLst>
              <a:ext uri="{FF2B5EF4-FFF2-40B4-BE49-F238E27FC236}">
                <a16:creationId xmlns:a16="http://schemas.microsoft.com/office/drawing/2014/main" id="{7420A109-E804-AA97-73BD-A877C397DBB8}"/>
              </a:ext>
            </a:extLst>
          </p:cNvPr>
          <p:cNvSpPr txBox="1"/>
          <p:nvPr/>
        </p:nvSpPr>
        <p:spPr>
          <a:xfrm>
            <a:off x="-5694" y="0"/>
            <a:ext cx="9149693" cy="707886"/>
          </a:xfrm>
          <a:prstGeom prst="rect">
            <a:avLst/>
          </a:prstGeom>
          <a:noFill/>
        </p:spPr>
        <p:txBody>
          <a:bodyPr wrap="square" rtlCol="0">
            <a:spAutoFit/>
          </a:bodyPr>
          <a:lstStyle/>
          <a:p>
            <a:pPr algn="ctr"/>
            <a:r>
              <a:rPr lang="es-ES" sz="4000" b="1" dirty="0">
                <a:solidFill>
                  <a:srgbClr val="0070C0"/>
                </a:solidFill>
                <a:latin typeface="Amasis MT Pro Light" panose="02040304050005020304" pitchFamily="18" charset="0"/>
                <a:cs typeface="Adobe Devanagari" panose="02040503050201020203" pitchFamily="18" charset="0"/>
              </a:rPr>
              <a:t>Funciones de escape exacto: Algoritmo</a:t>
            </a:r>
            <a:endParaRPr lang="es-ES" sz="4800" b="1" dirty="0">
              <a:solidFill>
                <a:srgbClr val="0070C0"/>
              </a:solidFill>
              <a:latin typeface="Amasis MT Pro Light" panose="02040304050005020304" pitchFamily="18" charset="0"/>
              <a:cs typeface="Adobe Devanagari" panose="02040503050201020203" pitchFamily="18" charset="0"/>
            </a:endParaRPr>
          </a:p>
        </p:txBody>
      </p:sp>
      <p:sp>
        <p:nvSpPr>
          <p:cNvPr id="5" name="Marcador de número de diapositiva 4">
            <a:extLst>
              <a:ext uri="{FF2B5EF4-FFF2-40B4-BE49-F238E27FC236}">
                <a16:creationId xmlns:a16="http://schemas.microsoft.com/office/drawing/2014/main" id="{83ED493C-A7B3-63A8-5747-2FB2DF32FF3E}"/>
              </a:ext>
            </a:extLst>
          </p:cNvPr>
          <p:cNvSpPr>
            <a:spLocks noGrp="1"/>
          </p:cNvSpPr>
          <p:nvPr>
            <p:ph type="sldNum" sz="quarter" idx="12"/>
          </p:nvPr>
        </p:nvSpPr>
        <p:spPr/>
        <p:txBody>
          <a:bodyPr/>
          <a:lstStyle/>
          <a:p>
            <a:fld id="{CC057153-B650-4DEB-B370-79DDCFDCE934}" type="slidenum">
              <a:rPr lang="en-US" smtClean="0"/>
              <a:pPr/>
              <a:t>61</a:t>
            </a:fld>
            <a:r>
              <a:rPr lang="en-US"/>
              <a:t> / 57</a:t>
            </a:r>
            <a:endParaRPr lang="en-US" dirty="0"/>
          </a:p>
        </p:txBody>
      </p:sp>
    </p:spTree>
    <p:extLst>
      <p:ext uri="{BB962C8B-B14F-4D97-AF65-F5344CB8AC3E}">
        <p14:creationId xmlns:p14="http://schemas.microsoft.com/office/powerpoint/2010/main" val="22074293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0AA12-5571-1511-5E25-5BB75CED5E0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FF70096-080A-3DF3-60F0-E21545DCBB34}"/>
              </a:ext>
            </a:extLst>
          </p:cNvPr>
          <p:cNvPicPr>
            <a:picLocks noChangeAspect="1"/>
          </p:cNvPicPr>
          <p:nvPr/>
        </p:nvPicPr>
        <p:blipFill>
          <a:blip r:embed="rId2"/>
          <a:stretch>
            <a:fillRect/>
          </a:stretch>
        </p:blipFill>
        <p:spPr>
          <a:xfrm>
            <a:off x="1007054" y="2336139"/>
            <a:ext cx="7129892" cy="4071011"/>
          </a:xfrm>
          <a:prstGeom prst="rect">
            <a:avLst/>
          </a:prstGeom>
        </p:spPr>
      </p:pic>
      <p:pic>
        <p:nvPicPr>
          <p:cNvPr id="7" name="Imagen 6">
            <a:extLst>
              <a:ext uri="{FF2B5EF4-FFF2-40B4-BE49-F238E27FC236}">
                <a16:creationId xmlns:a16="http://schemas.microsoft.com/office/drawing/2014/main" id="{528AE814-186B-E65E-0567-6D229CE73430}"/>
              </a:ext>
            </a:extLst>
          </p:cNvPr>
          <p:cNvPicPr>
            <a:picLocks noChangeAspect="1"/>
          </p:cNvPicPr>
          <p:nvPr/>
        </p:nvPicPr>
        <p:blipFill>
          <a:blip r:embed="rId3"/>
          <a:stretch>
            <a:fillRect/>
          </a:stretch>
        </p:blipFill>
        <p:spPr>
          <a:xfrm>
            <a:off x="1809750" y="829228"/>
            <a:ext cx="5524500" cy="486561"/>
          </a:xfrm>
          <a:prstGeom prst="rect">
            <a:avLst/>
          </a:prstGeom>
        </p:spPr>
      </p:pic>
      <p:pic>
        <p:nvPicPr>
          <p:cNvPr id="9" name="Imagen 8">
            <a:extLst>
              <a:ext uri="{FF2B5EF4-FFF2-40B4-BE49-F238E27FC236}">
                <a16:creationId xmlns:a16="http://schemas.microsoft.com/office/drawing/2014/main" id="{4CB64681-CFAE-5369-4DE0-FE1130CF9E13}"/>
              </a:ext>
            </a:extLst>
          </p:cNvPr>
          <p:cNvPicPr>
            <a:picLocks noChangeAspect="1"/>
          </p:cNvPicPr>
          <p:nvPr/>
        </p:nvPicPr>
        <p:blipFill>
          <a:blip r:embed="rId4"/>
          <a:stretch>
            <a:fillRect/>
          </a:stretch>
        </p:blipFill>
        <p:spPr>
          <a:xfrm>
            <a:off x="1720850" y="1498686"/>
            <a:ext cx="5613400" cy="471799"/>
          </a:xfrm>
          <a:prstGeom prst="rect">
            <a:avLst/>
          </a:prstGeom>
        </p:spPr>
      </p:pic>
      <p:sp>
        <p:nvSpPr>
          <p:cNvPr id="12" name="CuadroTexto 11">
            <a:extLst>
              <a:ext uri="{FF2B5EF4-FFF2-40B4-BE49-F238E27FC236}">
                <a16:creationId xmlns:a16="http://schemas.microsoft.com/office/drawing/2014/main" id="{0F5CE9E4-4C1D-A54A-58EC-F0E3D68A8FBA}"/>
              </a:ext>
            </a:extLst>
          </p:cNvPr>
          <p:cNvSpPr txBox="1"/>
          <p:nvPr/>
        </p:nvSpPr>
        <p:spPr>
          <a:xfrm>
            <a:off x="-5694" y="0"/>
            <a:ext cx="9149693" cy="769441"/>
          </a:xfrm>
          <a:prstGeom prst="rect">
            <a:avLst/>
          </a:prstGeom>
          <a:noFill/>
        </p:spPr>
        <p:txBody>
          <a:bodyPr wrap="square" rtlCol="0">
            <a:spAutoFit/>
          </a:bodyPr>
          <a:lstStyle/>
          <a:p>
            <a:pPr algn="ctr"/>
            <a:r>
              <a:rPr lang="es-ES" sz="4400" b="1" dirty="0">
                <a:solidFill>
                  <a:srgbClr val="0070C0"/>
                </a:solidFill>
                <a:latin typeface="Amasis MT Pro Light" panose="02040304050005020304" pitchFamily="18" charset="0"/>
                <a:cs typeface="Adobe Devanagari" panose="02040503050201020203" pitchFamily="18" charset="0"/>
              </a:rPr>
              <a:t>Funciones de alternancia: Algoritmo</a:t>
            </a:r>
            <a:endParaRPr lang="es-ES" sz="5400" b="1" dirty="0">
              <a:solidFill>
                <a:srgbClr val="0070C0"/>
              </a:solidFill>
              <a:latin typeface="Amasis MT Pro Light" panose="02040304050005020304" pitchFamily="18" charset="0"/>
              <a:cs typeface="Adobe Devanagari" panose="02040503050201020203" pitchFamily="18" charset="0"/>
            </a:endParaRPr>
          </a:p>
        </p:txBody>
      </p:sp>
      <p:sp>
        <p:nvSpPr>
          <p:cNvPr id="5" name="Marcador de número de diapositiva 4">
            <a:extLst>
              <a:ext uri="{FF2B5EF4-FFF2-40B4-BE49-F238E27FC236}">
                <a16:creationId xmlns:a16="http://schemas.microsoft.com/office/drawing/2014/main" id="{E3CD1671-135A-26FE-2A45-0B88AD42F457}"/>
              </a:ext>
            </a:extLst>
          </p:cNvPr>
          <p:cNvSpPr>
            <a:spLocks noGrp="1"/>
          </p:cNvSpPr>
          <p:nvPr>
            <p:ph type="sldNum" sz="quarter" idx="12"/>
          </p:nvPr>
        </p:nvSpPr>
        <p:spPr/>
        <p:txBody>
          <a:bodyPr/>
          <a:lstStyle/>
          <a:p>
            <a:fld id="{CC057153-B650-4DEB-B370-79DDCFDCE934}" type="slidenum">
              <a:rPr lang="en-US" smtClean="0"/>
              <a:pPr/>
              <a:t>62</a:t>
            </a:fld>
            <a:r>
              <a:rPr lang="en-US"/>
              <a:t> / 57</a:t>
            </a:r>
            <a:endParaRPr lang="en-US" dirty="0"/>
          </a:p>
        </p:txBody>
      </p:sp>
    </p:spTree>
    <p:extLst>
      <p:ext uri="{BB962C8B-B14F-4D97-AF65-F5344CB8AC3E}">
        <p14:creationId xmlns:p14="http://schemas.microsoft.com/office/powerpoint/2010/main" val="11286618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CE91B-4AD7-BA40-899E-19EDEA70D82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D9F9716-CA67-4FC6-4574-10FBAEA66319}"/>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Regla-90</a:t>
            </a:r>
            <a:r>
              <a:rPr lang="es-ES" sz="2400" b="1" i="1" dirty="0">
                <a:latin typeface="Amasis MT Pro" panose="02040504050005020304" pitchFamily="18" charset="0"/>
              </a:rPr>
              <a:t> </a:t>
            </a:r>
            <a:r>
              <a:rPr lang="es-ES" sz="2400" dirty="0">
                <a:latin typeface="Amasis MT Pro" panose="02040504050005020304" pitchFamily="18" charset="0"/>
              </a:rPr>
              <a:t>= </a:t>
            </a:r>
            <a:r>
              <a:rPr lang="es-ES" sz="2400" dirty="0">
                <a:solidFill>
                  <a:srgbClr val="0070C0"/>
                </a:solidFill>
                <a:latin typeface="Amasis MT Pro" panose="02040504050005020304" pitchFamily="18" charset="0"/>
              </a:rPr>
              <a:t>0x128</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1x64</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0x32</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1x16</a:t>
            </a:r>
            <a:r>
              <a:rPr lang="es-ES" sz="2400" dirty="0">
                <a:solidFill>
                  <a:schemeClr val="bg2">
                    <a:lumMod val="50000"/>
                  </a:schemeClr>
                </a:solidFill>
                <a:latin typeface="Amasis MT Pro" panose="02040504050005020304" pitchFamily="18" charset="0"/>
              </a:rPr>
              <a:t> </a:t>
            </a:r>
            <a:r>
              <a:rPr lang="es-ES" sz="2400" dirty="0">
                <a:latin typeface="Amasis MT Pro" panose="02040504050005020304" pitchFamily="18" charset="0"/>
              </a:rPr>
              <a:t>+ </a:t>
            </a:r>
            <a:r>
              <a:rPr lang="es-ES" sz="2400" dirty="0">
                <a:solidFill>
                  <a:srgbClr val="C00000"/>
                </a:solidFill>
                <a:latin typeface="Amasis MT Pro" panose="02040504050005020304" pitchFamily="18" charset="0"/>
              </a:rPr>
              <a:t>1x8</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0x4</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1x2</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a:t>
            </a:r>
          </a:p>
        </p:txBody>
      </p:sp>
      <p:pic>
        <p:nvPicPr>
          <p:cNvPr id="18" name="Imagen 17" descr="Forma, Cuadrado&#10;&#10;El contenido generado por IA puede ser incorrecto.">
            <a:extLst>
              <a:ext uri="{FF2B5EF4-FFF2-40B4-BE49-F238E27FC236}">
                <a16:creationId xmlns:a16="http://schemas.microsoft.com/office/drawing/2014/main" id="{9A0B7842-7F49-11E1-0C00-D89ACA96AC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55C358E0-1AC0-7456-6074-179D4685E6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B05F752F-839B-1416-61CA-F44C40DA3C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DF28CDFB-230E-13CC-2030-DE90E9F477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502AA597-4BA8-8A94-17B9-B8B8EA1AF1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13ADB739-FA80-6B7B-F674-4EAC644C61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E32EEECC-9C84-F5BD-851B-71F91ED3D3D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sp>
        <p:nvSpPr>
          <p:cNvPr id="2" name="CuadroTexto 1">
            <a:extLst>
              <a:ext uri="{FF2B5EF4-FFF2-40B4-BE49-F238E27FC236}">
                <a16:creationId xmlns:a16="http://schemas.microsoft.com/office/drawing/2014/main" id="{9A316B1C-9665-5BCE-B07D-FFBFC1F53F6A}"/>
              </a:ext>
            </a:extLst>
          </p:cNvPr>
          <p:cNvSpPr txBox="1"/>
          <p:nvPr/>
        </p:nvSpPr>
        <p:spPr>
          <a:xfrm>
            <a:off x="309058" y="3529449"/>
            <a:ext cx="8514498" cy="1015663"/>
          </a:xfrm>
          <a:prstGeom prst="rect">
            <a:avLst/>
          </a:prstGeom>
          <a:noFill/>
        </p:spPr>
        <p:txBody>
          <a:bodyPr wrap="square" rtlCol="0">
            <a:spAutoFit/>
          </a:bodyPr>
          <a:lstStyle/>
          <a:p>
            <a:pPr algn="ctr"/>
            <a:r>
              <a:rPr lang="es-ES" sz="2400" dirty="0">
                <a:latin typeface="Amasis MT Pro" panose="02040504050005020304" pitchFamily="18" charset="0"/>
              </a:rPr>
              <a:t>Para cada uno de los bits, si cambio la/las células que se indica,</a:t>
            </a:r>
            <a:r>
              <a:rPr lang="es-ES" sz="3200" b="1" dirty="0">
                <a:latin typeface="Amasis MT Pro" panose="02040504050005020304" pitchFamily="18" charset="0"/>
              </a:rPr>
              <a:t> </a:t>
            </a:r>
            <a:r>
              <a:rPr lang="es-ES" sz="2800" b="1" dirty="0">
                <a:latin typeface="Amasis MT Pro" panose="02040504050005020304" pitchFamily="18" charset="0"/>
              </a:rPr>
              <a:t>las negras</a:t>
            </a:r>
            <a:r>
              <a:rPr lang="es-ES" sz="2400" dirty="0">
                <a:latin typeface="Amasis MT Pro" panose="02040504050005020304" pitchFamily="18" charset="0"/>
              </a:rPr>
              <a:t>, ¿el resultado </a:t>
            </a:r>
            <a:r>
              <a:rPr lang="es-ES" sz="2400" dirty="0">
                <a:solidFill>
                  <a:srgbClr val="C00000"/>
                </a:solidFill>
                <a:latin typeface="Amasis MT Pro" panose="02040504050005020304" pitchFamily="18" charset="0"/>
              </a:rPr>
              <a:t>cambia (1) </a:t>
            </a:r>
            <a:r>
              <a:rPr lang="es-ES" sz="2400" dirty="0">
                <a:latin typeface="Amasis MT Pro" panose="02040504050005020304" pitchFamily="18" charset="0"/>
              </a:rPr>
              <a:t>o</a:t>
            </a:r>
            <a:r>
              <a:rPr lang="es-ES" sz="2400" dirty="0">
                <a:solidFill>
                  <a:schemeClr val="bg2">
                    <a:lumMod val="50000"/>
                  </a:schemeClr>
                </a:solidFill>
                <a:latin typeface="Amasis MT Pro" panose="02040504050005020304" pitchFamily="18" charset="0"/>
              </a:rPr>
              <a:t> </a:t>
            </a:r>
            <a:r>
              <a:rPr lang="es-ES" sz="2400" dirty="0">
                <a:solidFill>
                  <a:srgbClr val="0070C0"/>
                </a:solidFill>
                <a:latin typeface="Amasis MT Pro" panose="02040504050005020304" pitchFamily="18" charset="0"/>
              </a:rPr>
              <a:t>no cambia (0)</a:t>
            </a:r>
            <a:r>
              <a:rPr lang="es-ES" sz="2400" dirty="0">
                <a:latin typeface="Amasis MT Pro" panose="02040504050005020304" pitchFamily="18" charset="0"/>
              </a:rPr>
              <a:t>? </a:t>
            </a:r>
          </a:p>
        </p:txBody>
      </p:sp>
      <p:sp>
        <p:nvSpPr>
          <p:cNvPr id="4" name="CuadroTexto 3">
            <a:extLst>
              <a:ext uri="{FF2B5EF4-FFF2-40B4-BE49-F238E27FC236}">
                <a16:creationId xmlns:a16="http://schemas.microsoft.com/office/drawing/2014/main" id="{C5366316-999D-3346-F92A-AE5D9F4C7B29}"/>
              </a:ext>
            </a:extLst>
          </p:cNvPr>
          <p:cNvSpPr txBox="1"/>
          <p:nvPr/>
        </p:nvSpPr>
        <p:spPr>
          <a:xfrm>
            <a:off x="1166627" y="4443845"/>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7" name="CuadroTexto 6">
            <a:extLst>
              <a:ext uri="{FF2B5EF4-FFF2-40B4-BE49-F238E27FC236}">
                <a16:creationId xmlns:a16="http://schemas.microsoft.com/office/drawing/2014/main" id="{74FC9FC4-F6D3-E21B-B551-12EA2F2A639C}"/>
              </a:ext>
            </a:extLst>
          </p:cNvPr>
          <p:cNvSpPr txBox="1"/>
          <p:nvPr/>
        </p:nvSpPr>
        <p:spPr>
          <a:xfrm>
            <a:off x="2094432" y="4443845"/>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15" name="CuadroTexto 14">
            <a:extLst>
              <a:ext uri="{FF2B5EF4-FFF2-40B4-BE49-F238E27FC236}">
                <a16:creationId xmlns:a16="http://schemas.microsoft.com/office/drawing/2014/main" id="{A9C130E1-EC64-8F80-B2C6-8B41EB07F546}"/>
              </a:ext>
            </a:extLst>
          </p:cNvPr>
          <p:cNvSpPr txBox="1"/>
          <p:nvPr/>
        </p:nvSpPr>
        <p:spPr>
          <a:xfrm>
            <a:off x="3022237" y="4443845"/>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7" name="CuadroTexto 16">
            <a:extLst>
              <a:ext uri="{FF2B5EF4-FFF2-40B4-BE49-F238E27FC236}">
                <a16:creationId xmlns:a16="http://schemas.microsoft.com/office/drawing/2014/main" id="{6AE72169-DE24-FBE1-04EF-FB6005DD4ACF}"/>
              </a:ext>
            </a:extLst>
          </p:cNvPr>
          <p:cNvSpPr txBox="1"/>
          <p:nvPr/>
        </p:nvSpPr>
        <p:spPr>
          <a:xfrm>
            <a:off x="3957185" y="4436643"/>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19" name="CuadroTexto 18">
            <a:extLst>
              <a:ext uri="{FF2B5EF4-FFF2-40B4-BE49-F238E27FC236}">
                <a16:creationId xmlns:a16="http://schemas.microsoft.com/office/drawing/2014/main" id="{553E4A71-2CA5-F30B-A8F6-B5A681C8035E}"/>
              </a:ext>
            </a:extLst>
          </p:cNvPr>
          <p:cNvSpPr txBox="1"/>
          <p:nvPr/>
        </p:nvSpPr>
        <p:spPr>
          <a:xfrm>
            <a:off x="4884062" y="4436643"/>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21" name="CuadroTexto 20">
            <a:extLst>
              <a:ext uri="{FF2B5EF4-FFF2-40B4-BE49-F238E27FC236}">
                <a16:creationId xmlns:a16="http://schemas.microsoft.com/office/drawing/2014/main" id="{BBFC2739-1657-006E-0AA2-CB4D703C2B89}"/>
              </a:ext>
            </a:extLst>
          </p:cNvPr>
          <p:cNvSpPr txBox="1"/>
          <p:nvPr/>
        </p:nvSpPr>
        <p:spPr>
          <a:xfrm>
            <a:off x="5817600" y="4443845"/>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1350" dirty="0">
              <a:solidFill>
                <a:srgbClr val="0070C0"/>
              </a:solidFill>
              <a:latin typeface="Amasis MT Pro" panose="02040504050005020304" pitchFamily="18" charset="0"/>
            </a:endParaRPr>
          </a:p>
        </p:txBody>
      </p:sp>
      <p:sp>
        <p:nvSpPr>
          <p:cNvPr id="23" name="CuadroTexto 22">
            <a:extLst>
              <a:ext uri="{FF2B5EF4-FFF2-40B4-BE49-F238E27FC236}">
                <a16:creationId xmlns:a16="http://schemas.microsoft.com/office/drawing/2014/main" id="{BE213873-B773-660E-6945-0F447870548A}"/>
              </a:ext>
            </a:extLst>
          </p:cNvPr>
          <p:cNvSpPr txBox="1"/>
          <p:nvPr/>
        </p:nvSpPr>
        <p:spPr>
          <a:xfrm>
            <a:off x="6751138" y="4447431"/>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25" name="CuadroTexto 24">
            <a:extLst>
              <a:ext uri="{FF2B5EF4-FFF2-40B4-BE49-F238E27FC236}">
                <a16:creationId xmlns:a16="http://schemas.microsoft.com/office/drawing/2014/main" id="{6F1D3F19-96A9-5126-CD3F-2C629A0684A6}"/>
              </a:ext>
            </a:extLst>
          </p:cNvPr>
          <p:cNvSpPr txBox="1"/>
          <p:nvPr/>
        </p:nvSpPr>
        <p:spPr>
          <a:xfrm>
            <a:off x="7684676" y="4436643"/>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pic>
        <p:nvPicPr>
          <p:cNvPr id="27" name="Imagen 26" descr="Forma, Cuadrado&#10;&#10;El contenido generado por IA puede ser incorrecto.">
            <a:extLst>
              <a:ext uri="{FF2B5EF4-FFF2-40B4-BE49-F238E27FC236}">
                <a16:creationId xmlns:a16="http://schemas.microsoft.com/office/drawing/2014/main" id="{AB62AF03-A605-8D06-C070-C283F27CE16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39701" y="5460440"/>
            <a:ext cx="761411" cy="268733"/>
          </a:xfrm>
          <a:prstGeom prst="rect">
            <a:avLst/>
          </a:prstGeom>
        </p:spPr>
      </p:pic>
      <p:pic>
        <p:nvPicPr>
          <p:cNvPr id="29" name="Imagen 28" descr="Forma, Cuadrado&#10;&#10;El contenido generado por IA puede ser incorrecto.">
            <a:extLst>
              <a:ext uri="{FF2B5EF4-FFF2-40B4-BE49-F238E27FC236}">
                <a16:creationId xmlns:a16="http://schemas.microsoft.com/office/drawing/2014/main" id="{C9FDF5BB-C8C0-9A98-BD02-ABACA4F8C0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865" y="5470161"/>
            <a:ext cx="761411" cy="268733"/>
          </a:xfrm>
          <a:prstGeom prst="rect">
            <a:avLst/>
          </a:prstGeom>
        </p:spPr>
      </p:pic>
      <p:pic>
        <p:nvPicPr>
          <p:cNvPr id="31" name="Imagen 30" descr="Icono&#10;&#10;El contenido generado por IA puede ser incorrecto.">
            <a:extLst>
              <a:ext uri="{FF2B5EF4-FFF2-40B4-BE49-F238E27FC236}">
                <a16:creationId xmlns:a16="http://schemas.microsoft.com/office/drawing/2014/main" id="{BF3BEB56-ECC7-BA5B-D3BC-6FA12D26E2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2625" y="5470793"/>
            <a:ext cx="761411" cy="268733"/>
          </a:xfrm>
          <a:prstGeom prst="rect">
            <a:avLst/>
          </a:prstGeom>
        </p:spPr>
      </p:pic>
      <p:pic>
        <p:nvPicPr>
          <p:cNvPr id="33" name="Imagen 32" descr="Icono&#10;&#10;El contenido generado por IA puede ser incorrecto.">
            <a:extLst>
              <a:ext uri="{FF2B5EF4-FFF2-40B4-BE49-F238E27FC236}">
                <a16:creationId xmlns:a16="http://schemas.microsoft.com/office/drawing/2014/main" id="{72C442D4-FF3D-65A7-7CC1-A98B74F9C9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9087" y="5478414"/>
            <a:ext cx="761411" cy="268733"/>
          </a:xfrm>
          <a:prstGeom prst="rect">
            <a:avLst/>
          </a:prstGeom>
        </p:spPr>
      </p:pic>
      <p:pic>
        <p:nvPicPr>
          <p:cNvPr id="34" name="Imagen 33" descr="Forma, Cuadrado&#10;&#10;El contenido generado por IA puede ser incorrecto.">
            <a:extLst>
              <a:ext uri="{FF2B5EF4-FFF2-40B4-BE49-F238E27FC236}">
                <a16:creationId xmlns:a16="http://schemas.microsoft.com/office/drawing/2014/main" id="{8A4C5EE7-A320-42C9-B9D5-670BF91785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847" y="5478414"/>
            <a:ext cx="761411" cy="268733"/>
          </a:xfrm>
          <a:prstGeom prst="rect">
            <a:avLst/>
          </a:prstGeom>
        </p:spPr>
      </p:pic>
      <p:pic>
        <p:nvPicPr>
          <p:cNvPr id="35" name="Imagen 34" descr="Forma, Cuadrado&#10;&#10;El contenido generado por IA puede ser incorrecto.">
            <a:extLst>
              <a:ext uri="{FF2B5EF4-FFF2-40B4-BE49-F238E27FC236}">
                <a16:creationId xmlns:a16="http://schemas.microsoft.com/office/drawing/2014/main" id="{F5D1A2A1-E46B-DB84-92B1-2E54682D12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6389" y="5470794"/>
            <a:ext cx="761411" cy="268733"/>
          </a:xfrm>
          <a:prstGeom prst="rect">
            <a:avLst/>
          </a:prstGeom>
        </p:spPr>
      </p:pic>
      <p:pic>
        <p:nvPicPr>
          <p:cNvPr id="36" name="Imagen 35" descr="Icono&#10;&#10;El contenido generado por IA puede ser incorrecto.">
            <a:extLst>
              <a:ext uri="{FF2B5EF4-FFF2-40B4-BE49-F238E27FC236}">
                <a16:creationId xmlns:a16="http://schemas.microsoft.com/office/drawing/2014/main" id="{2A239933-7285-B558-10C2-F92A3DB69A3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54110" y="5474844"/>
            <a:ext cx="761411" cy="268733"/>
          </a:xfrm>
          <a:prstGeom prst="rect">
            <a:avLst/>
          </a:prstGeom>
        </p:spPr>
      </p:pic>
      <p:pic>
        <p:nvPicPr>
          <p:cNvPr id="37" name="Imagen 36" descr="Icono&#10;&#10;El contenido generado por IA puede ser incorrecto.">
            <a:extLst>
              <a:ext uri="{FF2B5EF4-FFF2-40B4-BE49-F238E27FC236}">
                <a16:creationId xmlns:a16="http://schemas.microsoft.com/office/drawing/2014/main" id="{8EB55628-DA64-0C59-4B9B-629C7FB18FA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1652" y="5474844"/>
            <a:ext cx="761411" cy="268733"/>
          </a:xfrm>
          <a:prstGeom prst="rect">
            <a:avLst/>
          </a:prstGeom>
        </p:spPr>
      </p:pic>
      <p:sp>
        <p:nvSpPr>
          <p:cNvPr id="38" name="CuadroTexto 37">
            <a:extLst>
              <a:ext uri="{FF2B5EF4-FFF2-40B4-BE49-F238E27FC236}">
                <a16:creationId xmlns:a16="http://schemas.microsoft.com/office/drawing/2014/main" id="{B2C54E0C-4B44-59C8-C9B8-8FD83355EA86}"/>
              </a:ext>
            </a:extLst>
          </p:cNvPr>
          <p:cNvSpPr txBox="1"/>
          <p:nvPr/>
        </p:nvSpPr>
        <p:spPr>
          <a:xfrm>
            <a:off x="0" y="5872309"/>
            <a:ext cx="9144000" cy="769441"/>
          </a:xfrm>
          <a:prstGeom prst="rect">
            <a:avLst/>
          </a:prstGeom>
          <a:noFill/>
        </p:spPr>
        <p:txBody>
          <a:bodyPr wrap="square" rtlCol="0">
            <a:spAutoFit/>
          </a:bodyPr>
          <a:lstStyle/>
          <a:p>
            <a:pPr algn="ctr"/>
            <a:r>
              <a:rPr lang="es-ES" sz="4400" b="1" i="1" dirty="0">
                <a:solidFill>
                  <a:srgbClr val="00B050"/>
                </a:solidFill>
                <a:latin typeface="Amasis MT Pro" panose="02040504050005020304" pitchFamily="18" charset="0"/>
              </a:rPr>
              <a:t>¡Resulta ser la misma regla!</a:t>
            </a:r>
            <a:endParaRPr lang="es-ES" sz="4400" dirty="0">
              <a:solidFill>
                <a:srgbClr val="0070C0"/>
              </a:solidFill>
              <a:latin typeface="Amasis MT Pro" panose="02040504050005020304" pitchFamily="18" charset="0"/>
            </a:endParaRPr>
          </a:p>
        </p:txBody>
      </p:sp>
      <p:sp>
        <p:nvSpPr>
          <p:cNvPr id="32" name="CuadroTexto 31">
            <a:extLst>
              <a:ext uri="{FF2B5EF4-FFF2-40B4-BE49-F238E27FC236}">
                <a16:creationId xmlns:a16="http://schemas.microsoft.com/office/drawing/2014/main" id="{33DC4F82-3333-D1CC-367B-FC33D45E01F3}"/>
              </a:ext>
            </a:extLst>
          </p:cNvPr>
          <p:cNvSpPr txBox="1"/>
          <p:nvPr/>
        </p:nvSpPr>
        <p:spPr>
          <a:xfrm>
            <a:off x="1161561" y="2016672"/>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39" name="CuadroTexto 38">
            <a:extLst>
              <a:ext uri="{FF2B5EF4-FFF2-40B4-BE49-F238E27FC236}">
                <a16:creationId xmlns:a16="http://schemas.microsoft.com/office/drawing/2014/main" id="{0503D7DF-6B51-7277-74A5-6D4F00535DE7}"/>
              </a:ext>
            </a:extLst>
          </p:cNvPr>
          <p:cNvSpPr txBox="1"/>
          <p:nvPr/>
        </p:nvSpPr>
        <p:spPr>
          <a:xfrm>
            <a:off x="2089366" y="2016672"/>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40" name="CuadroTexto 39">
            <a:extLst>
              <a:ext uri="{FF2B5EF4-FFF2-40B4-BE49-F238E27FC236}">
                <a16:creationId xmlns:a16="http://schemas.microsoft.com/office/drawing/2014/main" id="{77AC0C76-FF09-5C9A-246A-F75A29B89B44}"/>
              </a:ext>
            </a:extLst>
          </p:cNvPr>
          <p:cNvSpPr txBox="1"/>
          <p:nvPr/>
        </p:nvSpPr>
        <p:spPr>
          <a:xfrm>
            <a:off x="3017171" y="2016672"/>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41" name="CuadroTexto 40">
            <a:extLst>
              <a:ext uri="{FF2B5EF4-FFF2-40B4-BE49-F238E27FC236}">
                <a16:creationId xmlns:a16="http://schemas.microsoft.com/office/drawing/2014/main" id="{45F2EE2D-79E9-F599-284C-0F7212B59AF3}"/>
              </a:ext>
            </a:extLst>
          </p:cNvPr>
          <p:cNvSpPr txBox="1"/>
          <p:nvPr/>
        </p:nvSpPr>
        <p:spPr>
          <a:xfrm>
            <a:off x="3952119" y="2009470"/>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42" name="CuadroTexto 41">
            <a:extLst>
              <a:ext uri="{FF2B5EF4-FFF2-40B4-BE49-F238E27FC236}">
                <a16:creationId xmlns:a16="http://schemas.microsoft.com/office/drawing/2014/main" id="{3624C521-6726-2319-7C9C-7976D249B9D9}"/>
              </a:ext>
            </a:extLst>
          </p:cNvPr>
          <p:cNvSpPr txBox="1"/>
          <p:nvPr/>
        </p:nvSpPr>
        <p:spPr>
          <a:xfrm>
            <a:off x="4878996" y="2009470"/>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43" name="CuadroTexto 42">
            <a:extLst>
              <a:ext uri="{FF2B5EF4-FFF2-40B4-BE49-F238E27FC236}">
                <a16:creationId xmlns:a16="http://schemas.microsoft.com/office/drawing/2014/main" id="{9A6A9008-49B1-E631-F62C-FEED35C783B0}"/>
              </a:ext>
            </a:extLst>
          </p:cNvPr>
          <p:cNvSpPr txBox="1"/>
          <p:nvPr/>
        </p:nvSpPr>
        <p:spPr>
          <a:xfrm>
            <a:off x="5812534" y="2016672"/>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1350" dirty="0">
              <a:solidFill>
                <a:srgbClr val="0070C0"/>
              </a:solidFill>
              <a:latin typeface="Amasis MT Pro" panose="02040504050005020304" pitchFamily="18" charset="0"/>
            </a:endParaRPr>
          </a:p>
        </p:txBody>
      </p:sp>
      <p:sp>
        <p:nvSpPr>
          <p:cNvPr id="44" name="CuadroTexto 43">
            <a:extLst>
              <a:ext uri="{FF2B5EF4-FFF2-40B4-BE49-F238E27FC236}">
                <a16:creationId xmlns:a16="http://schemas.microsoft.com/office/drawing/2014/main" id="{A6CB508C-5FDD-0B0E-5A7F-D4F8B1CACBA3}"/>
              </a:ext>
            </a:extLst>
          </p:cNvPr>
          <p:cNvSpPr txBox="1"/>
          <p:nvPr/>
        </p:nvSpPr>
        <p:spPr>
          <a:xfrm>
            <a:off x="6746072" y="2020258"/>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45" name="CuadroTexto 44">
            <a:extLst>
              <a:ext uri="{FF2B5EF4-FFF2-40B4-BE49-F238E27FC236}">
                <a16:creationId xmlns:a16="http://schemas.microsoft.com/office/drawing/2014/main" id="{E33E91EF-135D-4FF3-446E-BFA53E3F5BA0}"/>
              </a:ext>
            </a:extLst>
          </p:cNvPr>
          <p:cNvSpPr txBox="1"/>
          <p:nvPr/>
        </p:nvSpPr>
        <p:spPr>
          <a:xfrm>
            <a:off x="7679610" y="2009470"/>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pic>
        <p:nvPicPr>
          <p:cNvPr id="46" name="Imagen 45" descr="Forma, Cuadrado&#10;&#10;El contenido generado por IA puede ser incorrecto.">
            <a:extLst>
              <a:ext uri="{FF2B5EF4-FFF2-40B4-BE49-F238E27FC236}">
                <a16:creationId xmlns:a16="http://schemas.microsoft.com/office/drawing/2014/main" id="{9B45ACC9-F944-81E5-8547-1ED135F487C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34635" y="3033267"/>
            <a:ext cx="761411" cy="268733"/>
          </a:xfrm>
          <a:prstGeom prst="rect">
            <a:avLst/>
          </a:prstGeom>
        </p:spPr>
      </p:pic>
      <p:sp>
        <p:nvSpPr>
          <p:cNvPr id="14" name="CuadroTexto 13">
            <a:extLst>
              <a:ext uri="{FF2B5EF4-FFF2-40B4-BE49-F238E27FC236}">
                <a16:creationId xmlns:a16="http://schemas.microsoft.com/office/drawing/2014/main" id="{9B455DC1-5E70-5C7D-BCCF-EB7A6B121561}"/>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Subclase U: </a:t>
            </a:r>
            <a:r>
              <a:rPr lang="es-ES" sz="6000" b="1" dirty="0" err="1">
                <a:solidFill>
                  <a:srgbClr val="0070C0"/>
                </a:solidFill>
                <a:latin typeface="Amasis MT Pro Light" panose="02040304050005020304" pitchFamily="18" charset="0"/>
                <a:cs typeface="Adobe Devanagari" panose="02040503050201020203" pitchFamily="18" charset="0"/>
              </a:rPr>
              <a:t>Autosemejanza</a:t>
            </a:r>
            <a:endParaRPr lang="es-ES" sz="7200" b="1" dirty="0">
              <a:solidFill>
                <a:srgbClr val="0070C0"/>
              </a:solidFill>
              <a:latin typeface="Amasis MT Pro Light" panose="02040304050005020304" pitchFamily="18" charset="0"/>
              <a:cs typeface="Adobe Devanagari" panose="02040503050201020203" pitchFamily="18" charset="0"/>
            </a:endParaRPr>
          </a:p>
        </p:txBody>
      </p:sp>
      <p:cxnSp>
        <p:nvCxnSpPr>
          <p:cNvPr id="6" name="Conector recto de flecha 5">
            <a:extLst>
              <a:ext uri="{FF2B5EF4-FFF2-40B4-BE49-F238E27FC236}">
                <a16:creationId xmlns:a16="http://schemas.microsoft.com/office/drawing/2014/main" id="{0AA26B4B-19B7-A1CC-084B-D822391AB38C}"/>
              </a:ext>
            </a:extLst>
          </p:cNvPr>
          <p:cNvCxnSpPr>
            <a:cxnSpLocks/>
          </p:cNvCxnSpPr>
          <p:nvPr/>
        </p:nvCxnSpPr>
        <p:spPr>
          <a:xfrm flipH="1">
            <a:off x="4301598" y="4443845"/>
            <a:ext cx="393613" cy="19142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F49CA3D6-3908-2966-D915-16B002A5C041}"/>
              </a:ext>
            </a:extLst>
          </p:cNvPr>
          <p:cNvCxnSpPr>
            <a:cxnSpLocks/>
          </p:cNvCxnSpPr>
          <p:nvPr/>
        </p:nvCxnSpPr>
        <p:spPr>
          <a:xfrm flipH="1">
            <a:off x="6243399" y="4489823"/>
            <a:ext cx="259466" cy="197384"/>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Marcador de número de diapositiva 9">
            <a:extLst>
              <a:ext uri="{FF2B5EF4-FFF2-40B4-BE49-F238E27FC236}">
                <a16:creationId xmlns:a16="http://schemas.microsoft.com/office/drawing/2014/main" id="{57AB56B1-8D6B-FCDF-5D31-2933F1471D7D}"/>
              </a:ext>
            </a:extLst>
          </p:cNvPr>
          <p:cNvSpPr>
            <a:spLocks noGrp="1"/>
          </p:cNvSpPr>
          <p:nvPr>
            <p:ph type="sldNum" sz="quarter" idx="12"/>
          </p:nvPr>
        </p:nvSpPr>
        <p:spPr/>
        <p:txBody>
          <a:bodyPr/>
          <a:lstStyle/>
          <a:p>
            <a:fld id="{CC057153-B650-4DEB-B370-79DDCFDCE934}" type="slidenum">
              <a:rPr lang="en-US" smtClean="0"/>
              <a:pPr/>
              <a:t>63</a:t>
            </a:fld>
            <a:r>
              <a:rPr lang="en-US"/>
              <a:t> / 57</a:t>
            </a:r>
            <a:endParaRPr lang="en-US" dirty="0"/>
          </a:p>
        </p:txBody>
      </p:sp>
    </p:spTree>
    <p:extLst>
      <p:ext uri="{BB962C8B-B14F-4D97-AF65-F5344CB8AC3E}">
        <p14:creationId xmlns:p14="http://schemas.microsoft.com/office/powerpoint/2010/main" val="18273835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D700-B44A-ED6E-C9DD-F886C2D0040F}"/>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2F6BF9E-58B5-B641-EBC5-8F45B161F6F2}"/>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Regla-60</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0x128</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0x64</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1x32</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1x16</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1x8</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1x4</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0x2</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a:t>
            </a:r>
          </a:p>
        </p:txBody>
      </p:sp>
      <p:pic>
        <p:nvPicPr>
          <p:cNvPr id="18" name="Imagen 17" descr="Forma, Cuadrado&#10;&#10;El contenido generado por IA puede ser incorrecto.">
            <a:extLst>
              <a:ext uri="{FF2B5EF4-FFF2-40B4-BE49-F238E27FC236}">
                <a16:creationId xmlns:a16="http://schemas.microsoft.com/office/drawing/2014/main" id="{EF8F1AE9-0371-72CE-6ED6-6148AE70A2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528B50FF-720E-3E7D-E368-A158F2D9F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B0E45EB3-3E8E-305A-84F6-6AB4A29E42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6F2A70EF-B055-29D6-841E-4F5573F07F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975FDA91-AB45-93F0-87F4-C6FF194CA9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E2C7E94D-2396-E1EB-D349-CE61AA622D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0014D4D3-4225-E9AF-38AD-B5A40F427E7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sp>
        <p:nvSpPr>
          <p:cNvPr id="2" name="CuadroTexto 1">
            <a:extLst>
              <a:ext uri="{FF2B5EF4-FFF2-40B4-BE49-F238E27FC236}">
                <a16:creationId xmlns:a16="http://schemas.microsoft.com/office/drawing/2014/main" id="{2E62B5AB-E9E6-F695-123B-480E8340829B}"/>
              </a:ext>
            </a:extLst>
          </p:cNvPr>
          <p:cNvSpPr txBox="1"/>
          <p:nvPr/>
        </p:nvSpPr>
        <p:spPr>
          <a:xfrm>
            <a:off x="-5692" y="3556000"/>
            <a:ext cx="9149692" cy="646331"/>
          </a:xfrm>
          <a:prstGeom prst="rect">
            <a:avLst/>
          </a:prstGeom>
          <a:noFill/>
        </p:spPr>
        <p:txBody>
          <a:bodyPr wrap="square" rtlCol="0">
            <a:spAutoFit/>
          </a:bodyPr>
          <a:lstStyle/>
          <a:p>
            <a:pPr algn="ctr"/>
            <a:r>
              <a:rPr lang="es-ES" dirty="0">
                <a:solidFill>
                  <a:schemeClr val="bg2">
                    <a:lumMod val="10000"/>
                  </a:schemeClr>
                </a:solidFill>
                <a:latin typeface="Amasis MT Pro" panose="02040504050005020304" pitchFamily="18" charset="0"/>
              </a:rPr>
              <a:t>Para cada uno de los bits, si cambio la/las células que se indica (las negras), ¿el resultado</a:t>
            </a:r>
            <a:r>
              <a:rPr lang="es-ES" dirty="0">
                <a:latin typeface="Amasis MT Pro" panose="02040504050005020304" pitchFamily="18" charset="0"/>
              </a:rPr>
              <a:t> </a:t>
            </a:r>
            <a:r>
              <a:rPr lang="es-ES" dirty="0">
                <a:solidFill>
                  <a:schemeClr val="bg2">
                    <a:lumMod val="50000"/>
                  </a:schemeClr>
                </a:solidFill>
                <a:latin typeface="Amasis MT Pro" panose="02040504050005020304" pitchFamily="18" charset="0"/>
              </a:rPr>
              <a:t>cambia (1) </a:t>
            </a:r>
            <a:r>
              <a:rPr lang="es-ES" dirty="0">
                <a:latin typeface="Amasis MT Pro" panose="02040504050005020304" pitchFamily="18" charset="0"/>
              </a:rPr>
              <a:t>o</a:t>
            </a:r>
            <a:r>
              <a:rPr lang="es-ES" dirty="0">
                <a:solidFill>
                  <a:schemeClr val="bg2">
                    <a:lumMod val="50000"/>
                  </a:schemeClr>
                </a:solidFill>
                <a:latin typeface="Amasis MT Pro" panose="02040504050005020304" pitchFamily="18" charset="0"/>
              </a:rPr>
              <a:t> </a:t>
            </a:r>
            <a:r>
              <a:rPr lang="es-ES" dirty="0">
                <a:solidFill>
                  <a:srgbClr val="0070C0"/>
                </a:solidFill>
                <a:latin typeface="Amasis MT Pro" panose="02040504050005020304" pitchFamily="18" charset="0"/>
              </a:rPr>
              <a:t>no cambia (0)</a:t>
            </a:r>
            <a:r>
              <a:rPr lang="es-ES" dirty="0">
                <a:latin typeface="Amasis MT Pro" panose="02040504050005020304" pitchFamily="18" charset="0"/>
              </a:rPr>
              <a:t>? </a:t>
            </a:r>
          </a:p>
        </p:txBody>
      </p:sp>
      <p:sp>
        <p:nvSpPr>
          <p:cNvPr id="4" name="CuadroTexto 3">
            <a:extLst>
              <a:ext uri="{FF2B5EF4-FFF2-40B4-BE49-F238E27FC236}">
                <a16:creationId xmlns:a16="http://schemas.microsoft.com/office/drawing/2014/main" id="{E8C1D391-94E4-FC4C-314A-E41CA1579D8A}"/>
              </a:ext>
            </a:extLst>
          </p:cNvPr>
          <p:cNvSpPr txBox="1"/>
          <p:nvPr/>
        </p:nvSpPr>
        <p:spPr>
          <a:xfrm>
            <a:off x="1166627" y="4443845"/>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7" name="CuadroTexto 6">
            <a:extLst>
              <a:ext uri="{FF2B5EF4-FFF2-40B4-BE49-F238E27FC236}">
                <a16:creationId xmlns:a16="http://schemas.microsoft.com/office/drawing/2014/main" id="{BA92BE41-3516-C572-9E54-1B3EBB374D54}"/>
              </a:ext>
            </a:extLst>
          </p:cNvPr>
          <p:cNvSpPr txBox="1"/>
          <p:nvPr/>
        </p:nvSpPr>
        <p:spPr>
          <a:xfrm>
            <a:off x="2094432" y="4443845"/>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5" name="CuadroTexto 14">
            <a:extLst>
              <a:ext uri="{FF2B5EF4-FFF2-40B4-BE49-F238E27FC236}">
                <a16:creationId xmlns:a16="http://schemas.microsoft.com/office/drawing/2014/main" id="{CE9BA8B5-AE32-5F7C-7A41-526D02C9E6BB}"/>
              </a:ext>
            </a:extLst>
          </p:cNvPr>
          <p:cNvSpPr txBox="1"/>
          <p:nvPr/>
        </p:nvSpPr>
        <p:spPr>
          <a:xfrm>
            <a:off x="3022237" y="4443845"/>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17" name="CuadroTexto 16">
            <a:extLst>
              <a:ext uri="{FF2B5EF4-FFF2-40B4-BE49-F238E27FC236}">
                <a16:creationId xmlns:a16="http://schemas.microsoft.com/office/drawing/2014/main" id="{DF6CCC2B-1DE5-6F6B-61B6-CABEA02E76CA}"/>
              </a:ext>
            </a:extLst>
          </p:cNvPr>
          <p:cNvSpPr txBox="1"/>
          <p:nvPr/>
        </p:nvSpPr>
        <p:spPr>
          <a:xfrm>
            <a:off x="3957185" y="4436643"/>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19" name="CuadroTexto 18">
            <a:extLst>
              <a:ext uri="{FF2B5EF4-FFF2-40B4-BE49-F238E27FC236}">
                <a16:creationId xmlns:a16="http://schemas.microsoft.com/office/drawing/2014/main" id="{A5DAE914-5138-AC7C-4177-604541C4619F}"/>
              </a:ext>
            </a:extLst>
          </p:cNvPr>
          <p:cNvSpPr txBox="1"/>
          <p:nvPr/>
        </p:nvSpPr>
        <p:spPr>
          <a:xfrm>
            <a:off x="4884062" y="4436643"/>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21" name="CuadroTexto 20">
            <a:extLst>
              <a:ext uri="{FF2B5EF4-FFF2-40B4-BE49-F238E27FC236}">
                <a16:creationId xmlns:a16="http://schemas.microsoft.com/office/drawing/2014/main" id="{E4599F16-1142-FF07-F056-A802ADA98DB0}"/>
              </a:ext>
            </a:extLst>
          </p:cNvPr>
          <p:cNvSpPr txBox="1"/>
          <p:nvPr/>
        </p:nvSpPr>
        <p:spPr>
          <a:xfrm>
            <a:off x="5817600" y="4443845"/>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23" name="CuadroTexto 22">
            <a:extLst>
              <a:ext uri="{FF2B5EF4-FFF2-40B4-BE49-F238E27FC236}">
                <a16:creationId xmlns:a16="http://schemas.microsoft.com/office/drawing/2014/main" id="{06F44AB0-D965-77A5-4020-5FB3C938FBEC}"/>
              </a:ext>
            </a:extLst>
          </p:cNvPr>
          <p:cNvSpPr txBox="1"/>
          <p:nvPr/>
        </p:nvSpPr>
        <p:spPr>
          <a:xfrm>
            <a:off x="6751138" y="4447431"/>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25" name="CuadroTexto 24">
            <a:extLst>
              <a:ext uri="{FF2B5EF4-FFF2-40B4-BE49-F238E27FC236}">
                <a16:creationId xmlns:a16="http://schemas.microsoft.com/office/drawing/2014/main" id="{C930CCC0-B49B-896B-DE8E-7CBFCD7913C5}"/>
              </a:ext>
            </a:extLst>
          </p:cNvPr>
          <p:cNvSpPr txBox="1"/>
          <p:nvPr/>
        </p:nvSpPr>
        <p:spPr>
          <a:xfrm>
            <a:off x="7684676" y="4436643"/>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pic>
        <p:nvPicPr>
          <p:cNvPr id="27" name="Imagen 26" descr="Forma, Cuadrado&#10;&#10;El contenido generado por IA puede ser incorrecto.">
            <a:extLst>
              <a:ext uri="{FF2B5EF4-FFF2-40B4-BE49-F238E27FC236}">
                <a16:creationId xmlns:a16="http://schemas.microsoft.com/office/drawing/2014/main" id="{4C56578B-AA3B-B042-5D65-3D5D332D912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9701" y="5460440"/>
            <a:ext cx="761411" cy="268733"/>
          </a:xfrm>
          <a:prstGeom prst="rect">
            <a:avLst/>
          </a:prstGeom>
        </p:spPr>
      </p:pic>
      <p:pic>
        <p:nvPicPr>
          <p:cNvPr id="29" name="Imagen 28" descr="Forma, Cuadrado&#10;&#10;El contenido generado por IA puede ser incorrecto.">
            <a:extLst>
              <a:ext uri="{FF2B5EF4-FFF2-40B4-BE49-F238E27FC236}">
                <a16:creationId xmlns:a16="http://schemas.microsoft.com/office/drawing/2014/main" id="{13064CD1-10A6-5151-35DC-34BEDE568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5470161"/>
            <a:ext cx="761411" cy="268733"/>
          </a:xfrm>
          <a:prstGeom prst="rect">
            <a:avLst/>
          </a:prstGeom>
        </p:spPr>
      </p:pic>
      <p:pic>
        <p:nvPicPr>
          <p:cNvPr id="31" name="Imagen 30" descr="Icono&#10;&#10;El contenido generado por IA puede ser incorrecto.">
            <a:extLst>
              <a:ext uri="{FF2B5EF4-FFF2-40B4-BE49-F238E27FC236}">
                <a16:creationId xmlns:a16="http://schemas.microsoft.com/office/drawing/2014/main" id="{A02D8513-C39D-A352-ADFD-DD1EBA571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5470793"/>
            <a:ext cx="761411" cy="268733"/>
          </a:xfrm>
          <a:prstGeom prst="rect">
            <a:avLst/>
          </a:prstGeom>
        </p:spPr>
      </p:pic>
      <p:pic>
        <p:nvPicPr>
          <p:cNvPr id="33" name="Imagen 32" descr="Icono&#10;&#10;El contenido generado por IA puede ser incorrecto.">
            <a:extLst>
              <a:ext uri="{FF2B5EF4-FFF2-40B4-BE49-F238E27FC236}">
                <a16:creationId xmlns:a16="http://schemas.microsoft.com/office/drawing/2014/main" id="{DA406A81-7757-D2E5-F098-AEF994A8A4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5478414"/>
            <a:ext cx="761411" cy="268733"/>
          </a:xfrm>
          <a:prstGeom prst="rect">
            <a:avLst/>
          </a:prstGeom>
        </p:spPr>
      </p:pic>
      <p:pic>
        <p:nvPicPr>
          <p:cNvPr id="34" name="Imagen 33" descr="Forma, Cuadrado&#10;&#10;El contenido generado por IA puede ser incorrecto.">
            <a:extLst>
              <a:ext uri="{FF2B5EF4-FFF2-40B4-BE49-F238E27FC236}">
                <a16:creationId xmlns:a16="http://schemas.microsoft.com/office/drawing/2014/main" id="{ED9F79B4-C526-D2DC-10F8-563513C3D0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5478414"/>
            <a:ext cx="761411" cy="268733"/>
          </a:xfrm>
          <a:prstGeom prst="rect">
            <a:avLst/>
          </a:prstGeom>
        </p:spPr>
      </p:pic>
      <p:pic>
        <p:nvPicPr>
          <p:cNvPr id="35" name="Imagen 34" descr="Forma, Cuadrado&#10;&#10;El contenido generado por IA puede ser incorrecto.">
            <a:extLst>
              <a:ext uri="{FF2B5EF4-FFF2-40B4-BE49-F238E27FC236}">
                <a16:creationId xmlns:a16="http://schemas.microsoft.com/office/drawing/2014/main" id="{03103DF6-C59C-0051-6B00-625C81D548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5470794"/>
            <a:ext cx="761411" cy="268733"/>
          </a:xfrm>
          <a:prstGeom prst="rect">
            <a:avLst/>
          </a:prstGeom>
        </p:spPr>
      </p:pic>
      <p:pic>
        <p:nvPicPr>
          <p:cNvPr id="36" name="Imagen 35" descr="Icono&#10;&#10;El contenido generado por IA puede ser incorrecto.">
            <a:extLst>
              <a:ext uri="{FF2B5EF4-FFF2-40B4-BE49-F238E27FC236}">
                <a16:creationId xmlns:a16="http://schemas.microsoft.com/office/drawing/2014/main" id="{026BE51F-8E05-84ED-391C-3702390054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5474844"/>
            <a:ext cx="761411" cy="268733"/>
          </a:xfrm>
          <a:prstGeom prst="rect">
            <a:avLst/>
          </a:prstGeom>
        </p:spPr>
      </p:pic>
      <p:pic>
        <p:nvPicPr>
          <p:cNvPr id="37" name="Imagen 36" descr="Icono&#10;&#10;El contenido generado por IA puede ser incorrecto.">
            <a:extLst>
              <a:ext uri="{FF2B5EF4-FFF2-40B4-BE49-F238E27FC236}">
                <a16:creationId xmlns:a16="http://schemas.microsoft.com/office/drawing/2014/main" id="{A2BE0A03-0A6A-D22D-F76F-A7C9E728211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5474844"/>
            <a:ext cx="761411" cy="268733"/>
          </a:xfrm>
          <a:prstGeom prst="rect">
            <a:avLst/>
          </a:prstGeom>
        </p:spPr>
      </p:pic>
      <p:sp>
        <p:nvSpPr>
          <p:cNvPr id="32" name="CuadroTexto 31">
            <a:extLst>
              <a:ext uri="{FF2B5EF4-FFF2-40B4-BE49-F238E27FC236}">
                <a16:creationId xmlns:a16="http://schemas.microsoft.com/office/drawing/2014/main" id="{E244A8ED-868B-87F8-FF14-863B86D5485F}"/>
              </a:ext>
            </a:extLst>
          </p:cNvPr>
          <p:cNvSpPr txBox="1"/>
          <p:nvPr/>
        </p:nvSpPr>
        <p:spPr>
          <a:xfrm>
            <a:off x="1161561" y="2016672"/>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39" name="CuadroTexto 38">
            <a:extLst>
              <a:ext uri="{FF2B5EF4-FFF2-40B4-BE49-F238E27FC236}">
                <a16:creationId xmlns:a16="http://schemas.microsoft.com/office/drawing/2014/main" id="{6286F2B5-75C4-BBEC-61EA-425A90E41D02}"/>
              </a:ext>
            </a:extLst>
          </p:cNvPr>
          <p:cNvSpPr txBox="1"/>
          <p:nvPr/>
        </p:nvSpPr>
        <p:spPr>
          <a:xfrm>
            <a:off x="2089366" y="2016672"/>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40" name="CuadroTexto 39">
            <a:extLst>
              <a:ext uri="{FF2B5EF4-FFF2-40B4-BE49-F238E27FC236}">
                <a16:creationId xmlns:a16="http://schemas.microsoft.com/office/drawing/2014/main" id="{FE9227EB-0C50-27C4-38AF-EFC4147B4AC7}"/>
              </a:ext>
            </a:extLst>
          </p:cNvPr>
          <p:cNvSpPr txBox="1"/>
          <p:nvPr/>
        </p:nvSpPr>
        <p:spPr>
          <a:xfrm>
            <a:off x="3017171" y="2016672"/>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41" name="CuadroTexto 40">
            <a:extLst>
              <a:ext uri="{FF2B5EF4-FFF2-40B4-BE49-F238E27FC236}">
                <a16:creationId xmlns:a16="http://schemas.microsoft.com/office/drawing/2014/main" id="{35E81CCF-A3A3-761E-9BB2-778FD6FA635D}"/>
              </a:ext>
            </a:extLst>
          </p:cNvPr>
          <p:cNvSpPr txBox="1"/>
          <p:nvPr/>
        </p:nvSpPr>
        <p:spPr>
          <a:xfrm>
            <a:off x="3952119" y="2009470"/>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42" name="CuadroTexto 41">
            <a:extLst>
              <a:ext uri="{FF2B5EF4-FFF2-40B4-BE49-F238E27FC236}">
                <a16:creationId xmlns:a16="http://schemas.microsoft.com/office/drawing/2014/main" id="{295B9751-3E75-D565-FB5C-D826999DE846}"/>
              </a:ext>
            </a:extLst>
          </p:cNvPr>
          <p:cNvSpPr txBox="1"/>
          <p:nvPr/>
        </p:nvSpPr>
        <p:spPr>
          <a:xfrm>
            <a:off x="4878996" y="2009470"/>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43" name="CuadroTexto 42">
            <a:extLst>
              <a:ext uri="{FF2B5EF4-FFF2-40B4-BE49-F238E27FC236}">
                <a16:creationId xmlns:a16="http://schemas.microsoft.com/office/drawing/2014/main" id="{591E1EB9-389D-10D4-D39D-5396B9ED7D0D}"/>
              </a:ext>
            </a:extLst>
          </p:cNvPr>
          <p:cNvSpPr txBox="1"/>
          <p:nvPr/>
        </p:nvSpPr>
        <p:spPr>
          <a:xfrm>
            <a:off x="5812534" y="2016672"/>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44" name="CuadroTexto 43">
            <a:extLst>
              <a:ext uri="{FF2B5EF4-FFF2-40B4-BE49-F238E27FC236}">
                <a16:creationId xmlns:a16="http://schemas.microsoft.com/office/drawing/2014/main" id="{BCE7541B-3ACC-4438-733D-2ADBB08A51AB}"/>
              </a:ext>
            </a:extLst>
          </p:cNvPr>
          <p:cNvSpPr txBox="1"/>
          <p:nvPr/>
        </p:nvSpPr>
        <p:spPr>
          <a:xfrm>
            <a:off x="6746072" y="2020258"/>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45" name="CuadroTexto 44">
            <a:extLst>
              <a:ext uri="{FF2B5EF4-FFF2-40B4-BE49-F238E27FC236}">
                <a16:creationId xmlns:a16="http://schemas.microsoft.com/office/drawing/2014/main" id="{AA0FD63A-16C6-B689-3E6B-2B7EF3741F0B}"/>
              </a:ext>
            </a:extLst>
          </p:cNvPr>
          <p:cNvSpPr txBox="1"/>
          <p:nvPr/>
        </p:nvSpPr>
        <p:spPr>
          <a:xfrm>
            <a:off x="7679610" y="2009470"/>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pic>
        <p:nvPicPr>
          <p:cNvPr id="46" name="Imagen 45" descr="Forma, Cuadrado&#10;&#10;El contenido generado por IA puede ser incorrecto.">
            <a:extLst>
              <a:ext uri="{FF2B5EF4-FFF2-40B4-BE49-F238E27FC236}">
                <a16:creationId xmlns:a16="http://schemas.microsoft.com/office/drawing/2014/main" id="{EE4CEA7F-6909-FA2B-0B7D-0E9EB101D4C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4635" y="3033267"/>
            <a:ext cx="761411" cy="268733"/>
          </a:xfrm>
          <a:prstGeom prst="rect">
            <a:avLst/>
          </a:prstGeom>
        </p:spPr>
      </p:pic>
      <p:sp>
        <p:nvSpPr>
          <p:cNvPr id="6" name="CuadroTexto 5">
            <a:extLst>
              <a:ext uri="{FF2B5EF4-FFF2-40B4-BE49-F238E27FC236}">
                <a16:creationId xmlns:a16="http://schemas.microsoft.com/office/drawing/2014/main" id="{D8817A25-985B-230C-ADA3-2E7F432853D4}"/>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Subclase U: </a:t>
            </a:r>
            <a:r>
              <a:rPr lang="es-ES" sz="6000" b="1" dirty="0" err="1">
                <a:solidFill>
                  <a:srgbClr val="0070C0"/>
                </a:solidFill>
                <a:latin typeface="Amasis MT Pro Light" panose="02040304050005020304" pitchFamily="18" charset="0"/>
                <a:cs typeface="Adobe Devanagari" panose="02040503050201020203" pitchFamily="18" charset="0"/>
              </a:rPr>
              <a:t>Autosemejanza</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8" name="CuadroTexto 7">
            <a:extLst>
              <a:ext uri="{FF2B5EF4-FFF2-40B4-BE49-F238E27FC236}">
                <a16:creationId xmlns:a16="http://schemas.microsoft.com/office/drawing/2014/main" id="{1771250C-7191-7CE0-144D-F009961E9DB9}"/>
              </a:ext>
            </a:extLst>
          </p:cNvPr>
          <p:cNvSpPr txBox="1"/>
          <p:nvPr/>
        </p:nvSpPr>
        <p:spPr>
          <a:xfrm>
            <a:off x="0" y="5872309"/>
            <a:ext cx="9144000" cy="769441"/>
          </a:xfrm>
          <a:prstGeom prst="rect">
            <a:avLst/>
          </a:prstGeom>
          <a:noFill/>
        </p:spPr>
        <p:txBody>
          <a:bodyPr wrap="square" rtlCol="0">
            <a:spAutoFit/>
          </a:bodyPr>
          <a:lstStyle/>
          <a:p>
            <a:pPr algn="ctr"/>
            <a:r>
              <a:rPr lang="es-ES" sz="4400" b="1" i="1" dirty="0">
                <a:solidFill>
                  <a:srgbClr val="00B050"/>
                </a:solidFill>
                <a:latin typeface="Amasis MT Pro" panose="02040504050005020304" pitchFamily="18" charset="0"/>
              </a:rPr>
              <a:t>¡Resulta ser la misma regla!</a:t>
            </a:r>
            <a:endParaRPr lang="es-ES" sz="4400" dirty="0">
              <a:solidFill>
                <a:srgbClr val="0070C0"/>
              </a:solidFill>
              <a:latin typeface="Amasis MT Pro" panose="02040504050005020304" pitchFamily="18" charset="0"/>
            </a:endParaRPr>
          </a:p>
        </p:txBody>
      </p:sp>
      <p:sp>
        <p:nvSpPr>
          <p:cNvPr id="10" name="Marcador de número de diapositiva 9">
            <a:extLst>
              <a:ext uri="{FF2B5EF4-FFF2-40B4-BE49-F238E27FC236}">
                <a16:creationId xmlns:a16="http://schemas.microsoft.com/office/drawing/2014/main" id="{245718FD-1ED5-F179-1F0E-6F1C0B460E1C}"/>
              </a:ext>
            </a:extLst>
          </p:cNvPr>
          <p:cNvSpPr>
            <a:spLocks noGrp="1"/>
          </p:cNvSpPr>
          <p:nvPr>
            <p:ph type="sldNum" sz="quarter" idx="12"/>
          </p:nvPr>
        </p:nvSpPr>
        <p:spPr/>
        <p:txBody>
          <a:bodyPr/>
          <a:lstStyle/>
          <a:p>
            <a:fld id="{CC057153-B650-4DEB-B370-79DDCFDCE934}" type="slidenum">
              <a:rPr lang="en-US" smtClean="0"/>
              <a:pPr/>
              <a:t>64</a:t>
            </a:fld>
            <a:r>
              <a:rPr lang="en-US"/>
              <a:t> / 57</a:t>
            </a:r>
            <a:endParaRPr lang="en-US" dirty="0"/>
          </a:p>
        </p:txBody>
      </p:sp>
    </p:spTree>
    <p:extLst>
      <p:ext uri="{BB962C8B-B14F-4D97-AF65-F5344CB8AC3E}">
        <p14:creationId xmlns:p14="http://schemas.microsoft.com/office/powerpoint/2010/main" val="2954925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E0DD8-71B2-9C9A-A5F7-8B55322EDA4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705B8B1-A906-3773-BAC1-5E65D5395748}"/>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Regla-150</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1x128</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0x64</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0x32</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1x16</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0x8</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1x4</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1x2</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a:t>
            </a:r>
          </a:p>
        </p:txBody>
      </p:sp>
      <p:pic>
        <p:nvPicPr>
          <p:cNvPr id="18" name="Imagen 17" descr="Forma, Cuadrado&#10;&#10;El contenido generado por IA puede ser incorrecto.">
            <a:extLst>
              <a:ext uri="{FF2B5EF4-FFF2-40B4-BE49-F238E27FC236}">
                <a16:creationId xmlns:a16="http://schemas.microsoft.com/office/drawing/2014/main" id="{D1159975-6666-DEB5-9AAD-8E10DA8E1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171A84E4-FA11-D9E1-6510-7DE89E286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81CBF02E-878E-E3FB-93BD-D5A454FA60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FB79F57F-DB14-3963-EAB6-9FD5D92CCA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0E1281D2-80E9-AC27-BD29-51360E1C80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598DA97B-44ED-AE78-1A31-8D870645C2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45521D50-6545-A046-600C-3704F6C3E75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sp>
        <p:nvSpPr>
          <p:cNvPr id="2" name="CuadroTexto 1">
            <a:extLst>
              <a:ext uri="{FF2B5EF4-FFF2-40B4-BE49-F238E27FC236}">
                <a16:creationId xmlns:a16="http://schemas.microsoft.com/office/drawing/2014/main" id="{A81129EF-F9B2-1F94-C739-BAB50576B7BC}"/>
              </a:ext>
            </a:extLst>
          </p:cNvPr>
          <p:cNvSpPr txBox="1"/>
          <p:nvPr/>
        </p:nvSpPr>
        <p:spPr>
          <a:xfrm>
            <a:off x="-5692" y="3556000"/>
            <a:ext cx="9149692" cy="646331"/>
          </a:xfrm>
          <a:prstGeom prst="rect">
            <a:avLst/>
          </a:prstGeom>
          <a:noFill/>
        </p:spPr>
        <p:txBody>
          <a:bodyPr wrap="square" rtlCol="0">
            <a:spAutoFit/>
          </a:bodyPr>
          <a:lstStyle/>
          <a:p>
            <a:pPr algn="ctr"/>
            <a:r>
              <a:rPr lang="es-ES" dirty="0">
                <a:latin typeface="Amasis MT Pro" panose="02040504050005020304" pitchFamily="18" charset="0"/>
              </a:rPr>
              <a:t>Para cada uno de los bits, si cambio la/las células que se indica (las negras), ¿el resultado </a:t>
            </a:r>
            <a:r>
              <a:rPr lang="es-ES" dirty="0">
                <a:solidFill>
                  <a:srgbClr val="C00000"/>
                </a:solidFill>
                <a:latin typeface="Amasis MT Pro" panose="02040504050005020304" pitchFamily="18" charset="0"/>
              </a:rPr>
              <a:t>cambia (1)</a:t>
            </a:r>
            <a:r>
              <a:rPr lang="es-ES" dirty="0">
                <a:solidFill>
                  <a:schemeClr val="bg2">
                    <a:lumMod val="50000"/>
                  </a:schemeClr>
                </a:solidFill>
                <a:latin typeface="Amasis MT Pro" panose="02040504050005020304" pitchFamily="18" charset="0"/>
              </a:rPr>
              <a:t> </a:t>
            </a:r>
            <a:r>
              <a:rPr lang="es-ES" dirty="0">
                <a:latin typeface="Amasis MT Pro" panose="02040504050005020304" pitchFamily="18" charset="0"/>
              </a:rPr>
              <a:t>o</a:t>
            </a:r>
            <a:r>
              <a:rPr lang="es-ES" dirty="0">
                <a:solidFill>
                  <a:schemeClr val="bg2">
                    <a:lumMod val="50000"/>
                  </a:schemeClr>
                </a:solidFill>
                <a:latin typeface="Amasis MT Pro" panose="02040504050005020304" pitchFamily="18" charset="0"/>
              </a:rPr>
              <a:t> </a:t>
            </a:r>
            <a:r>
              <a:rPr lang="es-ES" dirty="0">
                <a:solidFill>
                  <a:srgbClr val="0070C0"/>
                </a:solidFill>
                <a:latin typeface="Amasis MT Pro" panose="02040504050005020304" pitchFamily="18" charset="0"/>
              </a:rPr>
              <a:t>no cambia (0)</a:t>
            </a:r>
            <a:r>
              <a:rPr lang="es-ES" dirty="0">
                <a:latin typeface="Amasis MT Pro" panose="02040504050005020304" pitchFamily="18" charset="0"/>
              </a:rPr>
              <a:t>? </a:t>
            </a:r>
          </a:p>
        </p:txBody>
      </p:sp>
      <p:sp>
        <p:nvSpPr>
          <p:cNvPr id="4" name="CuadroTexto 3">
            <a:extLst>
              <a:ext uri="{FF2B5EF4-FFF2-40B4-BE49-F238E27FC236}">
                <a16:creationId xmlns:a16="http://schemas.microsoft.com/office/drawing/2014/main" id="{1441C9E0-5CB3-380F-A7B3-FDDBA9EEDC1B}"/>
              </a:ext>
            </a:extLst>
          </p:cNvPr>
          <p:cNvSpPr txBox="1"/>
          <p:nvPr/>
        </p:nvSpPr>
        <p:spPr>
          <a:xfrm>
            <a:off x="1166627" y="4443845"/>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7" name="CuadroTexto 6">
            <a:extLst>
              <a:ext uri="{FF2B5EF4-FFF2-40B4-BE49-F238E27FC236}">
                <a16:creationId xmlns:a16="http://schemas.microsoft.com/office/drawing/2014/main" id="{BE3FA818-0004-A7D6-6F3B-9FC97BC4093A}"/>
              </a:ext>
            </a:extLst>
          </p:cNvPr>
          <p:cNvSpPr txBox="1"/>
          <p:nvPr/>
        </p:nvSpPr>
        <p:spPr>
          <a:xfrm>
            <a:off x="2094432" y="4443845"/>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5" name="CuadroTexto 14">
            <a:extLst>
              <a:ext uri="{FF2B5EF4-FFF2-40B4-BE49-F238E27FC236}">
                <a16:creationId xmlns:a16="http://schemas.microsoft.com/office/drawing/2014/main" id="{60D04BFA-C05E-BB6A-1E2B-AAD450AB6FC7}"/>
              </a:ext>
            </a:extLst>
          </p:cNvPr>
          <p:cNvSpPr txBox="1"/>
          <p:nvPr/>
        </p:nvSpPr>
        <p:spPr>
          <a:xfrm>
            <a:off x="3022237" y="4443845"/>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7" name="CuadroTexto 16">
            <a:extLst>
              <a:ext uri="{FF2B5EF4-FFF2-40B4-BE49-F238E27FC236}">
                <a16:creationId xmlns:a16="http://schemas.microsoft.com/office/drawing/2014/main" id="{8205C518-8D43-8293-DD14-2E1B70E6F3CF}"/>
              </a:ext>
            </a:extLst>
          </p:cNvPr>
          <p:cNvSpPr txBox="1"/>
          <p:nvPr/>
        </p:nvSpPr>
        <p:spPr>
          <a:xfrm>
            <a:off x="3957185" y="4436643"/>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19" name="CuadroTexto 18">
            <a:extLst>
              <a:ext uri="{FF2B5EF4-FFF2-40B4-BE49-F238E27FC236}">
                <a16:creationId xmlns:a16="http://schemas.microsoft.com/office/drawing/2014/main" id="{03BD8DCA-4613-202C-013A-30FA52ECB6E7}"/>
              </a:ext>
            </a:extLst>
          </p:cNvPr>
          <p:cNvSpPr txBox="1"/>
          <p:nvPr/>
        </p:nvSpPr>
        <p:spPr>
          <a:xfrm>
            <a:off x="4884062" y="4436643"/>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1350" dirty="0">
              <a:solidFill>
                <a:srgbClr val="0070C0"/>
              </a:solidFill>
              <a:latin typeface="Amasis MT Pro" panose="02040504050005020304" pitchFamily="18" charset="0"/>
            </a:endParaRPr>
          </a:p>
        </p:txBody>
      </p:sp>
      <p:sp>
        <p:nvSpPr>
          <p:cNvPr id="21" name="CuadroTexto 20">
            <a:extLst>
              <a:ext uri="{FF2B5EF4-FFF2-40B4-BE49-F238E27FC236}">
                <a16:creationId xmlns:a16="http://schemas.microsoft.com/office/drawing/2014/main" id="{C502C45C-35B6-D670-6DB8-1F97E6A9F85A}"/>
              </a:ext>
            </a:extLst>
          </p:cNvPr>
          <p:cNvSpPr txBox="1"/>
          <p:nvPr/>
        </p:nvSpPr>
        <p:spPr>
          <a:xfrm>
            <a:off x="5817600" y="4443845"/>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23" name="CuadroTexto 22">
            <a:extLst>
              <a:ext uri="{FF2B5EF4-FFF2-40B4-BE49-F238E27FC236}">
                <a16:creationId xmlns:a16="http://schemas.microsoft.com/office/drawing/2014/main" id="{201CECD6-0495-7FF7-EFFD-4BE4D6F96429}"/>
              </a:ext>
            </a:extLst>
          </p:cNvPr>
          <p:cNvSpPr txBox="1"/>
          <p:nvPr/>
        </p:nvSpPr>
        <p:spPr>
          <a:xfrm>
            <a:off x="6751138" y="4447431"/>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25" name="CuadroTexto 24">
            <a:extLst>
              <a:ext uri="{FF2B5EF4-FFF2-40B4-BE49-F238E27FC236}">
                <a16:creationId xmlns:a16="http://schemas.microsoft.com/office/drawing/2014/main" id="{EEF48DFC-A675-F19C-5651-3A89A4516F2E}"/>
              </a:ext>
            </a:extLst>
          </p:cNvPr>
          <p:cNvSpPr txBox="1"/>
          <p:nvPr/>
        </p:nvSpPr>
        <p:spPr>
          <a:xfrm>
            <a:off x="7684676" y="4436643"/>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pic>
        <p:nvPicPr>
          <p:cNvPr id="27" name="Imagen 26" descr="Forma, Cuadrado&#10;&#10;El contenido generado por IA puede ser incorrecto.">
            <a:extLst>
              <a:ext uri="{FF2B5EF4-FFF2-40B4-BE49-F238E27FC236}">
                <a16:creationId xmlns:a16="http://schemas.microsoft.com/office/drawing/2014/main" id="{9CFD9F61-56C1-378D-9AB4-BE342E5C41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9701" y="5460440"/>
            <a:ext cx="761411" cy="268733"/>
          </a:xfrm>
          <a:prstGeom prst="rect">
            <a:avLst/>
          </a:prstGeom>
        </p:spPr>
      </p:pic>
      <p:pic>
        <p:nvPicPr>
          <p:cNvPr id="29" name="Imagen 28" descr="Forma, Cuadrado&#10;&#10;El contenido generado por IA puede ser incorrecto.">
            <a:extLst>
              <a:ext uri="{FF2B5EF4-FFF2-40B4-BE49-F238E27FC236}">
                <a16:creationId xmlns:a16="http://schemas.microsoft.com/office/drawing/2014/main" id="{8DB08F35-52EA-6153-412B-3E87CCD02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865" y="5470161"/>
            <a:ext cx="761411" cy="268733"/>
          </a:xfrm>
          <a:prstGeom prst="rect">
            <a:avLst/>
          </a:prstGeom>
        </p:spPr>
      </p:pic>
      <p:pic>
        <p:nvPicPr>
          <p:cNvPr id="31" name="Imagen 30" descr="Icono&#10;&#10;El contenido generado por IA puede ser incorrecto.">
            <a:extLst>
              <a:ext uri="{FF2B5EF4-FFF2-40B4-BE49-F238E27FC236}">
                <a16:creationId xmlns:a16="http://schemas.microsoft.com/office/drawing/2014/main" id="{AE02AD44-C0E5-52FD-8C1B-11D10D31C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625" y="5470793"/>
            <a:ext cx="761411" cy="268733"/>
          </a:xfrm>
          <a:prstGeom prst="rect">
            <a:avLst/>
          </a:prstGeom>
        </p:spPr>
      </p:pic>
      <p:pic>
        <p:nvPicPr>
          <p:cNvPr id="33" name="Imagen 32" descr="Icono&#10;&#10;El contenido generado por IA puede ser incorrecto.">
            <a:extLst>
              <a:ext uri="{FF2B5EF4-FFF2-40B4-BE49-F238E27FC236}">
                <a16:creationId xmlns:a16="http://schemas.microsoft.com/office/drawing/2014/main" id="{898320DE-10BF-10CB-E766-086314B7A1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9087" y="5478414"/>
            <a:ext cx="761411" cy="268733"/>
          </a:xfrm>
          <a:prstGeom prst="rect">
            <a:avLst/>
          </a:prstGeom>
        </p:spPr>
      </p:pic>
      <p:pic>
        <p:nvPicPr>
          <p:cNvPr id="34" name="Imagen 33" descr="Forma, Cuadrado&#10;&#10;El contenido generado por IA puede ser incorrecto.">
            <a:extLst>
              <a:ext uri="{FF2B5EF4-FFF2-40B4-BE49-F238E27FC236}">
                <a16:creationId xmlns:a16="http://schemas.microsoft.com/office/drawing/2014/main" id="{501A8414-AF9E-7BAC-6B7C-7D7D5A0647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08847" y="5478414"/>
            <a:ext cx="761411" cy="268733"/>
          </a:xfrm>
          <a:prstGeom prst="rect">
            <a:avLst/>
          </a:prstGeom>
        </p:spPr>
      </p:pic>
      <p:pic>
        <p:nvPicPr>
          <p:cNvPr id="35" name="Imagen 34" descr="Forma, Cuadrado&#10;&#10;El contenido generado por IA puede ser incorrecto.">
            <a:extLst>
              <a:ext uri="{FF2B5EF4-FFF2-40B4-BE49-F238E27FC236}">
                <a16:creationId xmlns:a16="http://schemas.microsoft.com/office/drawing/2014/main" id="{54C6C095-6DD6-82BE-68EE-32AF567740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389" y="5470794"/>
            <a:ext cx="761411" cy="268733"/>
          </a:xfrm>
          <a:prstGeom prst="rect">
            <a:avLst/>
          </a:prstGeom>
        </p:spPr>
      </p:pic>
      <p:pic>
        <p:nvPicPr>
          <p:cNvPr id="36" name="Imagen 35" descr="Icono&#10;&#10;El contenido generado por IA puede ser incorrecto.">
            <a:extLst>
              <a:ext uri="{FF2B5EF4-FFF2-40B4-BE49-F238E27FC236}">
                <a16:creationId xmlns:a16="http://schemas.microsoft.com/office/drawing/2014/main" id="{6CF20C61-3345-5327-4182-CD29F9BF069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4110" y="5474844"/>
            <a:ext cx="761411" cy="268733"/>
          </a:xfrm>
          <a:prstGeom prst="rect">
            <a:avLst/>
          </a:prstGeom>
        </p:spPr>
      </p:pic>
      <p:pic>
        <p:nvPicPr>
          <p:cNvPr id="37" name="Imagen 36" descr="Icono&#10;&#10;El contenido generado por IA puede ser incorrecto.">
            <a:extLst>
              <a:ext uri="{FF2B5EF4-FFF2-40B4-BE49-F238E27FC236}">
                <a16:creationId xmlns:a16="http://schemas.microsoft.com/office/drawing/2014/main" id="{C390A429-7FBE-1D55-C237-C549993C0F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652" y="5474844"/>
            <a:ext cx="761411" cy="268733"/>
          </a:xfrm>
          <a:prstGeom prst="rect">
            <a:avLst/>
          </a:prstGeom>
        </p:spPr>
      </p:pic>
      <p:sp>
        <p:nvSpPr>
          <p:cNvPr id="32" name="CuadroTexto 31">
            <a:extLst>
              <a:ext uri="{FF2B5EF4-FFF2-40B4-BE49-F238E27FC236}">
                <a16:creationId xmlns:a16="http://schemas.microsoft.com/office/drawing/2014/main" id="{193ED160-111C-D344-5B99-86B750EB45B0}"/>
              </a:ext>
            </a:extLst>
          </p:cNvPr>
          <p:cNvSpPr txBox="1"/>
          <p:nvPr/>
        </p:nvSpPr>
        <p:spPr>
          <a:xfrm>
            <a:off x="1161561" y="2016672"/>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39" name="CuadroTexto 38">
            <a:extLst>
              <a:ext uri="{FF2B5EF4-FFF2-40B4-BE49-F238E27FC236}">
                <a16:creationId xmlns:a16="http://schemas.microsoft.com/office/drawing/2014/main" id="{03436222-7407-04C6-3801-3A1CF44AB443}"/>
              </a:ext>
            </a:extLst>
          </p:cNvPr>
          <p:cNvSpPr txBox="1"/>
          <p:nvPr/>
        </p:nvSpPr>
        <p:spPr>
          <a:xfrm>
            <a:off x="2089366" y="2016672"/>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40" name="CuadroTexto 39">
            <a:extLst>
              <a:ext uri="{FF2B5EF4-FFF2-40B4-BE49-F238E27FC236}">
                <a16:creationId xmlns:a16="http://schemas.microsoft.com/office/drawing/2014/main" id="{30298091-E81F-60B0-333D-1071876BC2DD}"/>
              </a:ext>
            </a:extLst>
          </p:cNvPr>
          <p:cNvSpPr txBox="1"/>
          <p:nvPr/>
        </p:nvSpPr>
        <p:spPr>
          <a:xfrm>
            <a:off x="3017171" y="2016672"/>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41" name="CuadroTexto 40">
            <a:extLst>
              <a:ext uri="{FF2B5EF4-FFF2-40B4-BE49-F238E27FC236}">
                <a16:creationId xmlns:a16="http://schemas.microsoft.com/office/drawing/2014/main" id="{6FF0A43A-0E69-A232-1B78-32AAB6DBD206}"/>
              </a:ext>
            </a:extLst>
          </p:cNvPr>
          <p:cNvSpPr txBox="1"/>
          <p:nvPr/>
        </p:nvSpPr>
        <p:spPr>
          <a:xfrm>
            <a:off x="3952119" y="2009470"/>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42" name="CuadroTexto 41">
            <a:extLst>
              <a:ext uri="{FF2B5EF4-FFF2-40B4-BE49-F238E27FC236}">
                <a16:creationId xmlns:a16="http://schemas.microsoft.com/office/drawing/2014/main" id="{19B43131-B118-585C-5988-65964F391A3A}"/>
              </a:ext>
            </a:extLst>
          </p:cNvPr>
          <p:cNvSpPr txBox="1"/>
          <p:nvPr/>
        </p:nvSpPr>
        <p:spPr>
          <a:xfrm>
            <a:off x="4878996" y="2009470"/>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1350" dirty="0">
              <a:solidFill>
                <a:srgbClr val="0070C0"/>
              </a:solidFill>
              <a:latin typeface="Amasis MT Pro" panose="02040504050005020304" pitchFamily="18" charset="0"/>
            </a:endParaRPr>
          </a:p>
        </p:txBody>
      </p:sp>
      <p:sp>
        <p:nvSpPr>
          <p:cNvPr id="43" name="CuadroTexto 42">
            <a:extLst>
              <a:ext uri="{FF2B5EF4-FFF2-40B4-BE49-F238E27FC236}">
                <a16:creationId xmlns:a16="http://schemas.microsoft.com/office/drawing/2014/main" id="{1F8A968D-2446-7761-78EE-3E03A0599A8C}"/>
              </a:ext>
            </a:extLst>
          </p:cNvPr>
          <p:cNvSpPr txBox="1"/>
          <p:nvPr/>
        </p:nvSpPr>
        <p:spPr>
          <a:xfrm>
            <a:off x="5812534" y="2016672"/>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44" name="CuadroTexto 43">
            <a:extLst>
              <a:ext uri="{FF2B5EF4-FFF2-40B4-BE49-F238E27FC236}">
                <a16:creationId xmlns:a16="http://schemas.microsoft.com/office/drawing/2014/main" id="{2C936E09-80B1-3EA6-ED04-5D2CA4F9DB17}"/>
              </a:ext>
            </a:extLst>
          </p:cNvPr>
          <p:cNvSpPr txBox="1"/>
          <p:nvPr/>
        </p:nvSpPr>
        <p:spPr>
          <a:xfrm>
            <a:off x="6746072" y="2020258"/>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45" name="CuadroTexto 44">
            <a:extLst>
              <a:ext uri="{FF2B5EF4-FFF2-40B4-BE49-F238E27FC236}">
                <a16:creationId xmlns:a16="http://schemas.microsoft.com/office/drawing/2014/main" id="{200E9B51-2269-2915-EA84-4E22BD4995FB}"/>
              </a:ext>
            </a:extLst>
          </p:cNvPr>
          <p:cNvSpPr txBox="1"/>
          <p:nvPr/>
        </p:nvSpPr>
        <p:spPr>
          <a:xfrm>
            <a:off x="7679610" y="2009470"/>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pic>
        <p:nvPicPr>
          <p:cNvPr id="46" name="Imagen 45" descr="Forma, Cuadrado&#10;&#10;El contenido generado por IA puede ser incorrecto.">
            <a:extLst>
              <a:ext uri="{FF2B5EF4-FFF2-40B4-BE49-F238E27FC236}">
                <a16:creationId xmlns:a16="http://schemas.microsoft.com/office/drawing/2014/main" id="{8DEE75D0-39B3-4DA8-C088-47796EA11CA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34635" y="3033267"/>
            <a:ext cx="761411" cy="268733"/>
          </a:xfrm>
          <a:prstGeom prst="rect">
            <a:avLst/>
          </a:prstGeom>
        </p:spPr>
      </p:pic>
      <p:sp>
        <p:nvSpPr>
          <p:cNvPr id="6" name="CuadroTexto 5">
            <a:extLst>
              <a:ext uri="{FF2B5EF4-FFF2-40B4-BE49-F238E27FC236}">
                <a16:creationId xmlns:a16="http://schemas.microsoft.com/office/drawing/2014/main" id="{673216D8-4714-A4EC-9EB9-AA57A3CC7885}"/>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Subclase U: </a:t>
            </a:r>
            <a:r>
              <a:rPr lang="es-ES" sz="6000" b="1" dirty="0" err="1">
                <a:solidFill>
                  <a:srgbClr val="0070C0"/>
                </a:solidFill>
                <a:latin typeface="Amasis MT Pro Light" panose="02040304050005020304" pitchFamily="18" charset="0"/>
                <a:cs typeface="Adobe Devanagari" panose="02040503050201020203" pitchFamily="18" charset="0"/>
              </a:rPr>
              <a:t>Autosemejanza</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8" name="CuadroTexto 7">
            <a:extLst>
              <a:ext uri="{FF2B5EF4-FFF2-40B4-BE49-F238E27FC236}">
                <a16:creationId xmlns:a16="http://schemas.microsoft.com/office/drawing/2014/main" id="{AA369001-4C66-2B41-5827-DD95F654BB58}"/>
              </a:ext>
            </a:extLst>
          </p:cNvPr>
          <p:cNvSpPr txBox="1"/>
          <p:nvPr/>
        </p:nvSpPr>
        <p:spPr>
          <a:xfrm>
            <a:off x="0" y="5872309"/>
            <a:ext cx="9144000" cy="769441"/>
          </a:xfrm>
          <a:prstGeom prst="rect">
            <a:avLst/>
          </a:prstGeom>
          <a:noFill/>
        </p:spPr>
        <p:txBody>
          <a:bodyPr wrap="square" rtlCol="0">
            <a:spAutoFit/>
          </a:bodyPr>
          <a:lstStyle/>
          <a:p>
            <a:pPr algn="ctr"/>
            <a:r>
              <a:rPr lang="es-ES" sz="4400" b="1" i="1" dirty="0">
                <a:solidFill>
                  <a:srgbClr val="00B050"/>
                </a:solidFill>
                <a:latin typeface="Amasis MT Pro" panose="02040504050005020304" pitchFamily="18" charset="0"/>
              </a:rPr>
              <a:t>¡Resulta ser la misma regla!</a:t>
            </a:r>
            <a:endParaRPr lang="es-ES" sz="4400" dirty="0">
              <a:solidFill>
                <a:srgbClr val="0070C0"/>
              </a:solidFill>
              <a:latin typeface="Amasis MT Pro" panose="02040504050005020304" pitchFamily="18" charset="0"/>
            </a:endParaRPr>
          </a:p>
        </p:txBody>
      </p:sp>
      <p:sp>
        <p:nvSpPr>
          <p:cNvPr id="10" name="Marcador de número de diapositiva 9">
            <a:extLst>
              <a:ext uri="{FF2B5EF4-FFF2-40B4-BE49-F238E27FC236}">
                <a16:creationId xmlns:a16="http://schemas.microsoft.com/office/drawing/2014/main" id="{B99CDD7B-6D04-6590-1A87-D32238BED0C5}"/>
              </a:ext>
            </a:extLst>
          </p:cNvPr>
          <p:cNvSpPr>
            <a:spLocks noGrp="1"/>
          </p:cNvSpPr>
          <p:nvPr>
            <p:ph type="sldNum" sz="quarter" idx="12"/>
          </p:nvPr>
        </p:nvSpPr>
        <p:spPr/>
        <p:txBody>
          <a:bodyPr/>
          <a:lstStyle/>
          <a:p>
            <a:fld id="{CC057153-B650-4DEB-B370-79DDCFDCE934}" type="slidenum">
              <a:rPr lang="en-US" smtClean="0"/>
              <a:pPr/>
              <a:t>65</a:t>
            </a:fld>
            <a:r>
              <a:rPr lang="en-US"/>
              <a:t> / 57</a:t>
            </a:r>
            <a:endParaRPr lang="en-US" dirty="0"/>
          </a:p>
        </p:txBody>
      </p:sp>
    </p:spTree>
    <p:extLst>
      <p:ext uri="{BB962C8B-B14F-4D97-AF65-F5344CB8AC3E}">
        <p14:creationId xmlns:p14="http://schemas.microsoft.com/office/powerpoint/2010/main" val="18562851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0E40F-6940-735A-686C-FE3378F894A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2F199F1-7B3C-20D9-E918-03439A8E7FE8}"/>
              </a:ext>
            </a:extLst>
          </p:cNvPr>
          <p:cNvSpPr txBox="1"/>
          <p:nvPr/>
        </p:nvSpPr>
        <p:spPr>
          <a:xfrm>
            <a:off x="-5693" y="1099241"/>
            <a:ext cx="9144000"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Regla-105</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0x128</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1x64</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1x32</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0x16</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1x8</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0x4</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0x2</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a:t>
            </a:r>
          </a:p>
        </p:txBody>
      </p:sp>
      <p:sp>
        <p:nvSpPr>
          <p:cNvPr id="5" name="CuadroTexto 4">
            <a:extLst>
              <a:ext uri="{FF2B5EF4-FFF2-40B4-BE49-F238E27FC236}">
                <a16:creationId xmlns:a16="http://schemas.microsoft.com/office/drawing/2014/main" id="{44AAF1F0-F521-3E95-2E81-86C14E507123}"/>
              </a:ext>
            </a:extLst>
          </p:cNvPr>
          <p:cNvSpPr txBox="1"/>
          <p:nvPr/>
        </p:nvSpPr>
        <p:spPr>
          <a:xfrm>
            <a:off x="1166627" y="2018386"/>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8" name="CuadroTexto 7">
            <a:extLst>
              <a:ext uri="{FF2B5EF4-FFF2-40B4-BE49-F238E27FC236}">
                <a16:creationId xmlns:a16="http://schemas.microsoft.com/office/drawing/2014/main" id="{FC2FB1F2-2DB7-94D9-43E9-E88B59D56C38}"/>
              </a:ext>
            </a:extLst>
          </p:cNvPr>
          <p:cNvSpPr txBox="1"/>
          <p:nvPr/>
        </p:nvSpPr>
        <p:spPr>
          <a:xfrm>
            <a:off x="2094432" y="2018386"/>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9" name="CuadroTexto 8">
            <a:extLst>
              <a:ext uri="{FF2B5EF4-FFF2-40B4-BE49-F238E27FC236}">
                <a16:creationId xmlns:a16="http://schemas.microsoft.com/office/drawing/2014/main" id="{6D0E7C74-7C71-D8D8-109B-42F754BEF824}"/>
              </a:ext>
            </a:extLst>
          </p:cNvPr>
          <p:cNvSpPr txBox="1"/>
          <p:nvPr/>
        </p:nvSpPr>
        <p:spPr>
          <a:xfrm>
            <a:off x="3022237" y="2018386"/>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10" name="CuadroTexto 9">
            <a:extLst>
              <a:ext uri="{FF2B5EF4-FFF2-40B4-BE49-F238E27FC236}">
                <a16:creationId xmlns:a16="http://schemas.microsoft.com/office/drawing/2014/main" id="{670B5351-F088-619A-591D-56F1AD176258}"/>
              </a:ext>
            </a:extLst>
          </p:cNvPr>
          <p:cNvSpPr txBox="1"/>
          <p:nvPr/>
        </p:nvSpPr>
        <p:spPr>
          <a:xfrm>
            <a:off x="3957185" y="2011184"/>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1" name="CuadroTexto 10">
            <a:extLst>
              <a:ext uri="{FF2B5EF4-FFF2-40B4-BE49-F238E27FC236}">
                <a16:creationId xmlns:a16="http://schemas.microsoft.com/office/drawing/2014/main" id="{F7055DA7-ABC7-548B-8A0A-0D260EBABFED}"/>
              </a:ext>
            </a:extLst>
          </p:cNvPr>
          <p:cNvSpPr txBox="1"/>
          <p:nvPr/>
        </p:nvSpPr>
        <p:spPr>
          <a:xfrm>
            <a:off x="4884062" y="2011184"/>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12" name="CuadroTexto 11">
            <a:extLst>
              <a:ext uri="{FF2B5EF4-FFF2-40B4-BE49-F238E27FC236}">
                <a16:creationId xmlns:a16="http://schemas.microsoft.com/office/drawing/2014/main" id="{6709C719-A886-ECAB-AE27-6EEBC4BBD995}"/>
              </a:ext>
            </a:extLst>
          </p:cNvPr>
          <p:cNvSpPr txBox="1"/>
          <p:nvPr/>
        </p:nvSpPr>
        <p:spPr>
          <a:xfrm>
            <a:off x="5817600" y="2018386"/>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1350" dirty="0">
              <a:solidFill>
                <a:srgbClr val="0070C0"/>
              </a:solidFill>
              <a:latin typeface="Amasis MT Pro" panose="02040504050005020304" pitchFamily="18" charset="0"/>
            </a:endParaRPr>
          </a:p>
        </p:txBody>
      </p:sp>
      <p:sp>
        <p:nvSpPr>
          <p:cNvPr id="13" name="CuadroTexto 12">
            <a:extLst>
              <a:ext uri="{FF2B5EF4-FFF2-40B4-BE49-F238E27FC236}">
                <a16:creationId xmlns:a16="http://schemas.microsoft.com/office/drawing/2014/main" id="{C891B102-4CB7-2D07-D116-324A7F5D525F}"/>
              </a:ext>
            </a:extLst>
          </p:cNvPr>
          <p:cNvSpPr txBox="1"/>
          <p:nvPr/>
        </p:nvSpPr>
        <p:spPr>
          <a:xfrm>
            <a:off x="6751138" y="2021972"/>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4" name="CuadroTexto 13">
            <a:extLst>
              <a:ext uri="{FF2B5EF4-FFF2-40B4-BE49-F238E27FC236}">
                <a16:creationId xmlns:a16="http://schemas.microsoft.com/office/drawing/2014/main" id="{8D7CDF7C-34AD-B733-BC4D-3CC31CA82D91}"/>
              </a:ext>
            </a:extLst>
          </p:cNvPr>
          <p:cNvSpPr txBox="1"/>
          <p:nvPr/>
        </p:nvSpPr>
        <p:spPr>
          <a:xfrm>
            <a:off x="7684676" y="2011184"/>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pic>
        <p:nvPicPr>
          <p:cNvPr id="16" name="Imagen 15" descr="Forma, Cuadrado&#10;&#10;El contenido generado por IA puede ser incorrecto.">
            <a:extLst>
              <a:ext uri="{FF2B5EF4-FFF2-40B4-BE49-F238E27FC236}">
                <a16:creationId xmlns:a16="http://schemas.microsoft.com/office/drawing/2014/main" id="{A203CE10-1E9C-BF47-9BB5-5E21C4FFC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701" y="3034981"/>
            <a:ext cx="761411" cy="268733"/>
          </a:xfrm>
          <a:prstGeom prst="rect">
            <a:avLst/>
          </a:prstGeom>
        </p:spPr>
      </p:pic>
      <p:pic>
        <p:nvPicPr>
          <p:cNvPr id="18" name="Imagen 17" descr="Forma, Cuadrado&#10;&#10;El contenido generado por IA puede ser incorrecto.">
            <a:extLst>
              <a:ext uri="{FF2B5EF4-FFF2-40B4-BE49-F238E27FC236}">
                <a16:creationId xmlns:a16="http://schemas.microsoft.com/office/drawing/2014/main" id="{D22C8FDD-A236-4639-F2CA-BE342FB6D5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865" y="3044702"/>
            <a:ext cx="761411" cy="268733"/>
          </a:xfrm>
          <a:prstGeom prst="rect">
            <a:avLst/>
          </a:prstGeom>
        </p:spPr>
      </p:pic>
      <p:pic>
        <p:nvPicPr>
          <p:cNvPr id="20" name="Imagen 19" descr="Icono&#10;&#10;El contenido generado por IA puede ser incorrecto.">
            <a:extLst>
              <a:ext uri="{FF2B5EF4-FFF2-40B4-BE49-F238E27FC236}">
                <a16:creationId xmlns:a16="http://schemas.microsoft.com/office/drawing/2014/main" id="{7AF82AD8-8CB6-6933-6623-FEAD58DDC7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2625" y="3045334"/>
            <a:ext cx="761411" cy="268733"/>
          </a:xfrm>
          <a:prstGeom prst="rect">
            <a:avLst/>
          </a:prstGeom>
        </p:spPr>
      </p:pic>
      <p:pic>
        <p:nvPicPr>
          <p:cNvPr id="22" name="Imagen 21" descr="Icono&#10;&#10;El contenido generado por IA puede ser incorrecto.">
            <a:extLst>
              <a:ext uri="{FF2B5EF4-FFF2-40B4-BE49-F238E27FC236}">
                <a16:creationId xmlns:a16="http://schemas.microsoft.com/office/drawing/2014/main" id="{625A1769-8D43-1F2B-20D8-906B2AA0A2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9087" y="3052955"/>
            <a:ext cx="761411" cy="268733"/>
          </a:xfrm>
          <a:prstGeom prst="rect">
            <a:avLst/>
          </a:prstGeom>
        </p:spPr>
      </p:pic>
      <p:pic>
        <p:nvPicPr>
          <p:cNvPr id="24" name="Imagen 23" descr="Forma, Cuadrado&#10;&#10;El contenido generado por IA puede ser incorrecto.">
            <a:extLst>
              <a:ext uri="{FF2B5EF4-FFF2-40B4-BE49-F238E27FC236}">
                <a16:creationId xmlns:a16="http://schemas.microsoft.com/office/drawing/2014/main" id="{52193381-C863-8BE2-B34F-4ED9242C69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847" y="3052955"/>
            <a:ext cx="761411" cy="268733"/>
          </a:xfrm>
          <a:prstGeom prst="rect">
            <a:avLst/>
          </a:prstGeom>
        </p:spPr>
      </p:pic>
      <p:pic>
        <p:nvPicPr>
          <p:cNvPr id="26" name="Imagen 25" descr="Forma, Cuadrado&#10;&#10;El contenido generado por IA puede ser incorrecto.">
            <a:extLst>
              <a:ext uri="{FF2B5EF4-FFF2-40B4-BE49-F238E27FC236}">
                <a16:creationId xmlns:a16="http://schemas.microsoft.com/office/drawing/2014/main" id="{0637C597-4AFD-8452-C79D-ECD261CC11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6389" y="3045335"/>
            <a:ext cx="761411" cy="268733"/>
          </a:xfrm>
          <a:prstGeom prst="rect">
            <a:avLst/>
          </a:prstGeom>
        </p:spPr>
      </p:pic>
      <p:pic>
        <p:nvPicPr>
          <p:cNvPr id="28" name="Imagen 27" descr="Icono&#10;&#10;El contenido generado por IA puede ser incorrecto.">
            <a:extLst>
              <a:ext uri="{FF2B5EF4-FFF2-40B4-BE49-F238E27FC236}">
                <a16:creationId xmlns:a16="http://schemas.microsoft.com/office/drawing/2014/main" id="{289980E2-C493-3788-752E-2479A16736F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54110" y="3049385"/>
            <a:ext cx="761411" cy="268733"/>
          </a:xfrm>
          <a:prstGeom prst="rect">
            <a:avLst/>
          </a:prstGeom>
        </p:spPr>
      </p:pic>
      <p:pic>
        <p:nvPicPr>
          <p:cNvPr id="30" name="Imagen 29" descr="Icono&#10;&#10;El contenido generado por IA puede ser incorrecto.">
            <a:extLst>
              <a:ext uri="{FF2B5EF4-FFF2-40B4-BE49-F238E27FC236}">
                <a16:creationId xmlns:a16="http://schemas.microsoft.com/office/drawing/2014/main" id="{5536DAE7-443B-263D-D5DB-BFFB29512F0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1652" y="3049385"/>
            <a:ext cx="761411" cy="268733"/>
          </a:xfrm>
          <a:prstGeom prst="rect">
            <a:avLst/>
          </a:prstGeom>
        </p:spPr>
      </p:pic>
      <p:sp>
        <p:nvSpPr>
          <p:cNvPr id="2" name="CuadroTexto 1">
            <a:extLst>
              <a:ext uri="{FF2B5EF4-FFF2-40B4-BE49-F238E27FC236}">
                <a16:creationId xmlns:a16="http://schemas.microsoft.com/office/drawing/2014/main" id="{15E71321-308E-7991-E9DA-ED7FE08ABBAF}"/>
              </a:ext>
            </a:extLst>
          </p:cNvPr>
          <p:cNvSpPr txBox="1"/>
          <p:nvPr/>
        </p:nvSpPr>
        <p:spPr>
          <a:xfrm>
            <a:off x="-5692" y="3556000"/>
            <a:ext cx="9149692" cy="646331"/>
          </a:xfrm>
          <a:prstGeom prst="rect">
            <a:avLst/>
          </a:prstGeom>
          <a:noFill/>
        </p:spPr>
        <p:txBody>
          <a:bodyPr wrap="square" rtlCol="0">
            <a:spAutoFit/>
          </a:bodyPr>
          <a:lstStyle/>
          <a:p>
            <a:pPr algn="ctr"/>
            <a:r>
              <a:rPr lang="es-ES" dirty="0">
                <a:latin typeface="Amasis MT Pro" panose="02040504050005020304" pitchFamily="18" charset="0"/>
              </a:rPr>
              <a:t>Para cada uno de los bits, si cambio la/las células que se indica (las negras), ¿el resultado </a:t>
            </a:r>
            <a:r>
              <a:rPr lang="es-ES" dirty="0">
                <a:solidFill>
                  <a:srgbClr val="C00000"/>
                </a:solidFill>
                <a:latin typeface="Amasis MT Pro" panose="02040504050005020304" pitchFamily="18" charset="0"/>
              </a:rPr>
              <a:t>cambia (1) </a:t>
            </a:r>
            <a:r>
              <a:rPr lang="es-ES" dirty="0">
                <a:latin typeface="Amasis MT Pro" panose="02040504050005020304" pitchFamily="18" charset="0"/>
              </a:rPr>
              <a:t>o</a:t>
            </a:r>
            <a:r>
              <a:rPr lang="es-ES" dirty="0">
                <a:solidFill>
                  <a:schemeClr val="bg2">
                    <a:lumMod val="50000"/>
                  </a:schemeClr>
                </a:solidFill>
                <a:latin typeface="Amasis MT Pro" panose="02040504050005020304" pitchFamily="18" charset="0"/>
              </a:rPr>
              <a:t> </a:t>
            </a:r>
            <a:r>
              <a:rPr lang="es-ES" dirty="0">
                <a:solidFill>
                  <a:srgbClr val="0070C0"/>
                </a:solidFill>
                <a:latin typeface="Amasis MT Pro" panose="02040504050005020304" pitchFamily="18" charset="0"/>
              </a:rPr>
              <a:t>no cambia (0)</a:t>
            </a:r>
            <a:r>
              <a:rPr lang="es-ES" dirty="0">
                <a:latin typeface="Amasis MT Pro" panose="02040504050005020304" pitchFamily="18" charset="0"/>
              </a:rPr>
              <a:t>? </a:t>
            </a:r>
          </a:p>
        </p:txBody>
      </p:sp>
      <p:sp>
        <p:nvSpPr>
          <p:cNvPr id="4" name="CuadroTexto 3">
            <a:extLst>
              <a:ext uri="{FF2B5EF4-FFF2-40B4-BE49-F238E27FC236}">
                <a16:creationId xmlns:a16="http://schemas.microsoft.com/office/drawing/2014/main" id="{478AF21D-28F5-F0DB-5EFB-B13A38B4EAD4}"/>
              </a:ext>
            </a:extLst>
          </p:cNvPr>
          <p:cNvSpPr txBox="1"/>
          <p:nvPr/>
        </p:nvSpPr>
        <p:spPr>
          <a:xfrm>
            <a:off x="1166627" y="4443845"/>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7" name="CuadroTexto 6">
            <a:extLst>
              <a:ext uri="{FF2B5EF4-FFF2-40B4-BE49-F238E27FC236}">
                <a16:creationId xmlns:a16="http://schemas.microsoft.com/office/drawing/2014/main" id="{811D9F4F-5116-C14F-4C30-88EE8EC26668}"/>
              </a:ext>
            </a:extLst>
          </p:cNvPr>
          <p:cNvSpPr txBox="1"/>
          <p:nvPr/>
        </p:nvSpPr>
        <p:spPr>
          <a:xfrm>
            <a:off x="2094432" y="4443845"/>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5" name="CuadroTexto 14">
            <a:extLst>
              <a:ext uri="{FF2B5EF4-FFF2-40B4-BE49-F238E27FC236}">
                <a16:creationId xmlns:a16="http://schemas.microsoft.com/office/drawing/2014/main" id="{C0AAF086-9EB6-3193-0E34-3E29B90CFD3B}"/>
              </a:ext>
            </a:extLst>
          </p:cNvPr>
          <p:cNvSpPr txBox="1"/>
          <p:nvPr/>
        </p:nvSpPr>
        <p:spPr>
          <a:xfrm>
            <a:off x="3022237" y="4443845"/>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sp>
        <p:nvSpPr>
          <p:cNvPr id="17" name="CuadroTexto 16">
            <a:extLst>
              <a:ext uri="{FF2B5EF4-FFF2-40B4-BE49-F238E27FC236}">
                <a16:creationId xmlns:a16="http://schemas.microsoft.com/office/drawing/2014/main" id="{04A0A5AA-30A7-E308-01C6-E83E889CAE78}"/>
              </a:ext>
            </a:extLst>
          </p:cNvPr>
          <p:cNvSpPr txBox="1"/>
          <p:nvPr/>
        </p:nvSpPr>
        <p:spPr>
          <a:xfrm>
            <a:off x="3957185" y="4436643"/>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19" name="CuadroTexto 18">
            <a:extLst>
              <a:ext uri="{FF2B5EF4-FFF2-40B4-BE49-F238E27FC236}">
                <a16:creationId xmlns:a16="http://schemas.microsoft.com/office/drawing/2014/main" id="{72D73E83-30EE-AD80-4BB4-CB15C30EFE99}"/>
              </a:ext>
            </a:extLst>
          </p:cNvPr>
          <p:cNvSpPr txBox="1"/>
          <p:nvPr/>
        </p:nvSpPr>
        <p:spPr>
          <a:xfrm>
            <a:off x="4884062" y="4436643"/>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1350" dirty="0">
              <a:solidFill>
                <a:srgbClr val="0070C0"/>
              </a:solidFill>
              <a:latin typeface="Amasis MT Pro" panose="02040504050005020304" pitchFamily="18" charset="0"/>
            </a:endParaRPr>
          </a:p>
        </p:txBody>
      </p:sp>
      <p:sp>
        <p:nvSpPr>
          <p:cNvPr id="21" name="CuadroTexto 20">
            <a:extLst>
              <a:ext uri="{FF2B5EF4-FFF2-40B4-BE49-F238E27FC236}">
                <a16:creationId xmlns:a16="http://schemas.microsoft.com/office/drawing/2014/main" id="{B8EA2E12-2B51-D01C-71B3-7FA7058BB4B6}"/>
              </a:ext>
            </a:extLst>
          </p:cNvPr>
          <p:cNvSpPr txBox="1"/>
          <p:nvPr/>
        </p:nvSpPr>
        <p:spPr>
          <a:xfrm>
            <a:off x="5817600" y="4443845"/>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1350" dirty="0">
              <a:solidFill>
                <a:srgbClr val="C00000"/>
              </a:solidFill>
              <a:latin typeface="Amasis MT Pro" panose="02040504050005020304" pitchFamily="18" charset="0"/>
            </a:endParaRPr>
          </a:p>
        </p:txBody>
      </p:sp>
      <p:sp>
        <p:nvSpPr>
          <p:cNvPr id="23" name="CuadroTexto 22">
            <a:extLst>
              <a:ext uri="{FF2B5EF4-FFF2-40B4-BE49-F238E27FC236}">
                <a16:creationId xmlns:a16="http://schemas.microsoft.com/office/drawing/2014/main" id="{11C0838D-9194-CB7E-6BCC-CD7C7F7319EE}"/>
              </a:ext>
            </a:extLst>
          </p:cNvPr>
          <p:cNvSpPr txBox="1"/>
          <p:nvPr/>
        </p:nvSpPr>
        <p:spPr>
          <a:xfrm>
            <a:off x="6751138" y="4447431"/>
            <a:ext cx="271463" cy="707886"/>
          </a:xfrm>
          <a:prstGeom prst="rect">
            <a:avLst/>
          </a:prstGeom>
          <a:noFill/>
        </p:spPr>
        <p:txBody>
          <a:bodyPr wrap="square" rtlCol="0">
            <a:spAutoFit/>
          </a:bodyPr>
          <a:lstStyle/>
          <a:p>
            <a:pPr algn="ctr"/>
            <a:r>
              <a:rPr lang="es-ES" sz="4000" dirty="0">
                <a:solidFill>
                  <a:srgbClr val="C00000"/>
                </a:solidFill>
                <a:latin typeface="Amasis MT Pro" panose="02040504050005020304" pitchFamily="18" charset="0"/>
              </a:rPr>
              <a:t>1</a:t>
            </a:r>
            <a:endParaRPr lang="es-ES" sz="2000" dirty="0">
              <a:solidFill>
                <a:srgbClr val="C00000"/>
              </a:solidFill>
              <a:latin typeface="Amasis MT Pro" panose="02040504050005020304" pitchFamily="18" charset="0"/>
            </a:endParaRPr>
          </a:p>
        </p:txBody>
      </p:sp>
      <p:sp>
        <p:nvSpPr>
          <p:cNvPr id="25" name="CuadroTexto 24">
            <a:extLst>
              <a:ext uri="{FF2B5EF4-FFF2-40B4-BE49-F238E27FC236}">
                <a16:creationId xmlns:a16="http://schemas.microsoft.com/office/drawing/2014/main" id="{AFCFAF21-05A7-6C33-48F5-53DFC1AE2C9B}"/>
              </a:ext>
            </a:extLst>
          </p:cNvPr>
          <p:cNvSpPr txBox="1"/>
          <p:nvPr/>
        </p:nvSpPr>
        <p:spPr>
          <a:xfrm>
            <a:off x="7684676" y="4436643"/>
            <a:ext cx="271463" cy="707886"/>
          </a:xfrm>
          <a:prstGeom prst="rect">
            <a:avLst/>
          </a:prstGeom>
          <a:noFill/>
        </p:spPr>
        <p:txBody>
          <a:bodyPr wrap="square" rtlCol="0">
            <a:spAutoFit/>
          </a:bodyPr>
          <a:lstStyle/>
          <a:p>
            <a:pPr algn="ctr"/>
            <a:r>
              <a:rPr lang="es-ES" sz="4000" dirty="0">
                <a:solidFill>
                  <a:srgbClr val="0070C0"/>
                </a:solidFill>
                <a:latin typeface="Amasis MT Pro" panose="02040504050005020304" pitchFamily="18" charset="0"/>
              </a:rPr>
              <a:t>0</a:t>
            </a:r>
            <a:endParaRPr lang="es-ES" sz="2000" dirty="0">
              <a:solidFill>
                <a:srgbClr val="0070C0"/>
              </a:solidFill>
              <a:latin typeface="Amasis MT Pro" panose="02040504050005020304" pitchFamily="18" charset="0"/>
            </a:endParaRPr>
          </a:p>
        </p:txBody>
      </p:sp>
      <p:pic>
        <p:nvPicPr>
          <p:cNvPr id="27" name="Imagen 26" descr="Forma, Cuadrado&#10;&#10;El contenido generado por IA puede ser incorrecto.">
            <a:extLst>
              <a:ext uri="{FF2B5EF4-FFF2-40B4-BE49-F238E27FC236}">
                <a16:creationId xmlns:a16="http://schemas.microsoft.com/office/drawing/2014/main" id="{1B7EB282-0F0A-6C58-B58B-0C6034DA01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701" y="5460440"/>
            <a:ext cx="761411" cy="268733"/>
          </a:xfrm>
          <a:prstGeom prst="rect">
            <a:avLst/>
          </a:prstGeom>
        </p:spPr>
      </p:pic>
      <p:pic>
        <p:nvPicPr>
          <p:cNvPr id="29" name="Imagen 28" descr="Forma, Cuadrado&#10;&#10;El contenido generado por IA puede ser incorrecto.">
            <a:extLst>
              <a:ext uri="{FF2B5EF4-FFF2-40B4-BE49-F238E27FC236}">
                <a16:creationId xmlns:a16="http://schemas.microsoft.com/office/drawing/2014/main" id="{17AE9DB8-1184-DD7B-287A-05281F29B3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865" y="5470161"/>
            <a:ext cx="761411" cy="268733"/>
          </a:xfrm>
          <a:prstGeom prst="rect">
            <a:avLst/>
          </a:prstGeom>
        </p:spPr>
      </p:pic>
      <p:pic>
        <p:nvPicPr>
          <p:cNvPr id="31" name="Imagen 30" descr="Icono&#10;&#10;El contenido generado por IA puede ser incorrecto.">
            <a:extLst>
              <a:ext uri="{FF2B5EF4-FFF2-40B4-BE49-F238E27FC236}">
                <a16:creationId xmlns:a16="http://schemas.microsoft.com/office/drawing/2014/main" id="{661EBA32-CA55-2396-C676-B4760076E8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2625" y="5470793"/>
            <a:ext cx="761411" cy="268733"/>
          </a:xfrm>
          <a:prstGeom prst="rect">
            <a:avLst/>
          </a:prstGeom>
        </p:spPr>
      </p:pic>
      <p:pic>
        <p:nvPicPr>
          <p:cNvPr id="33" name="Imagen 32" descr="Icono&#10;&#10;El contenido generado por IA puede ser incorrecto.">
            <a:extLst>
              <a:ext uri="{FF2B5EF4-FFF2-40B4-BE49-F238E27FC236}">
                <a16:creationId xmlns:a16="http://schemas.microsoft.com/office/drawing/2014/main" id="{53B309A5-AC47-E2AF-FB18-4C7602E8EF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9087" y="5478414"/>
            <a:ext cx="761411" cy="268733"/>
          </a:xfrm>
          <a:prstGeom prst="rect">
            <a:avLst/>
          </a:prstGeom>
        </p:spPr>
      </p:pic>
      <p:pic>
        <p:nvPicPr>
          <p:cNvPr id="34" name="Imagen 33" descr="Forma, Cuadrado&#10;&#10;El contenido generado por IA puede ser incorrecto.">
            <a:extLst>
              <a:ext uri="{FF2B5EF4-FFF2-40B4-BE49-F238E27FC236}">
                <a16:creationId xmlns:a16="http://schemas.microsoft.com/office/drawing/2014/main" id="{C597C445-0917-FB10-6F12-2D9BC1B384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847" y="5478414"/>
            <a:ext cx="761411" cy="268733"/>
          </a:xfrm>
          <a:prstGeom prst="rect">
            <a:avLst/>
          </a:prstGeom>
        </p:spPr>
      </p:pic>
      <p:pic>
        <p:nvPicPr>
          <p:cNvPr id="35" name="Imagen 34" descr="Forma, Cuadrado&#10;&#10;El contenido generado por IA puede ser incorrecto.">
            <a:extLst>
              <a:ext uri="{FF2B5EF4-FFF2-40B4-BE49-F238E27FC236}">
                <a16:creationId xmlns:a16="http://schemas.microsoft.com/office/drawing/2014/main" id="{266F2906-12F1-F51E-6A91-1A14F2757D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6389" y="5470794"/>
            <a:ext cx="761411" cy="268733"/>
          </a:xfrm>
          <a:prstGeom prst="rect">
            <a:avLst/>
          </a:prstGeom>
        </p:spPr>
      </p:pic>
      <p:pic>
        <p:nvPicPr>
          <p:cNvPr id="36" name="Imagen 35" descr="Icono&#10;&#10;El contenido generado por IA puede ser incorrecto.">
            <a:extLst>
              <a:ext uri="{FF2B5EF4-FFF2-40B4-BE49-F238E27FC236}">
                <a16:creationId xmlns:a16="http://schemas.microsoft.com/office/drawing/2014/main" id="{0D89517B-4801-888B-F318-4FA688AD0E2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54110" y="5474844"/>
            <a:ext cx="761411" cy="268733"/>
          </a:xfrm>
          <a:prstGeom prst="rect">
            <a:avLst/>
          </a:prstGeom>
        </p:spPr>
      </p:pic>
      <p:pic>
        <p:nvPicPr>
          <p:cNvPr id="37" name="Imagen 36" descr="Icono&#10;&#10;El contenido generado por IA puede ser incorrecto.">
            <a:extLst>
              <a:ext uri="{FF2B5EF4-FFF2-40B4-BE49-F238E27FC236}">
                <a16:creationId xmlns:a16="http://schemas.microsoft.com/office/drawing/2014/main" id="{405A05BD-6D65-3282-2BB0-0F00F8F2E25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1652" y="5474844"/>
            <a:ext cx="761411" cy="268733"/>
          </a:xfrm>
          <a:prstGeom prst="rect">
            <a:avLst/>
          </a:prstGeom>
        </p:spPr>
      </p:pic>
      <p:sp>
        <p:nvSpPr>
          <p:cNvPr id="38" name="CuadroTexto 37">
            <a:extLst>
              <a:ext uri="{FF2B5EF4-FFF2-40B4-BE49-F238E27FC236}">
                <a16:creationId xmlns:a16="http://schemas.microsoft.com/office/drawing/2014/main" id="{264342B7-75A8-914C-7EF0-ED62471E3024}"/>
              </a:ext>
            </a:extLst>
          </p:cNvPr>
          <p:cNvSpPr txBox="1"/>
          <p:nvPr/>
        </p:nvSpPr>
        <p:spPr>
          <a:xfrm>
            <a:off x="-5693" y="6052286"/>
            <a:ext cx="9144000" cy="461665"/>
          </a:xfrm>
          <a:prstGeom prst="rect">
            <a:avLst/>
          </a:prstGeom>
          <a:noFill/>
        </p:spPr>
        <p:txBody>
          <a:bodyPr wrap="square" rtlCol="0">
            <a:spAutoFit/>
          </a:bodyPr>
          <a:lstStyle/>
          <a:p>
            <a:pPr algn="ctr"/>
            <a:r>
              <a:rPr lang="es-ES" sz="2400" b="1" i="1" dirty="0">
                <a:solidFill>
                  <a:srgbClr val="00B050"/>
                </a:solidFill>
                <a:latin typeface="Amasis MT Pro" panose="02040504050005020304" pitchFamily="18" charset="0"/>
              </a:rPr>
              <a:t>Regla-150</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1x128</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0x64</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0x32</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1x16</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0x8</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1x4</a:t>
            </a:r>
            <a:r>
              <a:rPr lang="es-ES" sz="2400" dirty="0">
                <a:latin typeface="Amasis MT Pro" panose="02040504050005020304" pitchFamily="18" charset="0"/>
              </a:rPr>
              <a:t> + </a:t>
            </a:r>
            <a:r>
              <a:rPr lang="es-ES" sz="2400" dirty="0">
                <a:solidFill>
                  <a:srgbClr val="C00000"/>
                </a:solidFill>
                <a:latin typeface="Amasis MT Pro" panose="02040504050005020304" pitchFamily="18" charset="0"/>
              </a:rPr>
              <a:t>1x2</a:t>
            </a:r>
            <a:r>
              <a:rPr lang="es-ES" sz="2400" dirty="0">
                <a:latin typeface="Amasis MT Pro" panose="02040504050005020304" pitchFamily="18" charset="0"/>
              </a:rPr>
              <a:t> + </a:t>
            </a:r>
            <a:r>
              <a:rPr lang="es-ES" sz="2400" dirty="0">
                <a:solidFill>
                  <a:srgbClr val="0070C0"/>
                </a:solidFill>
                <a:latin typeface="Amasis MT Pro" panose="02040504050005020304" pitchFamily="18" charset="0"/>
              </a:rPr>
              <a:t>0</a:t>
            </a:r>
          </a:p>
        </p:txBody>
      </p:sp>
      <p:sp>
        <p:nvSpPr>
          <p:cNvPr id="32" name="CuadroTexto 31">
            <a:extLst>
              <a:ext uri="{FF2B5EF4-FFF2-40B4-BE49-F238E27FC236}">
                <a16:creationId xmlns:a16="http://schemas.microsoft.com/office/drawing/2014/main" id="{56DC6F23-7743-4819-6B4A-587ECFD2AD33}"/>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Subclase U: </a:t>
            </a:r>
            <a:r>
              <a:rPr lang="es-ES" sz="6000" b="1" dirty="0" err="1">
                <a:solidFill>
                  <a:srgbClr val="0070C0"/>
                </a:solidFill>
                <a:latin typeface="Amasis MT Pro Light" panose="02040304050005020304" pitchFamily="18" charset="0"/>
                <a:cs typeface="Adobe Devanagari" panose="02040503050201020203" pitchFamily="18" charset="0"/>
              </a:rPr>
              <a:t>Autosemejanza</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40" name="Marcador de número de diapositiva 39">
            <a:extLst>
              <a:ext uri="{FF2B5EF4-FFF2-40B4-BE49-F238E27FC236}">
                <a16:creationId xmlns:a16="http://schemas.microsoft.com/office/drawing/2014/main" id="{019D5200-9D83-9707-76EE-F0CFDC0E4709}"/>
              </a:ext>
            </a:extLst>
          </p:cNvPr>
          <p:cNvSpPr>
            <a:spLocks noGrp="1"/>
          </p:cNvSpPr>
          <p:nvPr>
            <p:ph type="sldNum" sz="quarter" idx="12"/>
          </p:nvPr>
        </p:nvSpPr>
        <p:spPr/>
        <p:txBody>
          <a:bodyPr/>
          <a:lstStyle/>
          <a:p>
            <a:fld id="{CC057153-B650-4DEB-B370-79DDCFDCE934}" type="slidenum">
              <a:rPr lang="en-US" smtClean="0"/>
              <a:pPr/>
              <a:t>66</a:t>
            </a:fld>
            <a:r>
              <a:rPr lang="en-US"/>
              <a:t> / 57</a:t>
            </a:r>
            <a:endParaRPr lang="en-US" dirty="0"/>
          </a:p>
        </p:txBody>
      </p:sp>
    </p:spTree>
    <p:extLst>
      <p:ext uri="{BB962C8B-B14F-4D97-AF65-F5344CB8AC3E}">
        <p14:creationId xmlns:p14="http://schemas.microsoft.com/office/powerpoint/2010/main" val="31923631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BD0DD-AEAE-3CC3-BC66-150A5490CDD0}"/>
            </a:ext>
          </a:extLst>
        </p:cNvPr>
        <p:cNvGrpSpPr/>
        <p:nvPr/>
      </p:nvGrpSpPr>
      <p:grpSpPr>
        <a:xfrm>
          <a:off x="0" y="0"/>
          <a:ext cx="0" cy="0"/>
          <a:chOff x="0" y="0"/>
          <a:chExt cx="0" cy="0"/>
        </a:xfrm>
      </p:grpSpPr>
      <p:pic>
        <p:nvPicPr>
          <p:cNvPr id="2" name="Imagen 1" descr="Imagen que contiene Gráfico&#10;&#10;El contenido generado por IA puede ser incorrecto.">
            <a:extLst>
              <a:ext uri="{FF2B5EF4-FFF2-40B4-BE49-F238E27FC236}">
                <a16:creationId xmlns:a16="http://schemas.microsoft.com/office/drawing/2014/main" id="{B33DBE4C-760A-3D7F-D502-124193758A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573" y="3112965"/>
            <a:ext cx="2579314" cy="1719543"/>
          </a:xfrm>
          <a:prstGeom prst="rect">
            <a:avLst/>
          </a:prstGeom>
        </p:spPr>
      </p:pic>
      <p:pic>
        <p:nvPicPr>
          <p:cNvPr id="4" name="Imagen 3" descr="Diagrama, Histograma&#10;&#10;El contenido generado por IA puede ser incorrecto.">
            <a:extLst>
              <a:ext uri="{FF2B5EF4-FFF2-40B4-BE49-F238E27FC236}">
                <a16:creationId xmlns:a16="http://schemas.microsoft.com/office/drawing/2014/main" id="{B9CB578D-4757-3A8A-392B-631034151C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5559" y="5053540"/>
            <a:ext cx="2579314" cy="1719543"/>
          </a:xfrm>
          <a:prstGeom prst="rect">
            <a:avLst/>
          </a:prstGeom>
        </p:spPr>
      </p:pic>
      <p:pic>
        <p:nvPicPr>
          <p:cNvPr id="11" name="Imagen 10" descr="Gráfico&#10;&#10;El contenido generado por IA puede ser incorrecto.">
            <a:extLst>
              <a:ext uri="{FF2B5EF4-FFF2-40B4-BE49-F238E27FC236}">
                <a16:creationId xmlns:a16="http://schemas.microsoft.com/office/drawing/2014/main" id="{5B839002-6BDD-8359-1804-1DFB1C946D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29087" y="2895035"/>
            <a:ext cx="2579314" cy="1719543"/>
          </a:xfrm>
          <a:prstGeom prst="rect">
            <a:avLst/>
          </a:prstGeom>
        </p:spPr>
      </p:pic>
      <p:pic>
        <p:nvPicPr>
          <p:cNvPr id="12" name="Imagen 11" descr="Gráfico, Histograma&#10;&#10;El contenido generado por IA puede ser incorrecto.">
            <a:extLst>
              <a:ext uri="{FF2B5EF4-FFF2-40B4-BE49-F238E27FC236}">
                <a16:creationId xmlns:a16="http://schemas.microsoft.com/office/drawing/2014/main" id="{FCAEAFCD-4E98-2EE5-5ACC-01DEAE9AB5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82997" y="1112556"/>
            <a:ext cx="2579314" cy="1719543"/>
          </a:xfrm>
          <a:prstGeom prst="rect">
            <a:avLst/>
          </a:prstGeom>
        </p:spPr>
      </p:pic>
      <p:pic>
        <p:nvPicPr>
          <p:cNvPr id="14" name="Imagen 13" descr="Gráfico, Gráfico de líneas, Histograma&#10;&#10;El contenido generado por IA puede ser incorrecto.">
            <a:extLst>
              <a:ext uri="{FF2B5EF4-FFF2-40B4-BE49-F238E27FC236}">
                <a16:creationId xmlns:a16="http://schemas.microsoft.com/office/drawing/2014/main" id="{34A5E5C0-E837-EAFD-3284-F24A0094B2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29087" y="4982188"/>
            <a:ext cx="2579314" cy="1719543"/>
          </a:xfrm>
          <a:prstGeom prst="rect">
            <a:avLst/>
          </a:prstGeom>
        </p:spPr>
      </p:pic>
      <p:pic>
        <p:nvPicPr>
          <p:cNvPr id="19" name="Imagen 18" descr="Gráfico, Histograma&#10;&#10;El contenido generado por IA puede ser incorrecto.">
            <a:extLst>
              <a:ext uri="{FF2B5EF4-FFF2-40B4-BE49-F238E27FC236}">
                <a16:creationId xmlns:a16="http://schemas.microsoft.com/office/drawing/2014/main" id="{64800F9D-0858-FF3E-18C7-BE1F8753EA5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29087" y="1070391"/>
            <a:ext cx="2579314" cy="1719543"/>
          </a:xfrm>
          <a:prstGeom prst="rect">
            <a:avLst/>
          </a:prstGeom>
        </p:spPr>
      </p:pic>
      <p:sp>
        <p:nvSpPr>
          <p:cNvPr id="9" name="CuadroTexto 8">
            <a:extLst>
              <a:ext uri="{FF2B5EF4-FFF2-40B4-BE49-F238E27FC236}">
                <a16:creationId xmlns:a16="http://schemas.microsoft.com/office/drawing/2014/main" id="{6780CC03-C944-DF92-8701-7E5E81B8B260}"/>
              </a:ext>
            </a:extLst>
          </p:cNvPr>
          <p:cNvSpPr txBox="1"/>
          <p:nvPr/>
        </p:nvSpPr>
        <p:spPr>
          <a:xfrm>
            <a:off x="63948" y="942232"/>
            <a:ext cx="1149470" cy="400110"/>
          </a:xfrm>
          <a:prstGeom prst="rect">
            <a:avLst/>
          </a:prstGeom>
          <a:noFill/>
        </p:spPr>
        <p:txBody>
          <a:bodyPr wrap="square">
            <a:spAutoFit/>
          </a:bodyPr>
          <a:lstStyle/>
          <a:p>
            <a:r>
              <a:rPr lang="es-ES" sz="2000" b="1" i="1" dirty="0">
                <a:latin typeface="Amasis MT Pro" panose="02040504050005020304" pitchFamily="18" charset="0"/>
              </a:rPr>
              <a:t>Clase-1</a:t>
            </a:r>
            <a:endParaRPr lang="es-ES" sz="2000" dirty="0"/>
          </a:p>
        </p:txBody>
      </p:sp>
      <p:sp>
        <p:nvSpPr>
          <p:cNvPr id="18" name="CuadroTexto 17">
            <a:extLst>
              <a:ext uri="{FF2B5EF4-FFF2-40B4-BE49-F238E27FC236}">
                <a16:creationId xmlns:a16="http://schemas.microsoft.com/office/drawing/2014/main" id="{3194612E-21C7-DA0C-BBC5-099AF30F09E0}"/>
              </a:ext>
            </a:extLst>
          </p:cNvPr>
          <p:cNvSpPr txBox="1"/>
          <p:nvPr/>
        </p:nvSpPr>
        <p:spPr>
          <a:xfrm>
            <a:off x="139832" y="3233116"/>
            <a:ext cx="1046900" cy="400110"/>
          </a:xfrm>
          <a:prstGeom prst="rect">
            <a:avLst/>
          </a:prstGeom>
          <a:noFill/>
        </p:spPr>
        <p:txBody>
          <a:bodyPr wrap="square">
            <a:spAutoFit/>
          </a:bodyPr>
          <a:lstStyle/>
          <a:p>
            <a:r>
              <a:rPr lang="es-ES" sz="2000" b="1" i="1" dirty="0">
                <a:latin typeface="Amasis MT Pro" panose="02040504050005020304" pitchFamily="18" charset="0"/>
              </a:rPr>
              <a:t>Clase-2</a:t>
            </a:r>
            <a:endParaRPr lang="es-ES" sz="2000" dirty="0"/>
          </a:p>
        </p:txBody>
      </p:sp>
      <p:sp>
        <p:nvSpPr>
          <p:cNvPr id="22" name="CuadroTexto 21">
            <a:extLst>
              <a:ext uri="{FF2B5EF4-FFF2-40B4-BE49-F238E27FC236}">
                <a16:creationId xmlns:a16="http://schemas.microsoft.com/office/drawing/2014/main" id="{5AEDF55E-97EB-D119-3D9B-B4C8B9A24F6C}"/>
              </a:ext>
            </a:extLst>
          </p:cNvPr>
          <p:cNvSpPr txBox="1"/>
          <p:nvPr/>
        </p:nvSpPr>
        <p:spPr>
          <a:xfrm>
            <a:off x="0" y="3884948"/>
            <a:ext cx="664499" cy="461665"/>
          </a:xfrm>
          <a:prstGeom prst="rect">
            <a:avLst/>
          </a:prstGeom>
          <a:noFill/>
        </p:spPr>
        <p:txBody>
          <a:bodyPr wrap="square">
            <a:spAutoFit/>
          </a:bodyPr>
          <a:lstStyle/>
          <a:p>
            <a:pPr algn="ctr"/>
            <a:r>
              <a:rPr lang="es-ES" sz="2400" b="1" i="1" dirty="0">
                <a:latin typeface="Amasis MT Pro" panose="02040504050005020304" pitchFamily="18" charset="0"/>
              </a:rPr>
              <a:t>LP</a:t>
            </a:r>
            <a:endParaRPr lang="es-ES" sz="2400" dirty="0"/>
          </a:p>
        </p:txBody>
      </p:sp>
      <p:sp>
        <p:nvSpPr>
          <p:cNvPr id="23" name="CuadroTexto 22">
            <a:extLst>
              <a:ext uri="{FF2B5EF4-FFF2-40B4-BE49-F238E27FC236}">
                <a16:creationId xmlns:a16="http://schemas.microsoft.com/office/drawing/2014/main" id="{068BD3F2-CE7A-A016-F12B-3238B89AFEBC}"/>
              </a:ext>
            </a:extLst>
          </p:cNvPr>
          <p:cNvSpPr txBox="1"/>
          <p:nvPr/>
        </p:nvSpPr>
        <p:spPr>
          <a:xfrm>
            <a:off x="-39610" y="5586236"/>
            <a:ext cx="704109" cy="461665"/>
          </a:xfrm>
          <a:prstGeom prst="rect">
            <a:avLst/>
          </a:prstGeom>
          <a:noFill/>
        </p:spPr>
        <p:txBody>
          <a:bodyPr wrap="square">
            <a:spAutoFit/>
          </a:bodyPr>
          <a:lstStyle/>
          <a:p>
            <a:pPr algn="ctr"/>
            <a:r>
              <a:rPr lang="es-ES" sz="2400" b="1" i="1" dirty="0">
                <a:latin typeface="Amasis MT Pro" panose="02040504050005020304" pitchFamily="18" charset="0"/>
              </a:rPr>
              <a:t>HP</a:t>
            </a:r>
            <a:endParaRPr lang="es-ES" sz="2400" dirty="0"/>
          </a:p>
        </p:txBody>
      </p:sp>
      <p:sp>
        <p:nvSpPr>
          <p:cNvPr id="26" name="CuadroTexto 25">
            <a:extLst>
              <a:ext uri="{FF2B5EF4-FFF2-40B4-BE49-F238E27FC236}">
                <a16:creationId xmlns:a16="http://schemas.microsoft.com/office/drawing/2014/main" id="{F627FA0D-1FB7-E523-0BC0-9E32AA100FFB}"/>
              </a:ext>
            </a:extLst>
          </p:cNvPr>
          <p:cNvSpPr txBox="1"/>
          <p:nvPr/>
        </p:nvSpPr>
        <p:spPr>
          <a:xfrm>
            <a:off x="4569152" y="4873727"/>
            <a:ext cx="1087907" cy="400110"/>
          </a:xfrm>
          <a:prstGeom prst="rect">
            <a:avLst/>
          </a:prstGeom>
          <a:noFill/>
        </p:spPr>
        <p:txBody>
          <a:bodyPr wrap="square">
            <a:spAutoFit/>
          </a:bodyPr>
          <a:lstStyle/>
          <a:p>
            <a:pPr algn="r"/>
            <a:r>
              <a:rPr lang="es-ES" sz="2000" b="1" i="1" dirty="0">
                <a:latin typeface="Amasis MT Pro" panose="02040504050005020304" pitchFamily="18" charset="0"/>
              </a:rPr>
              <a:t>Clase-4</a:t>
            </a:r>
            <a:endParaRPr lang="es-ES" sz="2000" dirty="0"/>
          </a:p>
        </p:txBody>
      </p:sp>
      <p:sp>
        <p:nvSpPr>
          <p:cNvPr id="30" name="CuadroTexto 29">
            <a:extLst>
              <a:ext uri="{FF2B5EF4-FFF2-40B4-BE49-F238E27FC236}">
                <a16:creationId xmlns:a16="http://schemas.microsoft.com/office/drawing/2014/main" id="{026CED57-79F4-D56E-2DAD-6B89380A3336}"/>
              </a:ext>
            </a:extLst>
          </p:cNvPr>
          <p:cNvSpPr txBox="1"/>
          <p:nvPr/>
        </p:nvSpPr>
        <p:spPr>
          <a:xfrm>
            <a:off x="8667868" y="1567121"/>
            <a:ext cx="362902" cy="523220"/>
          </a:xfrm>
          <a:prstGeom prst="rect">
            <a:avLst/>
          </a:prstGeom>
          <a:noFill/>
        </p:spPr>
        <p:txBody>
          <a:bodyPr wrap="square">
            <a:spAutoFit/>
          </a:bodyPr>
          <a:lstStyle/>
          <a:p>
            <a:pPr algn="ctr"/>
            <a:r>
              <a:rPr lang="es-ES" sz="2800" b="1" i="1" dirty="0">
                <a:latin typeface="Amasis MT Pro" panose="02040504050005020304" pitchFamily="18" charset="0"/>
              </a:rPr>
              <a:t>U</a:t>
            </a:r>
            <a:endParaRPr lang="es-ES" sz="2800" dirty="0"/>
          </a:p>
        </p:txBody>
      </p:sp>
      <p:sp>
        <p:nvSpPr>
          <p:cNvPr id="31" name="CuadroTexto 30">
            <a:extLst>
              <a:ext uri="{FF2B5EF4-FFF2-40B4-BE49-F238E27FC236}">
                <a16:creationId xmlns:a16="http://schemas.microsoft.com/office/drawing/2014/main" id="{E0A6F307-94C1-442D-2CB8-653034868450}"/>
              </a:ext>
            </a:extLst>
          </p:cNvPr>
          <p:cNvSpPr txBox="1"/>
          <p:nvPr/>
        </p:nvSpPr>
        <p:spPr>
          <a:xfrm>
            <a:off x="8627792" y="3449517"/>
            <a:ext cx="443053" cy="523220"/>
          </a:xfrm>
          <a:prstGeom prst="rect">
            <a:avLst/>
          </a:prstGeom>
          <a:noFill/>
        </p:spPr>
        <p:txBody>
          <a:bodyPr wrap="square">
            <a:spAutoFit/>
          </a:bodyPr>
          <a:lstStyle/>
          <a:p>
            <a:pPr algn="ctr"/>
            <a:r>
              <a:rPr lang="es-ES" sz="2800" b="1" i="1" dirty="0">
                <a:latin typeface="Amasis MT Pro" panose="02040504050005020304" pitchFamily="18" charset="0"/>
              </a:rPr>
              <a:t>C</a:t>
            </a:r>
            <a:endParaRPr lang="es-ES" sz="2800" dirty="0"/>
          </a:p>
        </p:txBody>
      </p:sp>
      <p:sp>
        <p:nvSpPr>
          <p:cNvPr id="34" name="CuadroTexto 33">
            <a:extLst>
              <a:ext uri="{FF2B5EF4-FFF2-40B4-BE49-F238E27FC236}">
                <a16:creationId xmlns:a16="http://schemas.microsoft.com/office/drawing/2014/main" id="{A41677A8-3432-2B17-F404-D620831D3E6A}"/>
              </a:ext>
            </a:extLst>
          </p:cNvPr>
          <p:cNvSpPr txBox="1"/>
          <p:nvPr/>
        </p:nvSpPr>
        <p:spPr>
          <a:xfrm>
            <a:off x="4575823" y="870336"/>
            <a:ext cx="1087908" cy="400110"/>
          </a:xfrm>
          <a:prstGeom prst="rect">
            <a:avLst/>
          </a:prstGeom>
          <a:noFill/>
        </p:spPr>
        <p:txBody>
          <a:bodyPr wrap="square">
            <a:spAutoFit/>
          </a:bodyPr>
          <a:lstStyle/>
          <a:p>
            <a:pPr algn="r"/>
            <a:r>
              <a:rPr lang="es-ES" sz="2000" b="1" i="1" dirty="0">
                <a:latin typeface="Amasis MT Pro" panose="02040504050005020304" pitchFamily="18" charset="0"/>
              </a:rPr>
              <a:t>Clase-3</a:t>
            </a:r>
            <a:endParaRPr lang="es-ES" sz="2000" dirty="0"/>
          </a:p>
        </p:txBody>
      </p:sp>
      <p:sp>
        <p:nvSpPr>
          <p:cNvPr id="16" name="CuadroTexto 15">
            <a:extLst>
              <a:ext uri="{FF2B5EF4-FFF2-40B4-BE49-F238E27FC236}">
                <a16:creationId xmlns:a16="http://schemas.microsoft.com/office/drawing/2014/main" id="{36562E28-2E75-CED4-94EC-EADB36F7FAD7}"/>
              </a:ext>
            </a:extLst>
          </p:cNvPr>
          <p:cNvSpPr txBox="1"/>
          <p:nvPr/>
        </p:nvSpPr>
        <p:spPr>
          <a:xfrm>
            <a:off x="-5694" y="0"/>
            <a:ext cx="9149693" cy="1015663"/>
          </a:xfrm>
          <a:prstGeom prst="rect">
            <a:avLst/>
          </a:prstGeom>
          <a:noFill/>
        </p:spPr>
        <p:txBody>
          <a:bodyPr wrap="square" rtlCol="0">
            <a:spAutoFit/>
          </a:bodyPr>
          <a:lstStyle/>
          <a:p>
            <a:pPr algn="ctr"/>
            <a:r>
              <a:rPr lang="es-ES" sz="6000" b="1" dirty="0">
                <a:solidFill>
                  <a:srgbClr val="0070C0"/>
                </a:solidFill>
                <a:latin typeface="Amasis MT Pro Light" panose="02040304050005020304" pitchFamily="18" charset="0"/>
                <a:cs typeface="Adobe Devanagari" panose="02040503050201020203" pitchFamily="18" charset="0"/>
              </a:rPr>
              <a:t>Autocorrelación</a:t>
            </a:r>
            <a:endParaRPr lang="es-ES" sz="7200" b="1" dirty="0">
              <a:solidFill>
                <a:srgbClr val="0070C0"/>
              </a:solidFill>
              <a:latin typeface="Amasis MT Pro Light" panose="02040304050005020304" pitchFamily="18" charset="0"/>
              <a:cs typeface="Adobe Devanagari" panose="02040503050201020203" pitchFamily="18" charset="0"/>
            </a:endParaRPr>
          </a:p>
        </p:txBody>
      </p:sp>
      <p:sp>
        <p:nvSpPr>
          <p:cNvPr id="5" name="Rectángulo 4">
            <a:extLst>
              <a:ext uri="{FF2B5EF4-FFF2-40B4-BE49-F238E27FC236}">
                <a16:creationId xmlns:a16="http://schemas.microsoft.com/office/drawing/2014/main" id="{BC6D7D06-FAED-8DA3-BE64-530ADD2F9FCC}"/>
              </a:ext>
            </a:extLst>
          </p:cNvPr>
          <p:cNvSpPr/>
          <p:nvPr/>
        </p:nvSpPr>
        <p:spPr>
          <a:xfrm>
            <a:off x="26219" y="897033"/>
            <a:ext cx="4545782" cy="211296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A861EB46-B063-4414-833C-DF47F5AA1E9D}"/>
              </a:ext>
            </a:extLst>
          </p:cNvPr>
          <p:cNvSpPr/>
          <p:nvPr/>
        </p:nvSpPr>
        <p:spPr>
          <a:xfrm>
            <a:off x="22395" y="3010002"/>
            <a:ext cx="4549605" cy="384799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C8776E11-BB99-0FEC-29A1-1EE24590210A}"/>
              </a:ext>
            </a:extLst>
          </p:cNvPr>
          <p:cNvSpPr/>
          <p:nvPr/>
        </p:nvSpPr>
        <p:spPr>
          <a:xfrm>
            <a:off x="4574848" y="901559"/>
            <a:ext cx="4542934" cy="384799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EA817C35-BDE2-D59B-145A-8E3B7FD61C21}"/>
              </a:ext>
            </a:extLst>
          </p:cNvPr>
          <p:cNvSpPr/>
          <p:nvPr/>
        </p:nvSpPr>
        <p:spPr>
          <a:xfrm>
            <a:off x="4572000" y="4742107"/>
            <a:ext cx="4549604" cy="2115893"/>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19">
            <a:extLst>
              <a:ext uri="{FF2B5EF4-FFF2-40B4-BE49-F238E27FC236}">
                <a16:creationId xmlns:a16="http://schemas.microsoft.com/office/drawing/2014/main" id="{D06C7580-1831-26A5-845D-D2C167D213F8}"/>
              </a:ext>
            </a:extLst>
          </p:cNvPr>
          <p:cNvSpPr/>
          <p:nvPr/>
        </p:nvSpPr>
        <p:spPr>
          <a:xfrm>
            <a:off x="5251450" y="2851150"/>
            <a:ext cx="107950" cy="1811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a:extLst>
              <a:ext uri="{FF2B5EF4-FFF2-40B4-BE49-F238E27FC236}">
                <a16:creationId xmlns:a16="http://schemas.microsoft.com/office/drawing/2014/main" id="{3E234D31-6987-88F4-F8E8-9D562D260FA5}"/>
              </a:ext>
            </a:extLst>
          </p:cNvPr>
          <p:cNvSpPr/>
          <p:nvPr/>
        </p:nvSpPr>
        <p:spPr>
          <a:xfrm>
            <a:off x="933450" y="6448448"/>
            <a:ext cx="107950" cy="1811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F02521AE-14A7-6D0A-4603-F0D330F21091}"/>
              </a:ext>
            </a:extLst>
          </p:cNvPr>
          <p:cNvSpPr txBox="1"/>
          <p:nvPr/>
        </p:nvSpPr>
        <p:spPr>
          <a:xfrm>
            <a:off x="8667868" y="5501444"/>
            <a:ext cx="362902" cy="523220"/>
          </a:xfrm>
          <a:prstGeom prst="rect">
            <a:avLst/>
          </a:prstGeom>
          <a:noFill/>
        </p:spPr>
        <p:txBody>
          <a:bodyPr wrap="square">
            <a:spAutoFit/>
          </a:bodyPr>
          <a:lstStyle/>
          <a:p>
            <a:pPr algn="ctr"/>
            <a:r>
              <a:rPr lang="es-ES" sz="2800" b="1" i="1" dirty="0">
                <a:latin typeface="Amasis MT Pro" panose="02040504050005020304" pitchFamily="18" charset="0"/>
              </a:rPr>
              <a:t>T</a:t>
            </a:r>
            <a:endParaRPr lang="es-ES" sz="2800" dirty="0"/>
          </a:p>
        </p:txBody>
      </p:sp>
      <p:sp>
        <p:nvSpPr>
          <p:cNvPr id="10" name="CuadroTexto 9">
            <a:extLst>
              <a:ext uri="{FF2B5EF4-FFF2-40B4-BE49-F238E27FC236}">
                <a16:creationId xmlns:a16="http://schemas.microsoft.com/office/drawing/2014/main" id="{F2A5C6A3-37A2-4C9F-42F5-D3CBB9CBF6EE}"/>
              </a:ext>
            </a:extLst>
          </p:cNvPr>
          <p:cNvSpPr txBox="1"/>
          <p:nvPr/>
        </p:nvSpPr>
        <p:spPr>
          <a:xfrm>
            <a:off x="127940" y="1727856"/>
            <a:ext cx="362902" cy="523220"/>
          </a:xfrm>
          <a:prstGeom prst="rect">
            <a:avLst/>
          </a:prstGeom>
          <a:noFill/>
        </p:spPr>
        <p:txBody>
          <a:bodyPr wrap="square">
            <a:spAutoFit/>
          </a:bodyPr>
          <a:lstStyle/>
          <a:p>
            <a:pPr algn="ctr"/>
            <a:r>
              <a:rPr lang="es-ES" sz="2800" b="1" i="1" dirty="0">
                <a:latin typeface="Amasis MT Pro" panose="02040504050005020304" pitchFamily="18" charset="0"/>
              </a:rPr>
              <a:t>1</a:t>
            </a:r>
            <a:endParaRPr lang="es-ES" sz="2800" dirty="0"/>
          </a:p>
        </p:txBody>
      </p:sp>
    </p:spTree>
    <p:extLst>
      <p:ext uri="{BB962C8B-B14F-4D97-AF65-F5344CB8AC3E}">
        <p14:creationId xmlns:p14="http://schemas.microsoft.com/office/powerpoint/2010/main" val="29993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P spid="22" grpId="0"/>
      <p:bldP spid="23" grpId="0"/>
      <p:bldP spid="26" grpId="0"/>
      <p:bldP spid="30" grpId="0"/>
      <p:bldP spid="31" grpId="0"/>
      <p:bldP spid="34" grpId="0"/>
      <p:bldP spid="5" grpId="0" animBg="1"/>
      <p:bldP spid="6" grpId="0" animBg="1"/>
      <p:bldP spid="7" grpId="0" animBg="1"/>
      <p:bldP spid="8" grpId="0" animBg="1"/>
      <p:bldP spid="3" grpId="0"/>
      <p:bldP spid="10" grpId="0"/>
    </p:bldLst>
  </p:timing>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45712</TotalTime>
  <Words>6751</Words>
  <Application>Microsoft Macintosh PowerPoint</Application>
  <PresentationFormat>On-screen Show (4:3)</PresentationFormat>
  <Paragraphs>765</Paragraphs>
  <Slides>68</Slides>
  <Notes>56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68</vt:i4>
      </vt:variant>
    </vt:vector>
  </HeadingPairs>
  <TitlesOfParts>
    <vt:vector size="81" baseType="lpstr">
      <vt:lpstr>Amasis MT Pro</vt:lpstr>
      <vt:lpstr>Amasis MT Pro Light</vt:lpstr>
      <vt:lpstr>Aptos</vt:lpstr>
      <vt:lpstr>Arial</vt:lpstr>
      <vt:lpstr>Cambria</vt:lpstr>
      <vt:lpstr>Cambria Math</vt:lpstr>
      <vt:lpstr>CMBX10</vt:lpstr>
      <vt:lpstr>CMBX12</vt:lpstr>
      <vt:lpstr>CMR10</vt:lpstr>
      <vt:lpstr>CMR12</vt:lpstr>
      <vt:lpstr>Neue Haas Grotesk Text Pro</vt:lpstr>
      <vt:lpstr>Times New Roman</vt:lpstr>
      <vt:lpstr>VanillaVTI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Gaspar Alfaro García</dc:creator>
  <cp:lastModifiedBy>Miguel Ángel Fernández Sanjuán</cp:lastModifiedBy>
  <cp:revision>368</cp:revision>
  <dcterms:created xsi:type="dcterms:W3CDTF">2025-01-29T12:59:52Z</dcterms:created>
  <dcterms:modified xsi:type="dcterms:W3CDTF">2025-05-04T15:01:18Z</dcterms:modified>
</cp:coreProperties>
</file>