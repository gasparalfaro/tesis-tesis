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721" r:id="rId1"/>
  </p:sldMasterIdLst>
  <p:notesMasterIdLst>
    <p:notesMasterId r:id="rId60"/>
  </p:notesMasterIdLst>
  <p:sldIdLst>
    <p:sldId id="257" r:id="rId2"/>
    <p:sldId id="328" r:id="rId3"/>
    <p:sldId id="322" r:id="rId4"/>
    <p:sldId id="323" r:id="rId5"/>
    <p:sldId id="324" r:id="rId6"/>
    <p:sldId id="263" r:id="rId7"/>
    <p:sldId id="325" r:id="rId8"/>
    <p:sldId id="268" r:id="rId9"/>
    <p:sldId id="307" r:id="rId10"/>
    <p:sldId id="271" r:id="rId11"/>
    <p:sldId id="264" r:id="rId12"/>
    <p:sldId id="319" r:id="rId13"/>
    <p:sldId id="273" r:id="rId14"/>
    <p:sldId id="299" r:id="rId15"/>
    <p:sldId id="276" r:id="rId16"/>
    <p:sldId id="330" r:id="rId17"/>
    <p:sldId id="275" r:id="rId18"/>
    <p:sldId id="329" r:id="rId19"/>
    <p:sldId id="265" r:id="rId20"/>
    <p:sldId id="326" r:id="rId21"/>
    <p:sldId id="278" r:id="rId22"/>
    <p:sldId id="279" r:id="rId23"/>
    <p:sldId id="311" r:id="rId24"/>
    <p:sldId id="281" r:id="rId25"/>
    <p:sldId id="314" r:id="rId26"/>
    <p:sldId id="300" r:id="rId27"/>
    <p:sldId id="301" r:id="rId28"/>
    <p:sldId id="266" r:id="rId29"/>
    <p:sldId id="327" r:id="rId30"/>
    <p:sldId id="284" r:id="rId31"/>
    <p:sldId id="320" r:id="rId32"/>
    <p:sldId id="286" r:id="rId33"/>
    <p:sldId id="305" r:id="rId34"/>
    <p:sldId id="267" r:id="rId35"/>
    <p:sldId id="321" r:id="rId36"/>
    <p:sldId id="289" r:id="rId37"/>
    <p:sldId id="290" r:id="rId38"/>
    <p:sldId id="302" r:id="rId39"/>
    <p:sldId id="332" r:id="rId40"/>
    <p:sldId id="331" r:id="rId41"/>
    <p:sldId id="292" r:id="rId42"/>
    <p:sldId id="333" r:id="rId43"/>
    <p:sldId id="291" r:id="rId44"/>
    <p:sldId id="297" r:id="rId45"/>
    <p:sldId id="293" r:id="rId46"/>
    <p:sldId id="334" r:id="rId47"/>
    <p:sldId id="296" r:id="rId48"/>
    <p:sldId id="335" r:id="rId49"/>
    <p:sldId id="304" r:id="rId50"/>
    <p:sldId id="315" r:id="rId51"/>
    <p:sldId id="316" r:id="rId52"/>
    <p:sldId id="317" r:id="rId53"/>
    <p:sldId id="318" r:id="rId54"/>
    <p:sldId id="312" r:id="rId55"/>
    <p:sldId id="313" r:id="rId56"/>
    <p:sldId id="309" r:id="rId57"/>
    <p:sldId id="308" r:id="rId58"/>
    <p:sldId id="282" r:id="rId59"/>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5720F"/>
    <a:srgbClr val="FA990A"/>
    <a:srgbClr val="0072BD"/>
    <a:srgbClr val="EEB11F"/>
    <a:srgbClr val="FB9393"/>
    <a:srgbClr val="FBEED9"/>
    <a:srgbClr val="FBF5D1"/>
    <a:srgbClr val="3DFF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16C0B6-1760-4BCA-8131-AB4CDB426109}" v="340" dt="2025-02-19T19:43:48.4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472" autoAdjust="0"/>
    <p:restoredTop sz="97386" autoAdjust="0"/>
  </p:normalViewPr>
  <p:slideViewPr>
    <p:cSldViewPr snapToGrid="0">
      <p:cViewPr varScale="1">
        <p:scale>
          <a:sx n="159" d="100"/>
          <a:sy n="159" d="100"/>
        </p:scale>
        <p:origin x="3396" y="162"/>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spar Alfaro García" userId="S::gaspar.alfaro@urjc.es::b9682869-b526-4b6d-8301-b00acddeffaf" providerId="AD" clId="Web-{EF6C39F1-0CAF-704F-89DF-35BA24DF4C67}"/>
    <pc:docChg chg="modSld">
      <pc:chgData name="Gaspar Alfaro García" userId="S::gaspar.alfaro@urjc.es::b9682869-b526-4b6d-8301-b00acddeffaf" providerId="AD" clId="Web-{EF6C39F1-0CAF-704F-89DF-35BA24DF4C67}" dt="2025-02-18T12:20:04.461" v="3"/>
      <pc:docMkLst>
        <pc:docMk/>
      </pc:docMkLst>
      <pc:sldChg chg="modSp">
        <pc:chgData name="Gaspar Alfaro García" userId="S::gaspar.alfaro@urjc.es::b9682869-b526-4b6d-8301-b00acddeffaf" providerId="AD" clId="Web-{EF6C39F1-0CAF-704F-89DF-35BA24DF4C67}" dt="2025-02-18T12:20:04.461" v="3"/>
        <pc:sldMkLst>
          <pc:docMk/>
          <pc:sldMk cId="3194772664" sldId="298"/>
        </pc:sldMkLst>
        <pc:spChg chg="mod">
          <ac:chgData name="Gaspar Alfaro García" userId="S::gaspar.alfaro@urjc.es::b9682869-b526-4b6d-8301-b00acddeffaf" providerId="AD" clId="Web-{EF6C39F1-0CAF-704F-89DF-35BA24DF4C67}" dt="2025-02-18T12:20:04.461" v="3"/>
          <ac:spMkLst>
            <pc:docMk/>
            <pc:sldMk cId="3194772664" sldId="298"/>
            <ac:spMk id="44" creationId="{17A862A6-F4DC-B287-52EC-3EBED75526D1}"/>
          </ac:spMkLst>
        </pc:spChg>
      </pc:sldChg>
    </pc:docChg>
  </pc:docChgLst>
  <pc:docChgLst>
    <pc:chgData name="Gaspar Alfaro García" userId="b9682869-b526-4b6d-8301-b00acddeffaf" providerId="ADAL" clId="{9F16C0B6-1760-4BCA-8131-AB4CDB426109}"/>
    <pc:docChg chg="undo redo custSel addSld delSld modSld sldOrd">
      <pc:chgData name="Gaspar Alfaro García" userId="b9682869-b526-4b6d-8301-b00acddeffaf" providerId="ADAL" clId="{9F16C0B6-1760-4BCA-8131-AB4CDB426109}" dt="2025-02-19T19:44:39.908" v="2924" actId="27107"/>
      <pc:docMkLst>
        <pc:docMk/>
      </pc:docMkLst>
      <pc:sldChg chg="modSp mod">
        <pc:chgData name="Gaspar Alfaro García" userId="b9682869-b526-4b6d-8301-b00acddeffaf" providerId="ADAL" clId="{9F16C0B6-1760-4BCA-8131-AB4CDB426109}" dt="2025-02-18T17:59:53.852" v="167" actId="207"/>
        <pc:sldMkLst>
          <pc:docMk/>
          <pc:sldMk cId="2131548891" sldId="257"/>
        </pc:sldMkLst>
        <pc:spChg chg="mod">
          <ac:chgData name="Gaspar Alfaro García" userId="b9682869-b526-4b6d-8301-b00acddeffaf" providerId="ADAL" clId="{9F16C0B6-1760-4BCA-8131-AB4CDB426109}" dt="2025-02-18T17:59:53.852" v="167" actId="207"/>
          <ac:spMkLst>
            <pc:docMk/>
            <pc:sldMk cId="2131548891" sldId="257"/>
            <ac:spMk id="5" creationId="{B3748729-50C7-8599-6D3C-E12C17D6E64E}"/>
          </ac:spMkLst>
        </pc:spChg>
      </pc:sldChg>
      <pc:sldChg chg="modSp mod">
        <pc:chgData name="Gaspar Alfaro García" userId="b9682869-b526-4b6d-8301-b00acddeffaf" providerId="ADAL" clId="{9F16C0B6-1760-4BCA-8131-AB4CDB426109}" dt="2025-02-19T10:51:43.479" v="599" actId="20577"/>
        <pc:sldMkLst>
          <pc:docMk/>
          <pc:sldMk cId="657484191" sldId="259"/>
        </pc:sldMkLst>
        <pc:spChg chg="mod">
          <ac:chgData name="Gaspar Alfaro García" userId="b9682869-b526-4b6d-8301-b00acddeffaf" providerId="ADAL" clId="{9F16C0B6-1760-4BCA-8131-AB4CDB426109}" dt="2025-02-19T10:51:43.479" v="599" actId="20577"/>
          <ac:spMkLst>
            <pc:docMk/>
            <pc:sldMk cId="657484191" sldId="259"/>
            <ac:spMk id="6" creationId="{091CEA0D-6DCE-E46A-020C-2CC53C2446B4}"/>
          </ac:spMkLst>
        </pc:spChg>
      </pc:sldChg>
      <pc:sldChg chg="modSp mod">
        <pc:chgData name="Gaspar Alfaro García" userId="b9682869-b526-4b6d-8301-b00acddeffaf" providerId="ADAL" clId="{9F16C0B6-1760-4BCA-8131-AB4CDB426109}" dt="2025-02-19T16:37:35.510" v="1942" actId="20577"/>
        <pc:sldMkLst>
          <pc:docMk/>
          <pc:sldMk cId="3851960945" sldId="260"/>
        </pc:sldMkLst>
        <pc:spChg chg="mod">
          <ac:chgData name="Gaspar Alfaro García" userId="b9682869-b526-4b6d-8301-b00acddeffaf" providerId="ADAL" clId="{9F16C0B6-1760-4BCA-8131-AB4CDB426109}" dt="2025-02-19T16:37:35.510" v="1942" actId="20577"/>
          <ac:spMkLst>
            <pc:docMk/>
            <pc:sldMk cId="3851960945" sldId="260"/>
            <ac:spMk id="6" creationId="{26611D0D-85B1-F0D6-BE41-F9EA0F9D08DF}"/>
          </ac:spMkLst>
        </pc:spChg>
      </pc:sldChg>
      <pc:sldChg chg="modSp mod">
        <pc:chgData name="Gaspar Alfaro García" userId="b9682869-b526-4b6d-8301-b00acddeffaf" providerId="ADAL" clId="{9F16C0B6-1760-4BCA-8131-AB4CDB426109}" dt="2025-02-19T19:10:11.052" v="2290"/>
        <pc:sldMkLst>
          <pc:docMk/>
          <pc:sldMk cId="117828384" sldId="261"/>
        </pc:sldMkLst>
        <pc:spChg chg="mod">
          <ac:chgData name="Gaspar Alfaro García" userId="b9682869-b526-4b6d-8301-b00acddeffaf" providerId="ADAL" clId="{9F16C0B6-1760-4BCA-8131-AB4CDB426109}" dt="2025-02-19T19:10:11.052" v="2290"/>
          <ac:spMkLst>
            <pc:docMk/>
            <pc:sldMk cId="117828384" sldId="261"/>
            <ac:spMk id="6" creationId="{0F9522B5-9B85-AAB3-B744-B64B4D04B8C5}"/>
          </ac:spMkLst>
        </pc:spChg>
      </pc:sldChg>
      <pc:sldChg chg="modSp mod">
        <pc:chgData name="Gaspar Alfaro García" userId="b9682869-b526-4b6d-8301-b00acddeffaf" providerId="ADAL" clId="{9F16C0B6-1760-4BCA-8131-AB4CDB426109}" dt="2025-02-18T17:59:23.365" v="165" actId="207"/>
        <pc:sldMkLst>
          <pc:docMk/>
          <pc:sldMk cId="977630001" sldId="262"/>
        </pc:sldMkLst>
        <pc:spChg chg="mod">
          <ac:chgData name="Gaspar Alfaro García" userId="b9682869-b526-4b6d-8301-b00acddeffaf" providerId="ADAL" clId="{9F16C0B6-1760-4BCA-8131-AB4CDB426109}" dt="2025-02-18T17:59:23.365" v="165" actId="207"/>
          <ac:spMkLst>
            <pc:docMk/>
            <pc:sldMk cId="977630001" sldId="262"/>
            <ac:spMk id="2" creationId="{B88D1E6B-C5F8-258C-101F-DC0CBBAFA602}"/>
          </ac:spMkLst>
        </pc:spChg>
      </pc:sldChg>
      <pc:sldChg chg="addSp delSp modSp mod">
        <pc:chgData name="Gaspar Alfaro García" userId="b9682869-b526-4b6d-8301-b00acddeffaf" providerId="ADAL" clId="{9F16C0B6-1760-4BCA-8131-AB4CDB426109}" dt="2025-02-19T09:42:08.503" v="480" actId="404"/>
        <pc:sldMkLst>
          <pc:docMk/>
          <pc:sldMk cId="3389424709" sldId="263"/>
        </pc:sldMkLst>
        <pc:spChg chg="mod">
          <ac:chgData name="Gaspar Alfaro García" userId="b9682869-b526-4b6d-8301-b00acddeffaf" providerId="ADAL" clId="{9F16C0B6-1760-4BCA-8131-AB4CDB426109}" dt="2025-02-19T09:42:08.503" v="480" actId="404"/>
          <ac:spMkLst>
            <pc:docMk/>
            <pc:sldMk cId="3389424709" sldId="263"/>
            <ac:spMk id="2" creationId="{9F92BCE5-4796-BA4C-1555-BA6A58204DD4}"/>
          </ac:spMkLst>
        </pc:spChg>
        <pc:spChg chg="add mod">
          <ac:chgData name="Gaspar Alfaro García" userId="b9682869-b526-4b6d-8301-b00acddeffaf" providerId="ADAL" clId="{9F16C0B6-1760-4BCA-8131-AB4CDB426109}" dt="2025-02-19T09:32:06.061" v="412"/>
          <ac:spMkLst>
            <pc:docMk/>
            <pc:sldMk cId="3389424709" sldId="263"/>
            <ac:spMk id="3" creationId="{57008222-1087-24D2-A419-E4BB6F741719}"/>
          </ac:spMkLst>
        </pc:spChg>
        <pc:spChg chg="add mod">
          <ac:chgData name="Gaspar Alfaro García" userId="b9682869-b526-4b6d-8301-b00acddeffaf" providerId="ADAL" clId="{9F16C0B6-1760-4BCA-8131-AB4CDB426109}" dt="2025-02-19T09:32:06.061" v="412"/>
          <ac:spMkLst>
            <pc:docMk/>
            <pc:sldMk cId="3389424709" sldId="263"/>
            <ac:spMk id="5" creationId="{C2881D0E-C9D7-4E69-8E14-53E5BFDCF07F}"/>
          </ac:spMkLst>
        </pc:spChg>
        <pc:spChg chg="add mod">
          <ac:chgData name="Gaspar Alfaro García" userId="b9682869-b526-4b6d-8301-b00acddeffaf" providerId="ADAL" clId="{9F16C0B6-1760-4BCA-8131-AB4CDB426109}" dt="2025-02-19T09:33:23.164" v="421" actId="1076"/>
          <ac:spMkLst>
            <pc:docMk/>
            <pc:sldMk cId="3389424709" sldId="263"/>
            <ac:spMk id="6" creationId="{FFAEAD24-C4E3-D910-38EE-AD171D6DEC3E}"/>
          </ac:spMkLst>
        </pc:spChg>
        <pc:spChg chg="add mod">
          <ac:chgData name="Gaspar Alfaro García" userId="b9682869-b526-4b6d-8301-b00acddeffaf" providerId="ADAL" clId="{9F16C0B6-1760-4BCA-8131-AB4CDB426109}" dt="2025-02-19T09:33:23.164" v="421" actId="1076"/>
          <ac:spMkLst>
            <pc:docMk/>
            <pc:sldMk cId="3389424709" sldId="263"/>
            <ac:spMk id="7" creationId="{F83CAE53-FC02-0DB8-14BF-D52001FA0968}"/>
          </ac:spMkLst>
        </pc:spChg>
        <pc:spChg chg="add mod">
          <ac:chgData name="Gaspar Alfaro García" userId="b9682869-b526-4b6d-8301-b00acddeffaf" providerId="ADAL" clId="{9F16C0B6-1760-4BCA-8131-AB4CDB426109}" dt="2025-02-19T09:33:23.164" v="421" actId="1076"/>
          <ac:spMkLst>
            <pc:docMk/>
            <pc:sldMk cId="3389424709" sldId="263"/>
            <ac:spMk id="8" creationId="{93E57297-EA11-0685-E9E8-67CDB503653C}"/>
          </ac:spMkLst>
        </pc:spChg>
        <pc:spChg chg="add del mod">
          <ac:chgData name="Gaspar Alfaro García" userId="b9682869-b526-4b6d-8301-b00acddeffaf" providerId="ADAL" clId="{9F16C0B6-1760-4BCA-8131-AB4CDB426109}" dt="2025-02-19T09:32:48.541" v="417" actId="478"/>
          <ac:spMkLst>
            <pc:docMk/>
            <pc:sldMk cId="3389424709" sldId="263"/>
            <ac:spMk id="9" creationId="{81016191-7D90-0D92-A45A-460E44C3DFCA}"/>
          </ac:spMkLst>
        </pc:spChg>
        <pc:spChg chg="add del mod">
          <ac:chgData name="Gaspar Alfaro García" userId="b9682869-b526-4b6d-8301-b00acddeffaf" providerId="ADAL" clId="{9F16C0B6-1760-4BCA-8131-AB4CDB426109}" dt="2025-02-19T09:32:48.541" v="417" actId="478"/>
          <ac:spMkLst>
            <pc:docMk/>
            <pc:sldMk cId="3389424709" sldId="263"/>
            <ac:spMk id="10" creationId="{976770B0-4DA4-E2C0-1FC2-C2A2E6D4DEB2}"/>
          </ac:spMkLst>
        </pc:spChg>
        <pc:spChg chg="add del mod">
          <ac:chgData name="Gaspar Alfaro García" userId="b9682869-b526-4b6d-8301-b00acddeffaf" providerId="ADAL" clId="{9F16C0B6-1760-4BCA-8131-AB4CDB426109}" dt="2025-02-19T09:32:48.541" v="417" actId="478"/>
          <ac:spMkLst>
            <pc:docMk/>
            <pc:sldMk cId="3389424709" sldId="263"/>
            <ac:spMk id="11" creationId="{58D33EF7-E3C3-20CF-AB38-6FE2946A6D0E}"/>
          </ac:spMkLst>
        </pc:spChg>
        <pc:spChg chg="add mod">
          <ac:chgData name="Gaspar Alfaro García" userId="b9682869-b526-4b6d-8301-b00acddeffaf" providerId="ADAL" clId="{9F16C0B6-1760-4BCA-8131-AB4CDB426109}" dt="2025-02-19T09:35:22.842" v="450" actId="1076"/>
          <ac:spMkLst>
            <pc:docMk/>
            <pc:sldMk cId="3389424709" sldId="263"/>
            <ac:spMk id="12" creationId="{299AD373-E30C-2B81-B853-FFA3E9D40944}"/>
          </ac:spMkLst>
        </pc:spChg>
        <pc:spChg chg="add mod">
          <ac:chgData name="Gaspar Alfaro García" userId="b9682869-b526-4b6d-8301-b00acddeffaf" providerId="ADAL" clId="{9F16C0B6-1760-4BCA-8131-AB4CDB426109}" dt="2025-02-19T09:35:22.842" v="450" actId="1076"/>
          <ac:spMkLst>
            <pc:docMk/>
            <pc:sldMk cId="3389424709" sldId="263"/>
            <ac:spMk id="13" creationId="{1EE9AF69-A54F-5821-D641-880AE87A4906}"/>
          </ac:spMkLst>
        </pc:spChg>
        <pc:spChg chg="add mod">
          <ac:chgData name="Gaspar Alfaro García" userId="b9682869-b526-4b6d-8301-b00acddeffaf" providerId="ADAL" clId="{9F16C0B6-1760-4BCA-8131-AB4CDB426109}" dt="2025-02-19T09:35:22.842" v="450" actId="1076"/>
          <ac:spMkLst>
            <pc:docMk/>
            <pc:sldMk cId="3389424709" sldId="263"/>
            <ac:spMk id="14" creationId="{DBCCABD7-3EDF-5494-1F8F-F4AFEB18BB11}"/>
          </ac:spMkLst>
        </pc:spChg>
        <pc:spChg chg="add mod">
          <ac:chgData name="Gaspar Alfaro García" userId="b9682869-b526-4b6d-8301-b00acddeffaf" providerId="ADAL" clId="{9F16C0B6-1760-4BCA-8131-AB4CDB426109}" dt="2025-02-19T09:35:28.602" v="451" actId="1076"/>
          <ac:spMkLst>
            <pc:docMk/>
            <pc:sldMk cId="3389424709" sldId="263"/>
            <ac:spMk id="15" creationId="{E97283B4-715F-C4B3-C7A4-12455111DBE0}"/>
          </ac:spMkLst>
        </pc:spChg>
        <pc:spChg chg="add mod">
          <ac:chgData name="Gaspar Alfaro García" userId="b9682869-b526-4b6d-8301-b00acddeffaf" providerId="ADAL" clId="{9F16C0B6-1760-4BCA-8131-AB4CDB426109}" dt="2025-02-19T09:35:28.602" v="451" actId="1076"/>
          <ac:spMkLst>
            <pc:docMk/>
            <pc:sldMk cId="3389424709" sldId="263"/>
            <ac:spMk id="16" creationId="{9F94777F-0546-8D30-664C-484DFDE68F0A}"/>
          </ac:spMkLst>
        </pc:spChg>
        <pc:spChg chg="add mod">
          <ac:chgData name="Gaspar Alfaro García" userId="b9682869-b526-4b6d-8301-b00acddeffaf" providerId="ADAL" clId="{9F16C0B6-1760-4BCA-8131-AB4CDB426109}" dt="2025-02-19T09:35:28.602" v="451" actId="1076"/>
          <ac:spMkLst>
            <pc:docMk/>
            <pc:sldMk cId="3389424709" sldId="263"/>
            <ac:spMk id="17" creationId="{CF83D416-5244-0EB8-D5F0-E7A42B15816E}"/>
          </ac:spMkLst>
        </pc:spChg>
        <pc:spChg chg="add mod">
          <ac:chgData name="Gaspar Alfaro García" userId="b9682869-b526-4b6d-8301-b00acddeffaf" providerId="ADAL" clId="{9F16C0B6-1760-4BCA-8131-AB4CDB426109}" dt="2025-02-19T09:34:14.015" v="438" actId="1076"/>
          <ac:spMkLst>
            <pc:docMk/>
            <pc:sldMk cId="3389424709" sldId="263"/>
            <ac:spMk id="18" creationId="{A1BB5016-CAED-F645-4B84-B7A3AC04ED8A}"/>
          </ac:spMkLst>
        </pc:spChg>
        <pc:spChg chg="add mod">
          <ac:chgData name="Gaspar Alfaro García" userId="b9682869-b526-4b6d-8301-b00acddeffaf" providerId="ADAL" clId="{9F16C0B6-1760-4BCA-8131-AB4CDB426109}" dt="2025-02-19T09:34:14.015" v="438" actId="1076"/>
          <ac:spMkLst>
            <pc:docMk/>
            <pc:sldMk cId="3389424709" sldId="263"/>
            <ac:spMk id="19" creationId="{00B5A258-9F9F-E02B-49AF-64E4545B3F4A}"/>
          </ac:spMkLst>
        </pc:spChg>
        <pc:spChg chg="add mod">
          <ac:chgData name="Gaspar Alfaro García" userId="b9682869-b526-4b6d-8301-b00acddeffaf" providerId="ADAL" clId="{9F16C0B6-1760-4BCA-8131-AB4CDB426109}" dt="2025-02-19T09:34:14.015" v="438" actId="1076"/>
          <ac:spMkLst>
            <pc:docMk/>
            <pc:sldMk cId="3389424709" sldId="263"/>
            <ac:spMk id="20" creationId="{9CDAB24B-E2EF-F011-2EBC-8F4B7E767433}"/>
          </ac:spMkLst>
        </pc:spChg>
        <pc:spChg chg="add mod">
          <ac:chgData name="Gaspar Alfaro García" userId="b9682869-b526-4b6d-8301-b00acddeffaf" providerId="ADAL" clId="{9F16C0B6-1760-4BCA-8131-AB4CDB426109}" dt="2025-02-19T09:34:26.158" v="439" actId="1076"/>
          <ac:spMkLst>
            <pc:docMk/>
            <pc:sldMk cId="3389424709" sldId="263"/>
            <ac:spMk id="21" creationId="{A13A7B3A-53FD-BFBB-F215-E2B30818BA62}"/>
          </ac:spMkLst>
        </pc:spChg>
        <pc:spChg chg="add mod">
          <ac:chgData name="Gaspar Alfaro García" userId="b9682869-b526-4b6d-8301-b00acddeffaf" providerId="ADAL" clId="{9F16C0B6-1760-4BCA-8131-AB4CDB426109}" dt="2025-02-19T09:34:26.158" v="439" actId="1076"/>
          <ac:spMkLst>
            <pc:docMk/>
            <pc:sldMk cId="3389424709" sldId="263"/>
            <ac:spMk id="22" creationId="{8A588AA6-65E8-F7D7-56BB-0F72CEA440D6}"/>
          </ac:spMkLst>
        </pc:spChg>
        <pc:spChg chg="add mod">
          <ac:chgData name="Gaspar Alfaro García" userId="b9682869-b526-4b6d-8301-b00acddeffaf" providerId="ADAL" clId="{9F16C0B6-1760-4BCA-8131-AB4CDB426109}" dt="2025-02-19T09:34:26.158" v="439" actId="1076"/>
          <ac:spMkLst>
            <pc:docMk/>
            <pc:sldMk cId="3389424709" sldId="263"/>
            <ac:spMk id="23" creationId="{87EA5A64-9E5D-C03B-9212-B84AC218EF1E}"/>
          </ac:spMkLst>
        </pc:spChg>
        <pc:spChg chg="add mod">
          <ac:chgData name="Gaspar Alfaro García" userId="b9682869-b526-4b6d-8301-b00acddeffaf" providerId="ADAL" clId="{9F16C0B6-1760-4BCA-8131-AB4CDB426109}" dt="2025-02-19T09:33:55.263" v="435" actId="571"/>
          <ac:spMkLst>
            <pc:docMk/>
            <pc:sldMk cId="3389424709" sldId="263"/>
            <ac:spMk id="24" creationId="{39D0397B-6A55-6F76-B633-CEA3476500D0}"/>
          </ac:spMkLst>
        </pc:spChg>
        <pc:spChg chg="add mod">
          <ac:chgData name="Gaspar Alfaro García" userId="b9682869-b526-4b6d-8301-b00acddeffaf" providerId="ADAL" clId="{9F16C0B6-1760-4BCA-8131-AB4CDB426109}" dt="2025-02-19T09:33:55.263" v="435" actId="571"/>
          <ac:spMkLst>
            <pc:docMk/>
            <pc:sldMk cId="3389424709" sldId="263"/>
            <ac:spMk id="25" creationId="{7ECBEC96-EA30-9220-1F3B-921DCA31E619}"/>
          </ac:spMkLst>
        </pc:spChg>
        <pc:spChg chg="add mod">
          <ac:chgData name="Gaspar Alfaro García" userId="b9682869-b526-4b6d-8301-b00acddeffaf" providerId="ADAL" clId="{9F16C0B6-1760-4BCA-8131-AB4CDB426109}" dt="2025-02-19T09:33:55.263" v="435" actId="571"/>
          <ac:spMkLst>
            <pc:docMk/>
            <pc:sldMk cId="3389424709" sldId="263"/>
            <ac:spMk id="26" creationId="{89DF4EC8-4310-B22C-E391-4B6E39056875}"/>
          </ac:spMkLst>
        </pc:spChg>
        <pc:spChg chg="add mod">
          <ac:chgData name="Gaspar Alfaro García" userId="b9682869-b526-4b6d-8301-b00acddeffaf" providerId="ADAL" clId="{9F16C0B6-1760-4BCA-8131-AB4CDB426109}" dt="2025-02-19T09:33:53.736" v="434" actId="1076"/>
          <ac:spMkLst>
            <pc:docMk/>
            <pc:sldMk cId="3389424709" sldId="263"/>
            <ac:spMk id="27" creationId="{91B09ACD-B897-5150-F9EE-5F45AAD27A8F}"/>
          </ac:spMkLst>
        </pc:spChg>
        <pc:spChg chg="add mod">
          <ac:chgData name="Gaspar Alfaro García" userId="b9682869-b526-4b6d-8301-b00acddeffaf" providerId="ADAL" clId="{9F16C0B6-1760-4BCA-8131-AB4CDB426109}" dt="2025-02-19T09:33:53.736" v="434" actId="1076"/>
          <ac:spMkLst>
            <pc:docMk/>
            <pc:sldMk cId="3389424709" sldId="263"/>
            <ac:spMk id="28" creationId="{2F108851-0199-8616-CA6F-F061FFF48D33}"/>
          </ac:spMkLst>
        </pc:spChg>
        <pc:spChg chg="add mod">
          <ac:chgData name="Gaspar Alfaro García" userId="b9682869-b526-4b6d-8301-b00acddeffaf" providerId="ADAL" clId="{9F16C0B6-1760-4BCA-8131-AB4CDB426109}" dt="2025-02-19T09:33:53.736" v="434" actId="1076"/>
          <ac:spMkLst>
            <pc:docMk/>
            <pc:sldMk cId="3389424709" sldId="263"/>
            <ac:spMk id="29" creationId="{1BC25329-90A0-5296-B0B8-32770D0DF308}"/>
          </ac:spMkLst>
        </pc:spChg>
        <pc:spChg chg="add mod">
          <ac:chgData name="Gaspar Alfaro García" userId="b9682869-b526-4b6d-8301-b00acddeffaf" providerId="ADAL" clId="{9F16C0B6-1760-4BCA-8131-AB4CDB426109}" dt="2025-02-19T09:34:31.730" v="441" actId="571"/>
          <ac:spMkLst>
            <pc:docMk/>
            <pc:sldMk cId="3389424709" sldId="263"/>
            <ac:spMk id="30" creationId="{D4510D7B-1344-C970-0C75-4C71D7EF5B5E}"/>
          </ac:spMkLst>
        </pc:spChg>
        <pc:spChg chg="add mod">
          <ac:chgData name="Gaspar Alfaro García" userId="b9682869-b526-4b6d-8301-b00acddeffaf" providerId="ADAL" clId="{9F16C0B6-1760-4BCA-8131-AB4CDB426109}" dt="2025-02-19T09:34:31.730" v="441" actId="571"/>
          <ac:spMkLst>
            <pc:docMk/>
            <pc:sldMk cId="3389424709" sldId="263"/>
            <ac:spMk id="31" creationId="{2B7D012C-147F-D0A7-CFDC-0589EC52123E}"/>
          </ac:spMkLst>
        </pc:spChg>
        <pc:spChg chg="add mod">
          <ac:chgData name="Gaspar Alfaro García" userId="b9682869-b526-4b6d-8301-b00acddeffaf" providerId="ADAL" clId="{9F16C0B6-1760-4BCA-8131-AB4CDB426109}" dt="2025-02-19T09:34:31.730" v="441" actId="571"/>
          <ac:spMkLst>
            <pc:docMk/>
            <pc:sldMk cId="3389424709" sldId="263"/>
            <ac:spMk id="32" creationId="{03DD8A50-D50F-68E4-F069-40FA2F73BFFE}"/>
          </ac:spMkLst>
        </pc:spChg>
        <pc:spChg chg="add mod">
          <ac:chgData name="Gaspar Alfaro García" userId="b9682869-b526-4b6d-8301-b00acddeffaf" providerId="ADAL" clId="{9F16C0B6-1760-4BCA-8131-AB4CDB426109}" dt="2025-02-19T09:35:33.128" v="452" actId="1076"/>
          <ac:spMkLst>
            <pc:docMk/>
            <pc:sldMk cId="3389424709" sldId="263"/>
            <ac:spMk id="33" creationId="{57C81F60-49A2-B163-9311-381219324612}"/>
          </ac:spMkLst>
        </pc:spChg>
        <pc:spChg chg="add mod">
          <ac:chgData name="Gaspar Alfaro García" userId="b9682869-b526-4b6d-8301-b00acddeffaf" providerId="ADAL" clId="{9F16C0B6-1760-4BCA-8131-AB4CDB426109}" dt="2025-02-19T09:35:33.128" v="452" actId="1076"/>
          <ac:spMkLst>
            <pc:docMk/>
            <pc:sldMk cId="3389424709" sldId="263"/>
            <ac:spMk id="34" creationId="{216AAE06-C333-DA6C-F3EB-5AFB62EF7E11}"/>
          </ac:spMkLst>
        </pc:spChg>
        <pc:spChg chg="add mod">
          <ac:chgData name="Gaspar Alfaro García" userId="b9682869-b526-4b6d-8301-b00acddeffaf" providerId="ADAL" clId="{9F16C0B6-1760-4BCA-8131-AB4CDB426109}" dt="2025-02-19T09:35:33.128" v="452" actId="1076"/>
          <ac:spMkLst>
            <pc:docMk/>
            <pc:sldMk cId="3389424709" sldId="263"/>
            <ac:spMk id="35" creationId="{4121A86C-2274-3EC3-EF40-7C4DCEFCFD92}"/>
          </ac:spMkLst>
        </pc:spChg>
        <pc:spChg chg="add mod">
          <ac:chgData name="Gaspar Alfaro García" userId="b9682869-b526-4b6d-8301-b00acddeffaf" providerId="ADAL" clId="{9F16C0B6-1760-4BCA-8131-AB4CDB426109}" dt="2025-02-19T09:34:45.442" v="445" actId="571"/>
          <ac:spMkLst>
            <pc:docMk/>
            <pc:sldMk cId="3389424709" sldId="263"/>
            <ac:spMk id="36" creationId="{1DC4B018-058A-0995-87BD-D8F9EA24AD79}"/>
          </ac:spMkLst>
        </pc:spChg>
        <pc:spChg chg="add mod">
          <ac:chgData name="Gaspar Alfaro García" userId="b9682869-b526-4b6d-8301-b00acddeffaf" providerId="ADAL" clId="{9F16C0B6-1760-4BCA-8131-AB4CDB426109}" dt="2025-02-19T09:34:45.442" v="445" actId="571"/>
          <ac:spMkLst>
            <pc:docMk/>
            <pc:sldMk cId="3389424709" sldId="263"/>
            <ac:spMk id="37" creationId="{F776512B-AFDA-7F33-E6AC-B010E1CFD93D}"/>
          </ac:spMkLst>
        </pc:spChg>
        <pc:spChg chg="add mod">
          <ac:chgData name="Gaspar Alfaro García" userId="b9682869-b526-4b6d-8301-b00acddeffaf" providerId="ADAL" clId="{9F16C0B6-1760-4BCA-8131-AB4CDB426109}" dt="2025-02-19T09:34:45.442" v="445" actId="571"/>
          <ac:spMkLst>
            <pc:docMk/>
            <pc:sldMk cId="3389424709" sldId="263"/>
            <ac:spMk id="38" creationId="{38F03188-7AEE-827A-3372-4D83D8542648}"/>
          </ac:spMkLst>
        </pc:spChg>
        <pc:spChg chg="add mod">
          <ac:chgData name="Gaspar Alfaro García" userId="b9682869-b526-4b6d-8301-b00acddeffaf" providerId="ADAL" clId="{9F16C0B6-1760-4BCA-8131-AB4CDB426109}" dt="2025-02-19T09:34:43.443" v="444"/>
          <ac:spMkLst>
            <pc:docMk/>
            <pc:sldMk cId="3389424709" sldId="263"/>
            <ac:spMk id="39" creationId="{035C2EE9-602E-83FD-02FD-3069BC8B4860}"/>
          </ac:spMkLst>
        </pc:spChg>
        <pc:spChg chg="add mod">
          <ac:chgData name="Gaspar Alfaro García" userId="b9682869-b526-4b6d-8301-b00acddeffaf" providerId="ADAL" clId="{9F16C0B6-1760-4BCA-8131-AB4CDB426109}" dt="2025-02-19T09:34:43.443" v="444"/>
          <ac:spMkLst>
            <pc:docMk/>
            <pc:sldMk cId="3389424709" sldId="263"/>
            <ac:spMk id="40" creationId="{6D840D58-EE9D-39D2-703F-6101B0AE0BE2}"/>
          </ac:spMkLst>
        </pc:spChg>
        <pc:spChg chg="add mod">
          <ac:chgData name="Gaspar Alfaro García" userId="b9682869-b526-4b6d-8301-b00acddeffaf" providerId="ADAL" clId="{9F16C0B6-1760-4BCA-8131-AB4CDB426109}" dt="2025-02-19T09:34:43.443" v="444"/>
          <ac:spMkLst>
            <pc:docMk/>
            <pc:sldMk cId="3389424709" sldId="263"/>
            <ac:spMk id="41" creationId="{C967401A-A674-656E-F875-6EB21EE342DE}"/>
          </ac:spMkLst>
        </pc:spChg>
        <pc:spChg chg="add mod">
          <ac:chgData name="Gaspar Alfaro García" userId="b9682869-b526-4b6d-8301-b00acddeffaf" providerId="ADAL" clId="{9F16C0B6-1760-4BCA-8131-AB4CDB426109}" dt="2025-02-19T09:34:46.807" v="446"/>
          <ac:spMkLst>
            <pc:docMk/>
            <pc:sldMk cId="3389424709" sldId="263"/>
            <ac:spMk id="42" creationId="{67C3043D-2E68-BF63-6FDD-9D237B014E12}"/>
          </ac:spMkLst>
        </pc:spChg>
        <pc:spChg chg="add mod">
          <ac:chgData name="Gaspar Alfaro García" userId="b9682869-b526-4b6d-8301-b00acddeffaf" providerId="ADAL" clId="{9F16C0B6-1760-4BCA-8131-AB4CDB426109}" dt="2025-02-19T09:34:46.807" v="446"/>
          <ac:spMkLst>
            <pc:docMk/>
            <pc:sldMk cId="3389424709" sldId="263"/>
            <ac:spMk id="43" creationId="{8B8F35CB-5D46-A473-3302-E42BFD4A4634}"/>
          </ac:spMkLst>
        </pc:spChg>
        <pc:spChg chg="add mod">
          <ac:chgData name="Gaspar Alfaro García" userId="b9682869-b526-4b6d-8301-b00acddeffaf" providerId="ADAL" clId="{9F16C0B6-1760-4BCA-8131-AB4CDB426109}" dt="2025-02-19T09:34:46.807" v="446"/>
          <ac:spMkLst>
            <pc:docMk/>
            <pc:sldMk cId="3389424709" sldId="263"/>
            <ac:spMk id="44" creationId="{A37E8182-396C-327B-466B-13D1CCD65F88}"/>
          </ac:spMkLst>
        </pc:spChg>
        <pc:spChg chg="add mod">
          <ac:chgData name="Gaspar Alfaro García" userId="b9682869-b526-4b6d-8301-b00acddeffaf" providerId="ADAL" clId="{9F16C0B6-1760-4BCA-8131-AB4CDB426109}" dt="2025-02-19T09:35:17.565" v="449" actId="1076"/>
          <ac:spMkLst>
            <pc:docMk/>
            <pc:sldMk cId="3389424709" sldId="263"/>
            <ac:spMk id="45" creationId="{76E30C0B-1C1B-44D2-D49E-37F82C0A594E}"/>
          </ac:spMkLst>
        </pc:spChg>
        <pc:spChg chg="add mod">
          <ac:chgData name="Gaspar Alfaro García" userId="b9682869-b526-4b6d-8301-b00acddeffaf" providerId="ADAL" clId="{9F16C0B6-1760-4BCA-8131-AB4CDB426109}" dt="2025-02-19T09:35:17.565" v="449" actId="1076"/>
          <ac:spMkLst>
            <pc:docMk/>
            <pc:sldMk cId="3389424709" sldId="263"/>
            <ac:spMk id="46" creationId="{97605659-071C-7B90-4A2F-883071F87F2D}"/>
          </ac:spMkLst>
        </pc:spChg>
        <pc:spChg chg="add mod">
          <ac:chgData name="Gaspar Alfaro García" userId="b9682869-b526-4b6d-8301-b00acddeffaf" providerId="ADAL" clId="{9F16C0B6-1760-4BCA-8131-AB4CDB426109}" dt="2025-02-19T09:35:17.565" v="449" actId="1076"/>
          <ac:spMkLst>
            <pc:docMk/>
            <pc:sldMk cId="3389424709" sldId="263"/>
            <ac:spMk id="47" creationId="{2DBD51CB-092E-23C1-4FFB-9FBA0BDC39D7}"/>
          </ac:spMkLst>
        </pc:spChg>
        <pc:spChg chg="add mod">
          <ac:chgData name="Gaspar Alfaro García" userId="b9682869-b526-4b6d-8301-b00acddeffaf" providerId="ADAL" clId="{9F16C0B6-1760-4BCA-8131-AB4CDB426109}" dt="2025-02-19T09:35:51.507" v="455" actId="1076"/>
          <ac:spMkLst>
            <pc:docMk/>
            <pc:sldMk cId="3389424709" sldId="263"/>
            <ac:spMk id="48" creationId="{E1258129-ABB5-0B8B-9D6E-86D2AAEC99B2}"/>
          </ac:spMkLst>
        </pc:spChg>
        <pc:spChg chg="add mod">
          <ac:chgData name="Gaspar Alfaro García" userId="b9682869-b526-4b6d-8301-b00acddeffaf" providerId="ADAL" clId="{9F16C0B6-1760-4BCA-8131-AB4CDB426109}" dt="2025-02-19T09:35:51.507" v="455" actId="1076"/>
          <ac:spMkLst>
            <pc:docMk/>
            <pc:sldMk cId="3389424709" sldId="263"/>
            <ac:spMk id="49" creationId="{B22DDD85-64CE-274B-C06D-97EEC791D953}"/>
          </ac:spMkLst>
        </pc:spChg>
        <pc:spChg chg="add mod">
          <ac:chgData name="Gaspar Alfaro García" userId="b9682869-b526-4b6d-8301-b00acddeffaf" providerId="ADAL" clId="{9F16C0B6-1760-4BCA-8131-AB4CDB426109}" dt="2025-02-19T09:35:51.507" v="455" actId="1076"/>
          <ac:spMkLst>
            <pc:docMk/>
            <pc:sldMk cId="3389424709" sldId="263"/>
            <ac:spMk id="50" creationId="{D08A8F85-665B-6E01-645F-29723708917D}"/>
          </ac:spMkLst>
        </pc:spChg>
        <pc:spChg chg="add mod">
          <ac:chgData name="Gaspar Alfaro García" userId="b9682869-b526-4b6d-8301-b00acddeffaf" providerId="ADAL" clId="{9F16C0B6-1760-4BCA-8131-AB4CDB426109}" dt="2025-02-19T09:35:56.902" v="457" actId="1076"/>
          <ac:spMkLst>
            <pc:docMk/>
            <pc:sldMk cId="3389424709" sldId="263"/>
            <ac:spMk id="51" creationId="{95A6329E-9AC3-E3D1-6DE4-D37D638066FE}"/>
          </ac:spMkLst>
        </pc:spChg>
        <pc:spChg chg="add mod">
          <ac:chgData name="Gaspar Alfaro García" userId="b9682869-b526-4b6d-8301-b00acddeffaf" providerId="ADAL" clId="{9F16C0B6-1760-4BCA-8131-AB4CDB426109}" dt="2025-02-19T09:35:56.902" v="457" actId="1076"/>
          <ac:spMkLst>
            <pc:docMk/>
            <pc:sldMk cId="3389424709" sldId="263"/>
            <ac:spMk id="52" creationId="{A89EE01B-5900-DD02-80DC-91507CF18B55}"/>
          </ac:spMkLst>
        </pc:spChg>
        <pc:spChg chg="add mod">
          <ac:chgData name="Gaspar Alfaro García" userId="b9682869-b526-4b6d-8301-b00acddeffaf" providerId="ADAL" clId="{9F16C0B6-1760-4BCA-8131-AB4CDB426109}" dt="2025-02-19T09:35:56.902" v="457" actId="1076"/>
          <ac:spMkLst>
            <pc:docMk/>
            <pc:sldMk cId="3389424709" sldId="263"/>
            <ac:spMk id="53" creationId="{106D7672-58C9-9379-1F85-70F1B554BDAE}"/>
          </ac:spMkLst>
        </pc:spChg>
        <pc:spChg chg="add mod">
          <ac:chgData name="Gaspar Alfaro García" userId="b9682869-b526-4b6d-8301-b00acddeffaf" providerId="ADAL" clId="{9F16C0B6-1760-4BCA-8131-AB4CDB426109}" dt="2025-02-19T09:36:08.183" v="459" actId="1076"/>
          <ac:spMkLst>
            <pc:docMk/>
            <pc:sldMk cId="3389424709" sldId="263"/>
            <ac:spMk id="54" creationId="{D563FB82-ECC4-B416-E938-86565848DC12}"/>
          </ac:spMkLst>
        </pc:spChg>
        <pc:spChg chg="add mod">
          <ac:chgData name="Gaspar Alfaro García" userId="b9682869-b526-4b6d-8301-b00acddeffaf" providerId="ADAL" clId="{9F16C0B6-1760-4BCA-8131-AB4CDB426109}" dt="2025-02-19T09:36:08.183" v="459" actId="1076"/>
          <ac:spMkLst>
            <pc:docMk/>
            <pc:sldMk cId="3389424709" sldId="263"/>
            <ac:spMk id="55" creationId="{502833A4-2D6E-78B7-BF3F-354568B76E85}"/>
          </ac:spMkLst>
        </pc:spChg>
        <pc:spChg chg="add mod">
          <ac:chgData name="Gaspar Alfaro García" userId="b9682869-b526-4b6d-8301-b00acddeffaf" providerId="ADAL" clId="{9F16C0B6-1760-4BCA-8131-AB4CDB426109}" dt="2025-02-19T09:36:11.300" v="464" actId="1076"/>
          <ac:spMkLst>
            <pc:docMk/>
            <pc:sldMk cId="3389424709" sldId="263"/>
            <ac:spMk id="56" creationId="{0D72AEC1-FA72-F9EF-A308-680A22894507}"/>
          </ac:spMkLst>
        </pc:spChg>
        <pc:spChg chg="add mod">
          <ac:chgData name="Gaspar Alfaro García" userId="b9682869-b526-4b6d-8301-b00acddeffaf" providerId="ADAL" clId="{9F16C0B6-1760-4BCA-8131-AB4CDB426109}" dt="2025-02-19T09:36:08.571" v="460"/>
          <ac:spMkLst>
            <pc:docMk/>
            <pc:sldMk cId="3389424709" sldId="263"/>
            <ac:spMk id="57" creationId="{12E7455E-49B4-867E-BECF-B446D3330896}"/>
          </ac:spMkLst>
        </pc:spChg>
        <pc:spChg chg="add mod">
          <ac:chgData name="Gaspar Alfaro García" userId="b9682869-b526-4b6d-8301-b00acddeffaf" providerId="ADAL" clId="{9F16C0B6-1760-4BCA-8131-AB4CDB426109}" dt="2025-02-19T09:36:08.571" v="460"/>
          <ac:spMkLst>
            <pc:docMk/>
            <pc:sldMk cId="3389424709" sldId="263"/>
            <ac:spMk id="58" creationId="{1E17392A-29C5-6115-8E41-56245422B2D5}"/>
          </ac:spMkLst>
        </pc:spChg>
        <pc:spChg chg="add mod">
          <ac:chgData name="Gaspar Alfaro García" userId="b9682869-b526-4b6d-8301-b00acddeffaf" providerId="ADAL" clId="{9F16C0B6-1760-4BCA-8131-AB4CDB426109}" dt="2025-02-19T09:36:08.571" v="460"/>
          <ac:spMkLst>
            <pc:docMk/>
            <pc:sldMk cId="3389424709" sldId="263"/>
            <ac:spMk id="59" creationId="{F4D2E50C-61AF-7406-66A9-7B8FE6CD3448}"/>
          </ac:spMkLst>
        </pc:spChg>
        <pc:spChg chg="add mod">
          <ac:chgData name="Gaspar Alfaro García" userId="b9682869-b526-4b6d-8301-b00acddeffaf" providerId="ADAL" clId="{9F16C0B6-1760-4BCA-8131-AB4CDB426109}" dt="2025-02-19T09:36:10.904" v="463" actId="571"/>
          <ac:spMkLst>
            <pc:docMk/>
            <pc:sldMk cId="3389424709" sldId="263"/>
            <ac:spMk id="60" creationId="{C83E4A2C-9E59-C222-877F-5092D658AB85}"/>
          </ac:spMkLst>
        </pc:spChg>
        <pc:spChg chg="add mod">
          <ac:chgData name="Gaspar Alfaro García" userId="b9682869-b526-4b6d-8301-b00acddeffaf" providerId="ADAL" clId="{9F16C0B6-1760-4BCA-8131-AB4CDB426109}" dt="2025-02-19T09:36:26.529" v="466" actId="1076"/>
          <ac:spMkLst>
            <pc:docMk/>
            <pc:sldMk cId="3389424709" sldId="263"/>
            <ac:spMk id="61" creationId="{DDA7CE8A-37A3-6AD3-B6ED-38B4A6C26E0B}"/>
          </ac:spMkLst>
        </pc:spChg>
        <pc:spChg chg="add mod">
          <ac:chgData name="Gaspar Alfaro García" userId="b9682869-b526-4b6d-8301-b00acddeffaf" providerId="ADAL" clId="{9F16C0B6-1760-4BCA-8131-AB4CDB426109}" dt="2025-02-19T09:36:26.529" v="466" actId="1076"/>
          <ac:spMkLst>
            <pc:docMk/>
            <pc:sldMk cId="3389424709" sldId="263"/>
            <ac:spMk id="62" creationId="{891D9316-A84C-39AE-F469-78C7B2E60A02}"/>
          </ac:spMkLst>
        </pc:spChg>
        <pc:spChg chg="add mod">
          <ac:chgData name="Gaspar Alfaro García" userId="b9682869-b526-4b6d-8301-b00acddeffaf" providerId="ADAL" clId="{9F16C0B6-1760-4BCA-8131-AB4CDB426109}" dt="2025-02-19T09:36:26.529" v="466" actId="1076"/>
          <ac:spMkLst>
            <pc:docMk/>
            <pc:sldMk cId="3389424709" sldId="263"/>
            <ac:spMk id="63" creationId="{EE5E0CF2-65F4-1BD3-83B5-56820707BEAC}"/>
          </ac:spMkLst>
        </pc:spChg>
        <pc:spChg chg="add mod">
          <ac:chgData name="Gaspar Alfaro García" userId="b9682869-b526-4b6d-8301-b00acddeffaf" providerId="ADAL" clId="{9F16C0B6-1760-4BCA-8131-AB4CDB426109}" dt="2025-02-19T09:36:29.070" v="467"/>
          <ac:spMkLst>
            <pc:docMk/>
            <pc:sldMk cId="3389424709" sldId="263"/>
            <ac:spMk id="64" creationId="{6BB47E8D-B259-EDD7-24E1-C046EB29F559}"/>
          </ac:spMkLst>
        </pc:spChg>
        <pc:spChg chg="add mod">
          <ac:chgData name="Gaspar Alfaro García" userId="b9682869-b526-4b6d-8301-b00acddeffaf" providerId="ADAL" clId="{9F16C0B6-1760-4BCA-8131-AB4CDB426109}" dt="2025-02-19T09:36:29.070" v="467"/>
          <ac:spMkLst>
            <pc:docMk/>
            <pc:sldMk cId="3389424709" sldId="263"/>
            <ac:spMk id="65" creationId="{3F9AE517-2B38-7DCD-8EE1-02E13283706B}"/>
          </ac:spMkLst>
        </pc:spChg>
        <pc:spChg chg="add mod">
          <ac:chgData name="Gaspar Alfaro García" userId="b9682869-b526-4b6d-8301-b00acddeffaf" providerId="ADAL" clId="{9F16C0B6-1760-4BCA-8131-AB4CDB426109}" dt="2025-02-19T09:36:29.070" v="467"/>
          <ac:spMkLst>
            <pc:docMk/>
            <pc:sldMk cId="3389424709" sldId="263"/>
            <ac:spMk id="66" creationId="{C0FA052F-8D23-4714-EECF-293A6652485D}"/>
          </ac:spMkLst>
        </pc:spChg>
        <pc:spChg chg="add mod">
          <ac:chgData name="Gaspar Alfaro García" userId="b9682869-b526-4b6d-8301-b00acddeffaf" providerId="ADAL" clId="{9F16C0B6-1760-4BCA-8131-AB4CDB426109}" dt="2025-02-19T09:36:43.243" v="469" actId="1076"/>
          <ac:spMkLst>
            <pc:docMk/>
            <pc:sldMk cId="3389424709" sldId="263"/>
            <ac:spMk id="67" creationId="{D8A720D1-A554-A88C-CA29-C81548F61E9F}"/>
          </ac:spMkLst>
        </pc:spChg>
        <pc:spChg chg="add mod">
          <ac:chgData name="Gaspar Alfaro García" userId="b9682869-b526-4b6d-8301-b00acddeffaf" providerId="ADAL" clId="{9F16C0B6-1760-4BCA-8131-AB4CDB426109}" dt="2025-02-19T09:36:43.243" v="469" actId="1076"/>
          <ac:spMkLst>
            <pc:docMk/>
            <pc:sldMk cId="3389424709" sldId="263"/>
            <ac:spMk id="68" creationId="{25657F27-5A4A-8F05-5EFC-61A1FA72CA42}"/>
          </ac:spMkLst>
        </pc:spChg>
        <pc:spChg chg="add mod">
          <ac:chgData name="Gaspar Alfaro García" userId="b9682869-b526-4b6d-8301-b00acddeffaf" providerId="ADAL" clId="{9F16C0B6-1760-4BCA-8131-AB4CDB426109}" dt="2025-02-19T09:36:43.243" v="469" actId="1076"/>
          <ac:spMkLst>
            <pc:docMk/>
            <pc:sldMk cId="3389424709" sldId="263"/>
            <ac:spMk id="69" creationId="{BF9E9456-D74D-5BA4-FFDC-978BEA35FA6C}"/>
          </ac:spMkLst>
        </pc:spChg>
        <pc:spChg chg="add mod">
          <ac:chgData name="Gaspar Alfaro García" userId="b9682869-b526-4b6d-8301-b00acddeffaf" providerId="ADAL" clId="{9F16C0B6-1760-4BCA-8131-AB4CDB426109}" dt="2025-02-19T09:37:09.656" v="471" actId="1076"/>
          <ac:spMkLst>
            <pc:docMk/>
            <pc:sldMk cId="3389424709" sldId="263"/>
            <ac:spMk id="70" creationId="{4DB800ED-0CB9-9068-C238-D53A9045C03F}"/>
          </ac:spMkLst>
        </pc:spChg>
        <pc:spChg chg="add mod">
          <ac:chgData name="Gaspar Alfaro García" userId="b9682869-b526-4b6d-8301-b00acddeffaf" providerId="ADAL" clId="{9F16C0B6-1760-4BCA-8131-AB4CDB426109}" dt="2025-02-19T09:37:09.656" v="471" actId="1076"/>
          <ac:spMkLst>
            <pc:docMk/>
            <pc:sldMk cId="3389424709" sldId="263"/>
            <ac:spMk id="71" creationId="{4E68264F-91D7-C636-44F2-00388113B40C}"/>
          </ac:spMkLst>
        </pc:spChg>
        <pc:spChg chg="add mod">
          <ac:chgData name="Gaspar Alfaro García" userId="b9682869-b526-4b6d-8301-b00acddeffaf" providerId="ADAL" clId="{9F16C0B6-1760-4BCA-8131-AB4CDB426109}" dt="2025-02-19T09:37:09.656" v="471" actId="1076"/>
          <ac:spMkLst>
            <pc:docMk/>
            <pc:sldMk cId="3389424709" sldId="263"/>
            <ac:spMk id="72" creationId="{3CFC014E-9888-23A7-25AE-74E7297EF7A8}"/>
          </ac:spMkLst>
        </pc:spChg>
      </pc:sldChg>
      <pc:sldChg chg="addSp modSp mod">
        <pc:chgData name="Gaspar Alfaro García" userId="b9682869-b526-4b6d-8301-b00acddeffaf" providerId="ADAL" clId="{9F16C0B6-1760-4BCA-8131-AB4CDB426109}" dt="2025-02-19T10:51:20.596" v="597" actId="1076"/>
        <pc:sldMkLst>
          <pc:docMk/>
          <pc:sldMk cId="2890661790" sldId="264"/>
        </pc:sldMkLst>
        <pc:spChg chg="mod">
          <ac:chgData name="Gaspar Alfaro García" userId="b9682869-b526-4b6d-8301-b00acddeffaf" providerId="ADAL" clId="{9F16C0B6-1760-4BCA-8131-AB4CDB426109}" dt="2025-02-19T10:48:52.234" v="590" actId="20577"/>
          <ac:spMkLst>
            <pc:docMk/>
            <pc:sldMk cId="2890661790" sldId="264"/>
            <ac:spMk id="2" creationId="{DF44F10F-9BA7-D2BC-D4F6-676D28C4B621}"/>
          </ac:spMkLst>
        </pc:spChg>
        <pc:picChg chg="add mod">
          <ac:chgData name="Gaspar Alfaro García" userId="b9682869-b526-4b6d-8301-b00acddeffaf" providerId="ADAL" clId="{9F16C0B6-1760-4BCA-8131-AB4CDB426109}" dt="2025-02-19T10:51:20.596" v="597" actId="1076"/>
          <ac:picMkLst>
            <pc:docMk/>
            <pc:sldMk cId="2890661790" sldId="264"/>
            <ac:picMk id="5" creationId="{11462FF4-8D93-6D63-0C20-58CFE65562E2}"/>
          </ac:picMkLst>
        </pc:picChg>
      </pc:sldChg>
      <pc:sldChg chg="addSp delSp modSp mod">
        <pc:chgData name="Gaspar Alfaro García" userId="b9682869-b526-4b6d-8301-b00acddeffaf" providerId="ADAL" clId="{9F16C0B6-1760-4BCA-8131-AB4CDB426109}" dt="2025-02-19T16:23:58.408" v="1472" actId="1076"/>
        <pc:sldMkLst>
          <pc:docMk/>
          <pc:sldMk cId="1062350203" sldId="265"/>
        </pc:sldMkLst>
        <pc:spChg chg="mod">
          <ac:chgData name="Gaspar Alfaro García" userId="b9682869-b526-4b6d-8301-b00acddeffaf" providerId="ADAL" clId="{9F16C0B6-1760-4BCA-8131-AB4CDB426109}" dt="2025-02-19T10:48:46.683" v="589" actId="20577"/>
          <ac:spMkLst>
            <pc:docMk/>
            <pc:sldMk cId="1062350203" sldId="265"/>
            <ac:spMk id="2" creationId="{6FD1A3C1-1E12-6982-C3AC-2A64548BA31D}"/>
          </ac:spMkLst>
        </pc:spChg>
        <pc:picChg chg="add del mod">
          <ac:chgData name="Gaspar Alfaro García" userId="b9682869-b526-4b6d-8301-b00acddeffaf" providerId="ADAL" clId="{9F16C0B6-1760-4BCA-8131-AB4CDB426109}" dt="2025-02-19T16:23:16.919" v="1460" actId="478"/>
          <ac:picMkLst>
            <pc:docMk/>
            <pc:sldMk cId="1062350203" sldId="265"/>
            <ac:picMk id="5" creationId="{4C400EF0-B752-AC3C-45D6-2E10C9BE99D8}"/>
          </ac:picMkLst>
        </pc:picChg>
        <pc:picChg chg="add del mod">
          <ac:chgData name="Gaspar Alfaro García" userId="b9682869-b526-4b6d-8301-b00acddeffaf" providerId="ADAL" clId="{9F16C0B6-1760-4BCA-8131-AB4CDB426109}" dt="2025-02-19T12:16:30.482" v="1182" actId="478"/>
          <ac:picMkLst>
            <pc:docMk/>
            <pc:sldMk cId="1062350203" sldId="265"/>
            <ac:picMk id="7" creationId="{10E1BE18-74DD-4D12-526C-8E64A2ABA75C}"/>
          </ac:picMkLst>
        </pc:picChg>
        <pc:picChg chg="add mod">
          <ac:chgData name="Gaspar Alfaro García" userId="b9682869-b526-4b6d-8301-b00acddeffaf" providerId="ADAL" clId="{9F16C0B6-1760-4BCA-8131-AB4CDB426109}" dt="2025-02-19T12:16:22.675" v="1166"/>
          <ac:picMkLst>
            <pc:docMk/>
            <pc:sldMk cId="1062350203" sldId="265"/>
            <ac:picMk id="9" creationId="{6ABD16AE-38A2-56BD-F39D-2AAC53128ECE}"/>
          </ac:picMkLst>
        </pc:picChg>
        <pc:picChg chg="add del mod">
          <ac:chgData name="Gaspar Alfaro García" userId="b9682869-b526-4b6d-8301-b00acddeffaf" providerId="ADAL" clId="{9F16C0B6-1760-4BCA-8131-AB4CDB426109}" dt="2025-02-19T16:23:22.379" v="1464" actId="478"/>
          <ac:picMkLst>
            <pc:docMk/>
            <pc:sldMk cId="1062350203" sldId="265"/>
            <ac:picMk id="11" creationId="{74F4F45B-E336-E221-847A-D2CB64C3BE36}"/>
          </ac:picMkLst>
        </pc:picChg>
        <pc:picChg chg="add mod">
          <ac:chgData name="Gaspar Alfaro García" userId="b9682869-b526-4b6d-8301-b00acddeffaf" providerId="ADAL" clId="{9F16C0B6-1760-4BCA-8131-AB4CDB426109}" dt="2025-02-19T16:23:58.408" v="1472" actId="1076"/>
          <ac:picMkLst>
            <pc:docMk/>
            <pc:sldMk cId="1062350203" sldId="265"/>
            <ac:picMk id="13" creationId="{EEC8EC79-97E5-34FA-0398-F2D1F7635F94}"/>
          </ac:picMkLst>
        </pc:picChg>
      </pc:sldChg>
      <pc:sldChg chg="modSp mod">
        <pc:chgData name="Gaspar Alfaro García" userId="b9682869-b526-4b6d-8301-b00acddeffaf" providerId="ADAL" clId="{9F16C0B6-1760-4BCA-8131-AB4CDB426109}" dt="2025-02-19T10:48:41.329" v="588" actId="20577"/>
        <pc:sldMkLst>
          <pc:docMk/>
          <pc:sldMk cId="2650089999" sldId="266"/>
        </pc:sldMkLst>
        <pc:spChg chg="mod">
          <ac:chgData name="Gaspar Alfaro García" userId="b9682869-b526-4b6d-8301-b00acddeffaf" providerId="ADAL" clId="{9F16C0B6-1760-4BCA-8131-AB4CDB426109}" dt="2025-02-19T10:48:41.329" v="588" actId="20577"/>
          <ac:spMkLst>
            <pc:docMk/>
            <pc:sldMk cId="2650089999" sldId="266"/>
            <ac:spMk id="2" creationId="{7D46FEB8-F976-B2EF-1E4F-2C00D0189796}"/>
          </ac:spMkLst>
        </pc:spChg>
      </pc:sldChg>
      <pc:sldChg chg="addSp modSp mod">
        <pc:chgData name="Gaspar Alfaro García" userId="b9682869-b526-4b6d-8301-b00acddeffaf" providerId="ADAL" clId="{9F16C0B6-1760-4BCA-8131-AB4CDB426109}" dt="2025-02-19T19:09:30.296" v="2269" actId="1076"/>
        <pc:sldMkLst>
          <pc:docMk/>
          <pc:sldMk cId="989284931" sldId="267"/>
        </pc:sldMkLst>
        <pc:spChg chg="mod">
          <ac:chgData name="Gaspar Alfaro García" userId="b9682869-b526-4b6d-8301-b00acddeffaf" providerId="ADAL" clId="{9F16C0B6-1760-4BCA-8131-AB4CDB426109}" dt="2025-02-19T10:49:20.371" v="593" actId="20577"/>
          <ac:spMkLst>
            <pc:docMk/>
            <pc:sldMk cId="989284931" sldId="267"/>
            <ac:spMk id="2" creationId="{971E3D19-A3B1-C218-7672-F183DC68A9E9}"/>
          </ac:spMkLst>
        </pc:spChg>
        <pc:picChg chg="add mod">
          <ac:chgData name="Gaspar Alfaro García" userId="b9682869-b526-4b6d-8301-b00acddeffaf" providerId="ADAL" clId="{9F16C0B6-1760-4BCA-8131-AB4CDB426109}" dt="2025-02-19T19:09:30.296" v="2269" actId="1076"/>
          <ac:picMkLst>
            <pc:docMk/>
            <pc:sldMk cId="989284931" sldId="267"/>
            <ac:picMk id="5" creationId="{A00D1A27-D8DD-7200-8837-48C763DF3249}"/>
          </ac:picMkLst>
        </pc:picChg>
      </pc:sldChg>
      <pc:sldChg chg="addSp delSp modSp mod">
        <pc:chgData name="Gaspar Alfaro García" userId="b9682869-b526-4b6d-8301-b00acddeffaf" providerId="ADAL" clId="{9F16C0B6-1760-4BCA-8131-AB4CDB426109}" dt="2025-02-19T09:27:10.795" v="411" actId="1076"/>
        <pc:sldMkLst>
          <pc:docMk/>
          <pc:sldMk cId="3963325245" sldId="268"/>
        </pc:sldMkLst>
        <pc:spChg chg="mod">
          <ac:chgData name="Gaspar Alfaro García" userId="b9682869-b526-4b6d-8301-b00acddeffaf" providerId="ADAL" clId="{9F16C0B6-1760-4BCA-8131-AB4CDB426109}" dt="2025-02-18T17:59:22.272" v="163" actId="207"/>
          <ac:spMkLst>
            <pc:docMk/>
            <pc:sldMk cId="3963325245" sldId="268"/>
            <ac:spMk id="2" creationId="{3C9247D7-1612-E136-6C0C-B0BE64BC90E9}"/>
          </ac:spMkLst>
        </pc:spChg>
        <pc:spChg chg="add mod">
          <ac:chgData name="Gaspar Alfaro García" userId="b9682869-b526-4b6d-8301-b00acddeffaf" providerId="ADAL" clId="{9F16C0B6-1760-4BCA-8131-AB4CDB426109}" dt="2025-02-18T18:09:47.197" v="275" actId="207"/>
          <ac:spMkLst>
            <pc:docMk/>
            <pc:sldMk cId="3963325245" sldId="268"/>
            <ac:spMk id="3" creationId="{277F0E43-E61B-4CDF-75DA-6C0133C8FD97}"/>
          </ac:spMkLst>
        </pc:spChg>
        <pc:spChg chg="add mod">
          <ac:chgData name="Gaspar Alfaro García" userId="b9682869-b526-4b6d-8301-b00acddeffaf" providerId="ADAL" clId="{9F16C0B6-1760-4BCA-8131-AB4CDB426109}" dt="2025-02-18T18:09:51.442" v="276" actId="207"/>
          <ac:spMkLst>
            <pc:docMk/>
            <pc:sldMk cId="3963325245" sldId="268"/>
            <ac:spMk id="5" creationId="{53F317F5-E355-8DC9-DC02-231B1C61C40B}"/>
          </ac:spMkLst>
        </pc:spChg>
        <pc:spChg chg="add mod">
          <ac:chgData name="Gaspar Alfaro García" userId="b9682869-b526-4b6d-8301-b00acddeffaf" providerId="ADAL" clId="{9F16C0B6-1760-4BCA-8131-AB4CDB426109}" dt="2025-02-18T18:12:42.766" v="334" actId="207"/>
          <ac:spMkLst>
            <pc:docMk/>
            <pc:sldMk cId="3963325245" sldId="268"/>
            <ac:spMk id="8" creationId="{132D9AA6-104F-106C-84BA-0DF2BFC17536}"/>
          </ac:spMkLst>
        </pc:spChg>
        <pc:spChg chg="add mod">
          <ac:chgData name="Gaspar Alfaro García" userId="b9682869-b526-4b6d-8301-b00acddeffaf" providerId="ADAL" clId="{9F16C0B6-1760-4BCA-8131-AB4CDB426109}" dt="2025-02-18T18:12:46.147" v="335" actId="207"/>
          <ac:spMkLst>
            <pc:docMk/>
            <pc:sldMk cId="3963325245" sldId="268"/>
            <ac:spMk id="9" creationId="{F0513A18-9959-C5FD-D0CF-ED0D1916E096}"/>
          </ac:spMkLst>
        </pc:spChg>
        <pc:spChg chg="add mod">
          <ac:chgData name="Gaspar Alfaro García" userId="b9682869-b526-4b6d-8301-b00acddeffaf" providerId="ADAL" clId="{9F16C0B6-1760-4BCA-8131-AB4CDB426109}" dt="2025-02-18T18:14:13.855" v="373" actId="1076"/>
          <ac:spMkLst>
            <pc:docMk/>
            <pc:sldMk cId="3963325245" sldId="268"/>
            <ac:spMk id="12" creationId="{484E749A-AEF7-F277-9037-EBCF68863547}"/>
          </ac:spMkLst>
        </pc:spChg>
        <pc:picChg chg="add mod">
          <ac:chgData name="Gaspar Alfaro García" userId="b9682869-b526-4b6d-8301-b00acddeffaf" providerId="ADAL" clId="{9F16C0B6-1760-4BCA-8131-AB4CDB426109}" dt="2025-02-19T09:25:03.919" v="390" actId="1076"/>
          <ac:picMkLst>
            <pc:docMk/>
            <pc:sldMk cId="3963325245" sldId="268"/>
            <ac:picMk id="10" creationId="{E779DAF9-F9AC-2618-1841-AE7175A11493}"/>
          </ac:picMkLst>
        </pc:picChg>
        <pc:picChg chg="add del mod">
          <ac:chgData name="Gaspar Alfaro García" userId="b9682869-b526-4b6d-8301-b00acddeffaf" providerId="ADAL" clId="{9F16C0B6-1760-4BCA-8131-AB4CDB426109}" dt="2025-02-19T09:25:42.296" v="396" actId="22"/>
          <ac:picMkLst>
            <pc:docMk/>
            <pc:sldMk cId="3963325245" sldId="268"/>
            <ac:picMk id="15" creationId="{CDA5C8E6-1E97-8457-021F-A6978EC6EA84}"/>
          </ac:picMkLst>
        </pc:picChg>
        <pc:picChg chg="add del mod">
          <ac:chgData name="Gaspar Alfaro García" userId="b9682869-b526-4b6d-8301-b00acddeffaf" providerId="ADAL" clId="{9F16C0B6-1760-4BCA-8131-AB4CDB426109}" dt="2025-02-19T09:26:05.037" v="400" actId="22"/>
          <ac:picMkLst>
            <pc:docMk/>
            <pc:sldMk cId="3963325245" sldId="268"/>
            <ac:picMk id="17" creationId="{E5540FB0-917F-10BB-2969-1E8589C96E93}"/>
          </ac:picMkLst>
        </pc:picChg>
        <pc:picChg chg="add mod">
          <ac:chgData name="Gaspar Alfaro García" userId="b9682869-b526-4b6d-8301-b00acddeffaf" providerId="ADAL" clId="{9F16C0B6-1760-4BCA-8131-AB4CDB426109}" dt="2025-02-19T09:26:44.282" v="406" actId="1076"/>
          <ac:picMkLst>
            <pc:docMk/>
            <pc:sldMk cId="3963325245" sldId="268"/>
            <ac:picMk id="19" creationId="{32674367-BEF8-AFEA-290D-DC9878A9AA60}"/>
          </ac:picMkLst>
        </pc:picChg>
        <pc:picChg chg="add mod">
          <ac:chgData name="Gaspar Alfaro García" userId="b9682869-b526-4b6d-8301-b00acddeffaf" providerId="ADAL" clId="{9F16C0B6-1760-4BCA-8131-AB4CDB426109}" dt="2025-02-19T09:27:10.795" v="411" actId="1076"/>
          <ac:picMkLst>
            <pc:docMk/>
            <pc:sldMk cId="3963325245" sldId="268"/>
            <ac:picMk id="21" creationId="{E4421A86-9490-ED3F-0659-FCD1F9E2B7EB}"/>
          </ac:picMkLst>
        </pc:picChg>
        <pc:cxnChg chg="add mod">
          <ac:chgData name="Gaspar Alfaro García" userId="b9682869-b526-4b6d-8301-b00acddeffaf" providerId="ADAL" clId="{9F16C0B6-1760-4BCA-8131-AB4CDB426109}" dt="2025-02-18T18:15:20.421" v="383" actId="1076"/>
          <ac:cxnSpMkLst>
            <pc:docMk/>
            <pc:sldMk cId="3963325245" sldId="268"/>
            <ac:cxnSpMk id="7" creationId="{355CC1C1-CECC-9E54-30DA-A125A5325176}"/>
          </ac:cxnSpMkLst>
        </pc:cxnChg>
        <pc:cxnChg chg="add mod">
          <ac:chgData name="Gaspar Alfaro García" userId="b9682869-b526-4b6d-8301-b00acddeffaf" providerId="ADAL" clId="{9F16C0B6-1760-4BCA-8131-AB4CDB426109}" dt="2025-02-18T18:12:37.184" v="333" actId="208"/>
          <ac:cxnSpMkLst>
            <pc:docMk/>
            <pc:sldMk cId="3963325245" sldId="268"/>
            <ac:cxnSpMk id="11" creationId="{D9C55E56-2F90-59F9-E356-D2DE11B0376F}"/>
          </ac:cxnSpMkLst>
        </pc:cxnChg>
        <pc:cxnChg chg="add mod">
          <ac:chgData name="Gaspar Alfaro García" userId="b9682869-b526-4b6d-8301-b00acddeffaf" providerId="ADAL" clId="{9F16C0B6-1760-4BCA-8131-AB4CDB426109}" dt="2025-02-18T18:15:24.456" v="385" actId="14100"/>
          <ac:cxnSpMkLst>
            <pc:docMk/>
            <pc:sldMk cId="3963325245" sldId="268"/>
            <ac:cxnSpMk id="13" creationId="{FC0A184A-EDBD-F2B7-559D-306ADB2A47DE}"/>
          </ac:cxnSpMkLst>
        </pc:cxnChg>
      </pc:sldChg>
      <pc:sldChg chg="modSp mod">
        <pc:chgData name="Gaspar Alfaro García" userId="b9682869-b526-4b6d-8301-b00acddeffaf" providerId="ADAL" clId="{9F16C0B6-1760-4BCA-8131-AB4CDB426109}" dt="2025-02-18T18:01:09.743" v="168" actId="403"/>
        <pc:sldMkLst>
          <pc:docMk/>
          <pc:sldMk cId="4071041900" sldId="269"/>
        </pc:sldMkLst>
        <pc:spChg chg="mod">
          <ac:chgData name="Gaspar Alfaro García" userId="b9682869-b526-4b6d-8301-b00acddeffaf" providerId="ADAL" clId="{9F16C0B6-1760-4BCA-8131-AB4CDB426109}" dt="2025-02-18T17:56:25.113" v="140" actId="14100"/>
          <ac:spMkLst>
            <pc:docMk/>
            <pc:sldMk cId="4071041900" sldId="269"/>
            <ac:spMk id="2" creationId="{8F1F6FD5-4484-A88D-08CE-DCF5ECEB98E1}"/>
          </ac:spMkLst>
        </pc:spChg>
        <pc:spChg chg="mod">
          <ac:chgData name="Gaspar Alfaro García" userId="b9682869-b526-4b6d-8301-b00acddeffaf" providerId="ADAL" clId="{9F16C0B6-1760-4BCA-8131-AB4CDB426109}" dt="2025-02-18T18:01:09.743" v="168" actId="403"/>
          <ac:spMkLst>
            <pc:docMk/>
            <pc:sldMk cId="4071041900" sldId="269"/>
            <ac:spMk id="17" creationId="{CCAE57F1-494E-2910-74A3-2A26339222ED}"/>
          </ac:spMkLst>
        </pc:spChg>
        <pc:spChg chg="mod">
          <ac:chgData name="Gaspar Alfaro García" userId="b9682869-b526-4b6d-8301-b00acddeffaf" providerId="ADAL" clId="{9F16C0B6-1760-4BCA-8131-AB4CDB426109}" dt="2025-02-18T17:56:01.997" v="135" actId="2711"/>
          <ac:spMkLst>
            <pc:docMk/>
            <pc:sldMk cId="4071041900" sldId="269"/>
            <ac:spMk id="21" creationId="{9E21D34F-B914-C019-CDAC-B64EA769BCE7}"/>
          </ac:spMkLst>
        </pc:spChg>
        <pc:spChg chg="mod">
          <ac:chgData name="Gaspar Alfaro García" userId="b9682869-b526-4b6d-8301-b00acddeffaf" providerId="ADAL" clId="{9F16C0B6-1760-4BCA-8131-AB4CDB426109}" dt="2025-02-18T17:56:10.246" v="137" actId="2711"/>
          <ac:spMkLst>
            <pc:docMk/>
            <pc:sldMk cId="4071041900" sldId="269"/>
            <ac:spMk id="53" creationId="{9F1E1BE8-A3A2-15E9-08C6-629B1807736D}"/>
          </ac:spMkLst>
        </pc:spChg>
        <pc:spChg chg="mod">
          <ac:chgData name="Gaspar Alfaro García" userId="b9682869-b526-4b6d-8301-b00acddeffaf" providerId="ADAL" clId="{9F16C0B6-1760-4BCA-8131-AB4CDB426109}" dt="2025-02-18T17:56:16.009" v="138" actId="2711"/>
          <ac:spMkLst>
            <pc:docMk/>
            <pc:sldMk cId="4071041900" sldId="269"/>
            <ac:spMk id="54" creationId="{85208F92-5545-0AFE-D274-619BF58F29C0}"/>
          </ac:spMkLst>
        </pc:spChg>
      </pc:sldChg>
      <pc:sldChg chg="addSp modSp mod">
        <pc:chgData name="Gaspar Alfaro García" userId="b9682869-b526-4b6d-8301-b00acddeffaf" providerId="ADAL" clId="{9F16C0B6-1760-4BCA-8131-AB4CDB426109}" dt="2025-02-19T10:33:59.777" v="503" actId="1076"/>
        <pc:sldMkLst>
          <pc:docMk/>
          <pc:sldMk cId="3340830351" sldId="270"/>
        </pc:sldMkLst>
        <pc:spChg chg="mod">
          <ac:chgData name="Gaspar Alfaro García" userId="b9682869-b526-4b6d-8301-b00acddeffaf" providerId="ADAL" clId="{9F16C0B6-1760-4BCA-8131-AB4CDB426109}" dt="2025-02-18T17:53:38.139" v="115" actId="14100"/>
          <ac:spMkLst>
            <pc:docMk/>
            <pc:sldMk cId="3340830351" sldId="270"/>
            <ac:spMk id="2" creationId="{7E23C3A6-5244-5954-F770-F346F925F5CD}"/>
          </ac:spMkLst>
        </pc:spChg>
        <pc:picChg chg="add mod">
          <ac:chgData name="Gaspar Alfaro García" userId="b9682869-b526-4b6d-8301-b00acddeffaf" providerId="ADAL" clId="{9F16C0B6-1760-4BCA-8131-AB4CDB426109}" dt="2025-02-19T10:29:34.807" v="491" actId="1076"/>
          <ac:picMkLst>
            <pc:docMk/>
            <pc:sldMk cId="3340830351" sldId="270"/>
            <ac:picMk id="5" creationId="{AA48265B-42D6-D11B-FCD4-EBDE63A5A33B}"/>
          </ac:picMkLst>
        </pc:picChg>
        <pc:picChg chg="add mod">
          <ac:chgData name="Gaspar Alfaro García" userId="b9682869-b526-4b6d-8301-b00acddeffaf" providerId="ADAL" clId="{9F16C0B6-1760-4BCA-8131-AB4CDB426109}" dt="2025-02-19T10:33:26.216" v="497" actId="14100"/>
          <ac:picMkLst>
            <pc:docMk/>
            <pc:sldMk cId="3340830351" sldId="270"/>
            <ac:picMk id="7" creationId="{754F9C51-2933-D385-43D3-A5A1A8A57F9F}"/>
          </ac:picMkLst>
        </pc:picChg>
        <pc:picChg chg="add mod">
          <ac:chgData name="Gaspar Alfaro García" userId="b9682869-b526-4b6d-8301-b00acddeffaf" providerId="ADAL" clId="{9F16C0B6-1760-4BCA-8131-AB4CDB426109}" dt="2025-02-19T10:33:59.777" v="503" actId="1076"/>
          <ac:picMkLst>
            <pc:docMk/>
            <pc:sldMk cId="3340830351" sldId="270"/>
            <ac:picMk id="9" creationId="{A9A3E93B-2F5A-C9B1-F7C6-B381F169AAE2}"/>
          </ac:picMkLst>
        </pc:picChg>
      </pc:sldChg>
      <pc:sldChg chg="addSp delSp modSp mod">
        <pc:chgData name="Gaspar Alfaro García" userId="b9682869-b526-4b6d-8301-b00acddeffaf" providerId="ADAL" clId="{9F16C0B6-1760-4BCA-8131-AB4CDB426109}" dt="2025-02-19T10:45:22.393" v="584" actId="1076"/>
        <pc:sldMkLst>
          <pc:docMk/>
          <pc:sldMk cId="1841713362" sldId="271"/>
        </pc:sldMkLst>
        <pc:spChg chg="mod">
          <ac:chgData name="Gaspar Alfaro García" userId="b9682869-b526-4b6d-8301-b00acddeffaf" providerId="ADAL" clId="{9F16C0B6-1760-4BCA-8131-AB4CDB426109}" dt="2025-02-18T17:53:30.383" v="113" actId="14100"/>
          <ac:spMkLst>
            <pc:docMk/>
            <pc:sldMk cId="1841713362" sldId="271"/>
            <ac:spMk id="2" creationId="{CB22DEA8-4917-1894-153B-EDBF8C5B4C27}"/>
          </ac:spMkLst>
        </pc:spChg>
        <pc:spChg chg="add del">
          <ac:chgData name="Gaspar Alfaro García" userId="b9682869-b526-4b6d-8301-b00acddeffaf" providerId="ADAL" clId="{9F16C0B6-1760-4BCA-8131-AB4CDB426109}" dt="2025-02-19T10:41:08.669" v="530" actId="478"/>
          <ac:spMkLst>
            <pc:docMk/>
            <pc:sldMk cId="1841713362" sldId="271"/>
            <ac:spMk id="4" creationId="{BBC4B959-A8EE-65C3-7E48-7695F1C0CD14}"/>
          </ac:spMkLst>
        </pc:spChg>
        <pc:spChg chg="add del mod">
          <ac:chgData name="Gaspar Alfaro García" userId="b9682869-b526-4b6d-8301-b00acddeffaf" providerId="ADAL" clId="{9F16C0B6-1760-4BCA-8131-AB4CDB426109}" dt="2025-02-19T10:42:06.104" v="546" actId="767"/>
          <ac:spMkLst>
            <pc:docMk/>
            <pc:sldMk cId="1841713362" sldId="271"/>
            <ac:spMk id="10" creationId="{B9725788-498B-C3EB-15BE-02DDB4FAE276}"/>
          </ac:spMkLst>
        </pc:spChg>
        <pc:spChg chg="add del mod">
          <ac:chgData name="Gaspar Alfaro García" userId="b9682869-b526-4b6d-8301-b00acddeffaf" providerId="ADAL" clId="{9F16C0B6-1760-4BCA-8131-AB4CDB426109}" dt="2025-02-19T10:43:37.777" v="574" actId="1076"/>
          <ac:spMkLst>
            <pc:docMk/>
            <pc:sldMk cId="1841713362" sldId="271"/>
            <ac:spMk id="11" creationId="{D3C7A1BA-6BD7-55A1-6076-214C30A60C87}"/>
          </ac:spMkLst>
        </pc:spChg>
        <pc:picChg chg="add mod">
          <ac:chgData name="Gaspar Alfaro García" userId="b9682869-b526-4b6d-8301-b00acddeffaf" providerId="ADAL" clId="{9F16C0B6-1760-4BCA-8131-AB4CDB426109}" dt="2025-02-19T10:41:24.981" v="537" actId="1076"/>
          <ac:picMkLst>
            <pc:docMk/>
            <pc:sldMk cId="1841713362" sldId="271"/>
            <ac:picMk id="5" creationId="{C08BF4CB-2367-5446-9D77-EB78C5CC18CC}"/>
          </ac:picMkLst>
        </pc:picChg>
        <pc:picChg chg="add del mod">
          <ac:chgData name="Gaspar Alfaro García" userId="b9682869-b526-4b6d-8301-b00acddeffaf" providerId="ADAL" clId="{9F16C0B6-1760-4BCA-8131-AB4CDB426109}" dt="2025-02-19T10:39:47.244" v="514" actId="478"/>
          <ac:picMkLst>
            <pc:docMk/>
            <pc:sldMk cId="1841713362" sldId="271"/>
            <ac:picMk id="7" creationId="{822D2C26-8F6A-B70B-D046-B06F9CAF5328}"/>
          </ac:picMkLst>
        </pc:picChg>
        <pc:picChg chg="add del mod">
          <ac:chgData name="Gaspar Alfaro García" userId="b9682869-b526-4b6d-8301-b00acddeffaf" providerId="ADAL" clId="{9F16C0B6-1760-4BCA-8131-AB4CDB426109}" dt="2025-02-19T10:45:00.612" v="575" actId="478"/>
          <ac:picMkLst>
            <pc:docMk/>
            <pc:sldMk cId="1841713362" sldId="271"/>
            <ac:picMk id="9" creationId="{382755B7-53E4-CF12-59C7-09B6A3C75269}"/>
          </ac:picMkLst>
        </pc:picChg>
        <pc:picChg chg="add mod ord">
          <ac:chgData name="Gaspar Alfaro García" userId="b9682869-b526-4b6d-8301-b00acddeffaf" providerId="ADAL" clId="{9F16C0B6-1760-4BCA-8131-AB4CDB426109}" dt="2025-02-19T10:45:22.393" v="584" actId="1076"/>
          <ac:picMkLst>
            <pc:docMk/>
            <pc:sldMk cId="1841713362" sldId="271"/>
            <ac:picMk id="13" creationId="{E71D051E-F6A6-98F1-BC3C-85F895808501}"/>
          </ac:picMkLst>
        </pc:picChg>
      </pc:sldChg>
      <pc:sldChg chg="modSp del mod">
        <pc:chgData name="Gaspar Alfaro García" userId="b9682869-b526-4b6d-8301-b00acddeffaf" providerId="ADAL" clId="{9F16C0B6-1760-4BCA-8131-AB4CDB426109}" dt="2025-02-19T10:51:31.108" v="598" actId="2696"/>
        <pc:sldMkLst>
          <pc:docMk/>
          <pc:sldMk cId="4277888041" sldId="272"/>
        </pc:sldMkLst>
        <pc:spChg chg="mod">
          <ac:chgData name="Gaspar Alfaro García" userId="b9682869-b526-4b6d-8301-b00acddeffaf" providerId="ADAL" clId="{9F16C0B6-1760-4BCA-8131-AB4CDB426109}" dt="2025-02-18T17:53:12.165" v="109" actId="6549"/>
          <ac:spMkLst>
            <pc:docMk/>
            <pc:sldMk cId="4277888041" sldId="272"/>
            <ac:spMk id="2" creationId="{C47F4B93-BCF0-879D-4BEF-79AA9184B42A}"/>
          </ac:spMkLst>
        </pc:spChg>
      </pc:sldChg>
      <pc:sldChg chg="addSp delSp modSp mod">
        <pc:chgData name="Gaspar Alfaro García" userId="b9682869-b526-4b6d-8301-b00acddeffaf" providerId="ADAL" clId="{9F16C0B6-1760-4BCA-8131-AB4CDB426109}" dt="2025-02-19T11:01:16.344" v="623" actId="207"/>
        <pc:sldMkLst>
          <pc:docMk/>
          <pc:sldMk cId="3023332872" sldId="273"/>
        </pc:sldMkLst>
        <pc:spChg chg="mod">
          <ac:chgData name="Gaspar Alfaro García" userId="b9682869-b526-4b6d-8301-b00acddeffaf" providerId="ADAL" clId="{9F16C0B6-1760-4BCA-8131-AB4CDB426109}" dt="2025-02-18T17:50:20.604" v="101" actId="14100"/>
          <ac:spMkLst>
            <pc:docMk/>
            <pc:sldMk cId="3023332872" sldId="273"/>
            <ac:spMk id="2" creationId="{694A30DA-3BB6-2649-EC33-EF65423153EE}"/>
          </ac:spMkLst>
        </pc:spChg>
        <pc:spChg chg="mod">
          <ac:chgData name="Gaspar Alfaro García" userId="b9682869-b526-4b6d-8301-b00acddeffaf" providerId="ADAL" clId="{9F16C0B6-1760-4BCA-8131-AB4CDB426109}" dt="2025-02-19T11:01:09.971" v="621" actId="207"/>
          <ac:spMkLst>
            <pc:docMk/>
            <pc:sldMk cId="3023332872" sldId="273"/>
            <ac:spMk id="15" creationId="{625DFA94-F235-1072-3418-11DF5C6687FE}"/>
          </ac:spMkLst>
        </pc:spChg>
        <pc:spChg chg="mod">
          <ac:chgData name="Gaspar Alfaro García" userId="b9682869-b526-4b6d-8301-b00acddeffaf" providerId="ADAL" clId="{9F16C0B6-1760-4BCA-8131-AB4CDB426109}" dt="2025-02-19T11:01:13.153" v="622" actId="207"/>
          <ac:spMkLst>
            <pc:docMk/>
            <pc:sldMk cId="3023332872" sldId="273"/>
            <ac:spMk id="16" creationId="{F1A10CFE-5490-C6B1-E1DB-8E07727F9384}"/>
          </ac:spMkLst>
        </pc:spChg>
        <pc:spChg chg="mod">
          <ac:chgData name="Gaspar Alfaro García" userId="b9682869-b526-4b6d-8301-b00acddeffaf" providerId="ADAL" clId="{9F16C0B6-1760-4BCA-8131-AB4CDB426109}" dt="2025-02-19T11:01:16.344" v="623" actId="207"/>
          <ac:spMkLst>
            <pc:docMk/>
            <pc:sldMk cId="3023332872" sldId="273"/>
            <ac:spMk id="18" creationId="{8DEBA0DB-98AF-E948-1778-0FE172341A12}"/>
          </ac:spMkLst>
        </pc:spChg>
        <pc:spChg chg="mod">
          <ac:chgData name="Gaspar Alfaro García" userId="b9682869-b526-4b6d-8301-b00acddeffaf" providerId="ADAL" clId="{9F16C0B6-1760-4BCA-8131-AB4CDB426109}" dt="2025-02-18T17:50:40.012" v="105" actId="2711"/>
          <ac:spMkLst>
            <pc:docMk/>
            <pc:sldMk cId="3023332872" sldId="273"/>
            <ac:spMk id="20" creationId="{9FC6A3E0-5DB6-6EBB-3CA1-D12AA20EB32E}"/>
          </ac:spMkLst>
        </pc:spChg>
        <pc:spChg chg="mod">
          <ac:chgData name="Gaspar Alfaro García" userId="b9682869-b526-4b6d-8301-b00acddeffaf" providerId="ADAL" clId="{9F16C0B6-1760-4BCA-8131-AB4CDB426109}" dt="2025-02-18T17:50:45.754" v="106" actId="2711"/>
          <ac:spMkLst>
            <pc:docMk/>
            <pc:sldMk cId="3023332872" sldId="273"/>
            <ac:spMk id="21" creationId="{BBD2E9F9-937F-035D-C0EF-F7B70C71AA4D}"/>
          </ac:spMkLst>
        </pc:spChg>
        <pc:picChg chg="add mod">
          <ac:chgData name="Gaspar Alfaro García" userId="b9682869-b526-4b6d-8301-b00acddeffaf" providerId="ADAL" clId="{9F16C0B6-1760-4BCA-8131-AB4CDB426109}" dt="2025-02-19T11:00:16.668" v="616" actId="1076"/>
          <ac:picMkLst>
            <pc:docMk/>
            <pc:sldMk cId="3023332872" sldId="273"/>
            <ac:picMk id="4" creationId="{39CB1958-03ED-9A17-6FBA-6BB44D8BBC8E}"/>
          </ac:picMkLst>
        </pc:picChg>
        <pc:picChg chg="add mod">
          <ac:chgData name="Gaspar Alfaro García" userId="b9682869-b526-4b6d-8301-b00acddeffaf" providerId="ADAL" clId="{9F16C0B6-1760-4BCA-8131-AB4CDB426109}" dt="2025-02-19T11:00:33.145" v="618" actId="1076"/>
          <ac:picMkLst>
            <pc:docMk/>
            <pc:sldMk cId="3023332872" sldId="273"/>
            <ac:picMk id="6" creationId="{ACE4699C-282F-8163-2EFB-8FCA57036C8C}"/>
          </ac:picMkLst>
        </pc:picChg>
        <pc:picChg chg="add mod">
          <ac:chgData name="Gaspar Alfaro García" userId="b9682869-b526-4b6d-8301-b00acddeffaf" providerId="ADAL" clId="{9F16C0B6-1760-4BCA-8131-AB4CDB426109}" dt="2025-02-19T11:00:48.193" v="619" actId="1076"/>
          <ac:picMkLst>
            <pc:docMk/>
            <pc:sldMk cId="3023332872" sldId="273"/>
            <ac:picMk id="8" creationId="{E7F7B2AE-CEA1-694E-F5AB-D435D80E56B9}"/>
          </ac:picMkLst>
        </pc:picChg>
        <pc:picChg chg="del">
          <ac:chgData name="Gaspar Alfaro García" userId="b9682869-b526-4b6d-8301-b00acddeffaf" providerId="ADAL" clId="{9F16C0B6-1760-4BCA-8131-AB4CDB426109}" dt="2025-02-19T10:58:01.811" v="600" actId="478"/>
          <ac:picMkLst>
            <pc:docMk/>
            <pc:sldMk cId="3023332872" sldId="273"/>
            <ac:picMk id="19" creationId="{6D9AF30E-6B50-9ECB-5FE7-DABFFD87AA29}"/>
          </ac:picMkLst>
        </pc:picChg>
        <pc:picChg chg="del">
          <ac:chgData name="Gaspar Alfaro García" userId="b9682869-b526-4b6d-8301-b00acddeffaf" providerId="ADAL" clId="{9F16C0B6-1760-4BCA-8131-AB4CDB426109}" dt="2025-02-19T10:59:40.943" v="601" actId="478"/>
          <ac:picMkLst>
            <pc:docMk/>
            <pc:sldMk cId="3023332872" sldId="273"/>
            <ac:picMk id="23" creationId="{7B36E1F3-C31F-09ED-AB5E-C4AFB86F7CAE}"/>
          </ac:picMkLst>
        </pc:picChg>
        <pc:picChg chg="del">
          <ac:chgData name="Gaspar Alfaro García" userId="b9682869-b526-4b6d-8301-b00acddeffaf" providerId="ADAL" clId="{9F16C0B6-1760-4BCA-8131-AB4CDB426109}" dt="2025-02-19T10:59:41.460" v="602" actId="478"/>
          <ac:picMkLst>
            <pc:docMk/>
            <pc:sldMk cId="3023332872" sldId="273"/>
            <ac:picMk id="25" creationId="{9ADD9452-363C-C5D7-9C3C-F795C20CBC0F}"/>
          </ac:picMkLst>
        </pc:picChg>
        <pc:cxnChg chg="mod">
          <ac:chgData name="Gaspar Alfaro García" userId="b9682869-b526-4b6d-8301-b00acddeffaf" providerId="ADAL" clId="{9F16C0B6-1760-4BCA-8131-AB4CDB426109}" dt="2025-02-18T18:10:10.931" v="279" actId="208"/>
          <ac:cxnSpMkLst>
            <pc:docMk/>
            <pc:sldMk cId="3023332872" sldId="273"/>
            <ac:cxnSpMk id="14" creationId="{745468B1-4AC1-6950-06D9-1460F6F19A09}"/>
          </ac:cxnSpMkLst>
        </pc:cxnChg>
        <pc:cxnChg chg="mod">
          <ac:chgData name="Gaspar Alfaro García" userId="b9682869-b526-4b6d-8301-b00acddeffaf" providerId="ADAL" clId="{9F16C0B6-1760-4BCA-8131-AB4CDB426109}" dt="2025-02-18T18:10:07.455" v="278" actId="208"/>
          <ac:cxnSpMkLst>
            <pc:docMk/>
            <pc:sldMk cId="3023332872" sldId="273"/>
            <ac:cxnSpMk id="17" creationId="{9530294A-2CB2-0A74-7E42-B7A63F4CF895}"/>
          </ac:cxnSpMkLst>
        </pc:cxnChg>
      </pc:sldChg>
      <pc:sldChg chg="addSp modSp mod">
        <pc:chgData name="Gaspar Alfaro García" userId="b9682869-b526-4b6d-8301-b00acddeffaf" providerId="ADAL" clId="{9F16C0B6-1760-4BCA-8131-AB4CDB426109}" dt="2025-02-19T11:07:15.815" v="1042" actId="14100"/>
        <pc:sldMkLst>
          <pc:docMk/>
          <pc:sldMk cId="452117435" sldId="274"/>
        </pc:sldMkLst>
        <pc:spChg chg="mod">
          <ac:chgData name="Gaspar Alfaro García" userId="b9682869-b526-4b6d-8301-b00acddeffaf" providerId="ADAL" clId="{9F16C0B6-1760-4BCA-8131-AB4CDB426109}" dt="2025-02-18T17:50:13.476" v="99" actId="14100"/>
          <ac:spMkLst>
            <pc:docMk/>
            <pc:sldMk cId="452117435" sldId="274"/>
            <ac:spMk id="2" creationId="{51AA301B-0B07-6CFC-316F-C8B2A9F8664C}"/>
          </ac:spMkLst>
        </pc:spChg>
        <pc:spChg chg="add mod">
          <ac:chgData name="Gaspar Alfaro García" userId="b9682869-b526-4b6d-8301-b00acddeffaf" providerId="ADAL" clId="{9F16C0B6-1760-4BCA-8131-AB4CDB426109}" dt="2025-02-19T11:06:23.276" v="905" actId="14100"/>
          <ac:spMkLst>
            <pc:docMk/>
            <pc:sldMk cId="452117435" sldId="274"/>
            <ac:spMk id="6" creationId="{2D8B6E1A-BCAA-8B28-C6BC-21F2434AA3D6}"/>
          </ac:spMkLst>
        </pc:spChg>
        <pc:spChg chg="add mod">
          <ac:chgData name="Gaspar Alfaro García" userId="b9682869-b526-4b6d-8301-b00acddeffaf" providerId="ADAL" clId="{9F16C0B6-1760-4BCA-8131-AB4CDB426109}" dt="2025-02-19T11:04:07.943" v="679" actId="767"/>
          <ac:spMkLst>
            <pc:docMk/>
            <pc:sldMk cId="452117435" sldId="274"/>
            <ac:spMk id="7" creationId="{5EC78C07-856F-B561-E4F7-DB01752F59B9}"/>
          </ac:spMkLst>
        </pc:spChg>
        <pc:spChg chg="add mod">
          <ac:chgData name="Gaspar Alfaro García" userId="b9682869-b526-4b6d-8301-b00acddeffaf" providerId="ADAL" clId="{9F16C0B6-1760-4BCA-8131-AB4CDB426109}" dt="2025-02-19T11:06:20.181" v="904" actId="14100"/>
          <ac:spMkLst>
            <pc:docMk/>
            <pc:sldMk cId="452117435" sldId="274"/>
            <ac:spMk id="8" creationId="{6FCFC21E-E84F-8F09-5A48-747FDD2E0ACE}"/>
          </ac:spMkLst>
        </pc:spChg>
        <pc:spChg chg="add mod">
          <ac:chgData name="Gaspar Alfaro García" userId="b9682869-b526-4b6d-8301-b00acddeffaf" providerId="ADAL" clId="{9F16C0B6-1760-4BCA-8131-AB4CDB426109}" dt="2025-02-19T11:06:11.616" v="902" actId="14100"/>
          <ac:spMkLst>
            <pc:docMk/>
            <pc:sldMk cId="452117435" sldId="274"/>
            <ac:spMk id="9" creationId="{FCB60D6D-D4B6-9F85-FF05-508580B04DE7}"/>
          </ac:spMkLst>
        </pc:spChg>
        <pc:spChg chg="add mod">
          <ac:chgData name="Gaspar Alfaro García" userId="b9682869-b526-4b6d-8301-b00acddeffaf" providerId="ADAL" clId="{9F16C0B6-1760-4BCA-8131-AB4CDB426109}" dt="2025-02-19T11:06:16.206" v="903" actId="14100"/>
          <ac:spMkLst>
            <pc:docMk/>
            <pc:sldMk cId="452117435" sldId="274"/>
            <ac:spMk id="10" creationId="{DA04F022-5D51-6874-D3B2-53FE1A0E1DCF}"/>
          </ac:spMkLst>
        </pc:spChg>
        <pc:spChg chg="add mod">
          <ac:chgData name="Gaspar Alfaro García" userId="b9682869-b526-4b6d-8301-b00acddeffaf" providerId="ADAL" clId="{9F16C0B6-1760-4BCA-8131-AB4CDB426109}" dt="2025-02-19T11:06:28.681" v="906"/>
          <ac:spMkLst>
            <pc:docMk/>
            <pc:sldMk cId="452117435" sldId="274"/>
            <ac:spMk id="11" creationId="{1F3ADDAF-D597-0C1B-3A87-9AD4465F5452}"/>
          </ac:spMkLst>
        </pc:spChg>
        <pc:spChg chg="add mod">
          <ac:chgData name="Gaspar Alfaro García" userId="b9682869-b526-4b6d-8301-b00acddeffaf" providerId="ADAL" clId="{9F16C0B6-1760-4BCA-8131-AB4CDB426109}" dt="2025-02-19T11:07:15.815" v="1042" actId="14100"/>
          <ac:spMkLst>
            <pc:docMk/>
            <pc:sldMk cId="452117435" sldId="274"/>
            <ac:spMk id="12" creationId="{2C21732F-E3C7-1FBE-E8E8-0DA033E282CA}"/>
          </ac:spMkLst>
        </pc:spChg>
        <pc:cxnChg chg="add mod">
          <ac:chgData name="Gaspar Alfaro García" userId="b9682869-b526-4b6d-8301-b00acddeffaf" providerId="ADAL" clId="{9F16C0B6-1760-4BCA-8131-AB4CDB426109}" dt="2025-02-19T11:03:11.664" v="626" actId="14100"/>
          <ac:cxnSpMkLst>
            <pc:docMk/>
            <pc:sldMk cId="452117435" sldId="274"/>
            <ac:cxnSpMk id="3" creationId="{CEA2BF25-5E39-DDDE-53AA-C116974BB5DA}"/>
          </ac:cxnSpMkLst>
        </pc:cxnChg>
      </pc:sldChg>
      <pc:sldChg chg="addSp delSp modSp mod modAnim">
        <pc:chgData name="Gaspar Alfaro García" userId="b9682869-b526-4b6d-8301-b00acddeffaf" providerId="ADAL" clId="{9F16C0B6-1760-4BCA-8131-AB4CDB426109}" dt="2025-02-19T11:23:19.157" v="1076"/>
        <pc:sldMkLst>
          <pc:docMk/>
          <pc:sldMk cId="2004228562" sldId="275"/>
        </pc:sldMkLst>
        <pc:spChg chg="mod">
          <ac:chgData name="Gaspar Alfaro García" userId="b9682869-b526-4b6d-8301-b00acddeffaf" providerId="ADAL" clId="{9F16C0B6-1760-4BCA-8131-AB4CDB426109}" dt="2025-02-18T17:50:01.591" v="97" actId="14100"/>
          <ac:spMkLst>
            <pc:docMk/>
            <pc:sldMk cId="2004228562" sldId="275"/>
            <ac:spMk id="2" creationId="{4130A799-C7A4-BB68-09FE-396392804B99}"/>
          </ac:spMkLst>
        </pc:spChg>
        <pc:picChg chg="add del mod">
          <ac:chgData name="Gaspar Alfaro García" userId="b9682869-b526-4b6d-8301-b00acddeffaf" providerId="ADAL" clId="{9F16C0B6-1760-4BCA-8131-AB4CDB426109}" dt="2025-02-19T11:15:06.613" v="1048" actId="478"/>
          <ac:picMkLst>
            <pc:docMk/>
            <pc:sldMk cId="2004228562" sldId="275"/>
            <ac:picMk id="5" creationId="{1FB08B8B-A19E-D007-41D1-557BD9427C6D}"/>
          </ac:picMkLst>
        </pc:picChg>
        <pc:picChg chg="add mod">
          <ac:chgData name="Gaspar Alfaro García" userId="b9682869-b526-4b6d-8301-b00acddeffaf" providerId="ADAL" clId="{9F16C0B6-1760-4BCA-8131-AB4CDB426109}" dt="2025-02-19T11:16:51.557" v="1064" actId="1076"/>
          <ac:picMkLst>
            <pc:docMk/>
            <pc:sldMk cId="2004228562" sldId="275"/>
            <ac:picMk id="7" creationId="{6350297A-2D78-5FFC-7D5C-69A20D203C60}"/>
          </ac:picMkLst>
        </pc:picChg>
        <pc:picChg chg="add mod">
          <ac:chgData name="Gaspar Alfaro García" userId="b9682869-b526-4b6d-8301-b00acddeffaf" providerId="ADAL" clId="{9F16C0B6-1760-4BCA-8131-AB4CDB426109}" dt="2025-02-19T11:16:37.943" v="1062" actId="14100"/>
          <ac:picMkLst>
            <pc:docMk/>
            <pc:sldMk cId="2004228562" sldId="275"/>
            <ac:picMk id="9" creationId="{EB783F31-183C-ADCA-0C99-63CCF9F2A0B7}"/>
          </ac:picMkLst>
        </pc:picChg>
        <pc:picChg chg="add mod">
          <ac:chgData name="Gaspar Alfaro García" userId="b9682869-b526-4b6d-8301-b00acddeffaf" providerId="ADAL" clId="{9F16C0B6-1760-4BCA-8131-AB4CDB426109}" dt="2025-02-19T11:16:24.696" v="1058" actId="1076"/>
          <ac:picMkLst>
            <pc:docMk/>
            <pc:sldMk cId="2004228562" sldId="275"/>
            <ac:picMk id="11" creationId="{C3272CDE-D839-846E-7196-96CE6A86E196}"/>
          </ac:picMkLst>
        </pc:picChg>
        <pc:picChg chg="add mod">
          <ac:chgData name="Gaspar Alfaro García" userId="b9682869-b526-4b6d-8301-b00acddeffaf" providerId="ADAL" clId="{9F16C0B6-1760-4BCA-8131-AB4CDB426109}" dt="2025-02-19T11:21:09.431" v="1067" actId="1076"/>
          <ac:picMkLst>
            <pc:docMk/>
            <pc:sldMk cId="2004228562" sldId="275"/>
            <ac:picMk id="13" creationId="{3E2C8038-16A7-945F-E1FB-C54297D1B06D}"/>
          </ac:picMkLst>
        </pc:picChg>
      </pc:sldChg>
      <pc:sldChg chg="addSp delSp modSp mod">
        <pc:chgData name="Gaspar Alfaro García" userId="b9682869-b526-4b6d-8301-b00acddeffaf" providerId="ADAL" clId="{9F16C0B6-1760-4BCA-8131-AB4CDB426109}" dt="2025-02-19T11:29:06.368" v="1115" actId="1076"/>
        <pc:sldMkLst>
          <pc:docMk/>
          <pc:sldMk cId="3099465262" sldId="276"/>
        </pc:sldMkLst>
        <pc:spChg chg="mod">
          <ac:chgData name="Gaspar Alfaro García" userId="b9682869-b526-4b6d-8301-b00acddeffaf" providerId="ADAL" clId="{9F16C0B6-1760-4BCA-8131-AB4CDB426109}" dt="2025-02-18T17:49:50.791" v="95" actId="14100"/>
          <ac:spMkLst>
            <pc:docMk/>
            <pc:sldMk cId="3099465262" sldId="276"/>
            <ac:spMk id="2" creationId="{39305A55-8465-9250-6D5C-A59B31CFCDB9}"/>
          </ac:spMkLst>
        </pc:spChg>
        <pc:picChg chg="add mod">
          <ac:chgData name="Gaspar Alfaro García" userId="b9682869-b526-4b6d-8301-b00acddeffaf" providerId="ADAL" clId="{9F16C0B6-1760-4BCA-8131-AB4CDB426109}" dt="2025-02-19T11:26:49.485" v="1090" actId="14100"/>
          <ac:picMkLst>
            <pc:docMk/>
            <pc:sldMk cId="3099465262" sldId="276"/>
            <ac:picMk id="5" creationId="{DF27DD44-D63D-D1DF-A16C-C9A9C1FA9C26}"/>
          </ac:picMkLst>
        </pc:picChg>
        <pc:picChg chg="add mod">
          <ac:chgData name="Gaspar Alfaro García" userId="b9682869-b526-4b6d-8301-b00acddeffaf" providerId="ADAL" clId="{9F16C0B6-1760-4BCA-8131-AB4CDB426109}" dt="2025-02-19T11:26:53.772" v="1092" actId="14100"/>
          <ac:picMkLst>
            <pc:docMk/>
            <pc:sldMk cId="3099465262" sldId="276"/>
            <ac:picMk id="7" creationId="{5C81A61C-06A5-7F39-025B-F6CDE15A5678}"/>
          </ac:picMkLst>
        </pc:picChg>
        <pc:picChg chg="add del mod">
          <ac:chgData name="Gaspar Alfaro García" userId="b9682869-b526-4b6d-8301-b00acddeffaf" providerId="ADAL" clId="{9F16C0B6-1760-4BCA-8131-AB4CDB426109}" dt="2025-02-19T11:28:38.851" v="1104" actId="478"/>
          <ac:picMkLst>
            <pc:docMk/>
            <pc:sldMk cId="3099465262" sldId="276"/>
            <ac:picMk id="9" creationId="{40AFE42A-D429-BA79-A275-1597FE8D4843}"/>
          </ac:picMkLst>
        </pc:picChg>
        <pc:picChg chg="add mod">
          <ac:chgData name="Gaspar Alfaro García" userId="b9682869-b526-4b6d-8301-b00acddeffaf" providerId="ADAL" clId="{9F16C0B6-1760-4BCA-8131-AB4CDB426109}" dt="2025-02-19T11:29:06.368" v="1115" actId="1076"/>
          <ac:picMkLst>
            <pc:docMk/>
            <pc:sldMk cId="3099465262" sldId="276"/>
            <ac:picMk id="11" creationId="{FD64B6ED-8C6F-4152-5912-5AFFBE8706AB}"/>
          </ac:picMkLst>
        </pc:picChg>
        <pc:picChg chg="add mod">
          <ac:chgData name="Gaspar Alfaro García" userId="b9682869-b526-4b6d-8301-b00acddeffaf" providerId="ADAL" clId="{9F16C0B6-1760-4BCA-8131-AB4CDB426109}" dt="2025-02-19T11:29:04.705" v="1114" actId="1076"/>
          <ac:picMkLst>
            <pc:docMk/>
            <pc:sldMk cId="3099465262" sldId="276"/>
            <ac:picMk id="13" creationId="{CBB3A7A6-D22B-6A63-0125-B3E7FA12B497}"/>
          </ac:picMkLst>
        </pc:picChg>
      </pc:sldChg>
      <pc:sldChg chg="modSp del mod">
        <pc:chgData name="Gaspar Alfaro García" userId="b9682869-b526-4b6d-8301-b00acddeffaf" providerId="ADAL" clId="{9F16C0B6-1760-4BCA-8131-AB4CDB426109}" dt="2025-02-19T15:40:51.161" v="1192" actId="2696"/>
        <pc:sldMkLst>
          <pc:docMk/>
          <pc:sldMk cId="1539452418" sldId="277"/>
        </pc:sldMkLst>
        <pc:spChg chg="mod">
          <ac:chgData name="Gaspar Alfaro García" userId="b9682869-b526-4b6d-8301-b00acddeffaf" providerId="ADAL" clId="{9F16C0B6-1760-4BCA-8131-AB4CDB426109}" dt="2025-02-18T17:49:33.756" v="91" actId="14100"/>
          <ac:spMkLst>
            <pc:docMk/>
            <pc:sldMk cId="1539452418" sldId="277"/>
            <ac:spMk id="2" creationId="{1F935723-647F-9248-D692-7A67CBF7B887}"/>
          </ac:spMkLst>
        </pc:spChg>
      </pc:sldChg>
      <pc:sldChg chg="addSp delSp modSp mod">
        <pc:chgData name="Gaspar Alfaro García" userId="b9682869-b526-4b6d-8301-b00acddeffaf" providerId="ADAL" clId="{9F16C0B6-1760-4BCA-8131-AB4CDB426109}" dt="2025-02-19T17:20:27.902" v="2225" actId="207"/>
        <pc:sldMkLst>
          <pc:docMk/>
          <pc:sldMk cId="2414250116" sldId="278"/>
        </pc:sldMkLst>
        <pc:spChg chg="mod">
          <ac:chgData name="Gaspar Alfaro García" userId="b9682869-b526-4b6d-8301-b00acddeffaf" providerId="ADAL" clId="{9F16C0B6-1760-4BCA-8131-AB4CDB426109}" dt="2025-02-19T15:41:48.493" v="1200" actId="14100"/>
          <ac:spMkLst>
            <pc:docMk/>
            <pc:sldMk cId="2414250116" sldId="278"/>
            <ac:spMk id="2" creationId="{86AD81E0-0D37-3C9E-FE81-778EC2AAD0FC}"/>
          </ac:spMkLst>
        </pc:spChg>
        <pc:spChg chg="add mod">
          <ac:chgData name="Gaspar Alfaro García" userId="b9682869-b526-4b6d-8301-b00acddeffaf" providerId="ADAL" clId="{9F16C0B6-1760-4BCA-8131-AB4CDB426109}" dt="2025-02-19T17:20:27.902" v="2225" actId="207"/>
          <ac:spMkLst>
            <pc:docMk/>
            <pc:sldMk cId="2414250116" sldId="278"/>
            <ac:spMk id="3" creationId="{E6D2378B-74B5-6AC8-F8E1-E7CE30F63FBE}"/>
          </ac:spMkLst>
        </pc:spChg>
        <pc:spChg chg="add mod">
          <ac:chgData name="Gaspar Alfaro García" userId="b9682869-b526-4b6d-8301-b00acddeffaf" providerId="ADAL" clId="{9F16C0B6-1760-4BCA-8131-AB4CDB426109}" dt="2025-02-19T16:29:06.850" v="1645" actId="207"/>
          <ac:spMkLst>
            <pc:docMk/>
            <pc:sldMk cId="2414250116" sldId="278"/>
            <ac:spMk id="5" creationId="{EFC8D879-C881-1B90-E2CC-DCFF983D93DF}"/>
          </ac:spMkLst>
        </pc:spChg>
        <pc:spChg chg="add del mod">
          <ac:chgData name="Gaspar Alfaro García" userId="b9682869-b526-4b6d-8301-b00acddeffaf" providerId="ADAL" clId="{9F16C0B6-1760-4BCA-8131-AB4CDB426109}" dt="2025-02-19T16:13:03.884" v="1424" actId="478"/>
          <ac:spMkLst>
            <pc:docMk/>
            <pc:sldMk cId="2414250116" sldId="278"/>
            <ac:spMk id="6" creationId="{97B24C60-F019-9DD0-FD3B-90AE8A680844}"/>
          </ac:spMkLst>
        </pc:spChg>
        <pc:spChg chg="add del mod">
          <ac:chgData name="Gaspar Alfaro García" userId="b9682869-b526-4b6d-8301-b00acddeffaf" providerId="ADAL" clId="{9F16C0B6-1760-4BCA-8131-AB4CDB426109}" dt="2025-02-19T16:13:02.164" v="1423" actId="478"/>
          <ac:spMkLst>
            <pc:docMk/>
            <pc:sldMk cId="2414250116" sldId="278"/>
            <ac:spMk id="7" creationId="{2A5FE936-5B10-3C16-1022-3C2AE38F6C16}"/>
          </ac:spMkLst>
        </pc:spChg>
        <pc:spChg chg="add mod">
          <ac:chgData name="Gaspar Alfaro García" userId="b9682869-b526-4b6d-8301-b00acddeffaf" providerId="ADAL" clId="{9F16C0B6-1760-4BCA-8131-AB4CDB426109}" dt="2025-02-19T16:16:03.945" v="1453" actId="1076"/>
          <ac:spMkLst>
            <pc:docMk/>
            <pc:sldMk cId="2414250116" sldId="278"/>
            <ac:spMk id="8" creationId="{B736B465-92A7-D7D0-740A-7015D9A7FC6E}"/>
          </ac:spMkLst>
        </pc:spChg>
        <pc:spChg chg="add mod">
          <ac:chgData name="Gaspar Alfaro García" userId="b9682869-b526-4b6d-8301-b00acddeffaf" providerId="ADAL" clId="{9F16C0B6-1760-4BCA-8131-AB4CDB426109}" dt="2025-02-19T16:16:03.945" v="1453" actId="1076"/>
          <ac:spMkLst>
            <pc:docMk/>
            <pc:sldMk cId="2414250116" sldId="278"/>
            <ac:spMk id="9" creationId="{8AB18011-0FED-E475-36E2-935779B831ED}"/>
          </ac:spMkLst>
        </pc:spChg>
        <pc:spChg chg="add mod">
          <ac:chgData name="Gaspar Alfaro García" userId="b9682869-b526-4b6d-8301-b00acddeffaf" providerId="ADAL" clId="{9F16C0B6-1760-4BCA-8131-AB4CDB426109}" dt="2025-02-19T16:16:03.945" v="1453" actId="1076"/>
          <ac:spMkLst>
            <pc:docMk/>
            <pc:sldMk cId="2414250116" sldId="278"/>
            <ac:spMk id="10" creationId="{7E0C649F-14BE-3278-27A5-231808925B05}"/>
          </ac:spMkLst>
        </pc:spChg>
        <pc:spChg chg="add mod">
          <ac:chgData name="Gaspar Alfaro García" userId="b9682869-b526-4b6d-8301-b00acddeffaf" providerId="ADAL" clId="{9F16C0B6-1760-4BCA-8131-AB4CDB426109}" dt="2025-02-19T16:16:03.945" v="1453" actId="1076"/>
          <ac:spMkLst>
            <pc:docMk/>
            <pc:sldMk cId="2414250116" sldId="278"/>
            <ac:spMk id="11" creationId="{41933D6A-661F-B146-6B42-42F3FCDC4588}"/>
          </ac:spMkLst>
        </pc:spChg>
        <pc:spChg chg="add mod">
          <ac:chgData name="Gaspar Alfaro García" userId="b9682869-b526-4b6d-8301-b00acddeffaf" providerId="ADAL" clId="{9F16C0B6-1760-4BCA-8131-AB4CDB426109}" dt="2025-02-19T16:16:03.945" v="1453" actId="1076"/>
          <ac:spMkLst>
            <pc:docMk/>
            <pc:sldMk cId="2414250116" sldId="278"/>
            <ac:spMk id="12" creationId="{1656A5A4-11CC-7CAA-5731-46FBCF6C084F}"/>
          </ac:spMkLst>
        </pc:spChg>
        <pc:spChg chg="add mod">
          <ac:chgData name="Gaspar Alfaro García" userId="b9682869-b526-4b6d-8301-b00acddeffaf" providerId="ADAL" clId="{9F16C0B6-1760-4BCA-8131-AB4CDB426109}" dt="2025-02-19T16:16:03.945" v="1453" actId="1076"/>
          <ac:spMkLst>
            <pc:docMk/>
            <pc:sldMk cId="2414250116" sldId="278"/>
            <ac:spMk id="13" creationId="{FF27564B-0D67-B204-D906-73586D7A45AA}"/>
          </ac:spMkLst>
        </pc:spChg>
        <pc:spChg chg="add mod">
          <ac:chgData name="Gaspar Alfaro García" userId="b9682869-b526-4b6d-8301-b00acddeffaf" providerId="ADAL" clId="{9F16C0B6-1760-4BCA-8131-AB4CDB426109}" dt="2025-02-19T16:16:03.945" v="1453" actId="1076"/>
          <ac:spMkLst>
            <pc:docMk/>
            <pc:sldMk cId="2414250116" sldId="278"/>
            <ac:spMk id="14" creationId="{12BFD4D0-50A0-62C6-C3BF-A4B0C1E802EE}"/>
          </ac:spMkLst>
        </pc:spChg>
        <pc:picChg chg="add mod">
          <ac:chgData name="Gaspar Alfaro García" userId="b9682869-b526-4b6d-8301-b00acddeffaf" providerId="ADAL" clId="{9F16C0B6-1760-4BCA-8131-AB4CDB426109}" dt="2025-02-19T16:15:26.716" v="1449" actId="1076"/>
          <ac:picMkLst>
            <pc:docMk/>
            <pc:sldMk cId="2414250116" sldId="278"/>
            <ac:picMk id="16" creationId="{7CED3547-EF43-05A7-7BCE-13BD988D4710}"/>
          </ac:picMkLst>
        </pc:picChg>
        <pc:picChg chg="add mod">
          <ac:chgData name="Gaspar Alfaro García" userId="b9682869-b526-4b6d-8301-b00acddeffaf" providerId="ADAL" clId="{9F16C0B6-1760-4BCA-8131-AB4CDB426109}" dt="2025-02-19T16:16:03.945" v="1453" actId="1076"/>
          <ac:picMkLst>
            <pc:docMk/>
            <pc:sldMk cId="2414250116" sldId="278"/>
            <ac:picMk id="18" creationId="{B944D4CE-1830-80FE-F1C6-270A82226C7B}"/>
          </ac:picMkLst>
        </pc:picChg>
        <pc:picChg chg="add mod">
          <ac:chgData name="Gaspar Alfaro García" userId="b9682869-b526-4b6d-8301-b00acddeffaf" providerId="ADAL" clId="{9F16C0B6-1760-4BCA-8131-AB4CDB426109}" dt="2025-02-19T16:15:17.924" v="1447" actId="1076"/>
          <ac:picMkLst>
            <pc:docMk/>
            <pc:sldMk cId="2414250116" sldId="278"/>
            <ac:picMk id="20" creationId="{3DF6A238-7A36-B6EF-02E7-A10C2D730F53}"/>
          </ac:picMkLst>
        </pc:picChg>
        <pc:picChg chg="add mod">
          <ac:chgData name="Gaspar Alfaro García" userId="b9682869-b526-4b6d-8301-b00acddeffaf" providerId="ADAL" clId="{9F16C0B6-1760-4BCA-8131-AB4CDB426109}" dt="2025-02-19T16:15:17.924" v="1447" actId="1076"/>
          <ac:picMkLst>
            <pc:docMk/>
            <pc:sldMk cId="2414250116" sldId="278"/>
            <ac:picMk id="22" creationId="{878ECEF3-C7F9-C322-BB41-66259CE0C560}"/>
          </ac:picMkLst>
        </pc:picChg>
        <pc:picChg chg="add mod">
          <ac:chgData name="Gaspar Alfaro García" userId="b9682869-b526-4b6d-8301-b00acddeffaf" providerId="ADAL" clId="{9F16C0B6-1760-4BCA-8131-AB4CDB426109}" dt="2025-02-19T16:16:03.945" v="1453" actId="1076"/>
          <ac:picMkLst>
            <pc:docMk/>
            <pc:sldMk cId="2414250116" sldId="278"/>
            <ac:picMk id="24" creationId="{288C7AB0-13FC-CDF9-75C8-804971EFBF78}"/>
          </ac:picMkLst>
        </pc:picChg>
        <pc:picChg chg="add mod">
          <ac:chgData name="Gaspar Alfaro García" userId="b9682869-b526-4b6d-8301-b00acddeffaf" providerId="ADAL" clId="{9F16C0B6-1760-4BCA-8131-AB4CDB426109}" dt="2025-02-19T16:14:51.607" v="1443" actId="1076"/>
          <ac:picMkLst>
            <pc:docMk/>
            <pc:sldMk cId="2414250116" sldId="278"/>
            <ac:picMk id="26" creationId="{FDC07D17-B53B-BCD2-9738-FE55EF278AF4}"/>
          </ac:picMkLst>
        </pc:picChg>
        <pc:picChg chg="add mod">
          <ac:chgData name="Gaspar Alfaro García" userId="b9682869-b526-4b6d-8301-b00acddeffaf" providerId="ADAL" clId="{9F16C0B6-1760-4BCA-8131-AB4CDB426109}" dt="2025-02-19T16:14:48.640" v="1442" actId="1076"/>
          <ac:picMkLst>
            <pc:docMk/>
            <pc:sldMk cId="2414250116" sldId="278"/>
            <ac:picMk id="28" creationId="{CCE875A3-DBDE-1126-360C-CDDF4E984F98}"/>
          </ac:picMkLst>
        </pc:picChg>
        <pc:picChg chg="add mod">
          <ac:chgData name="Gaspar Alfaro García" userId="b9682869-b526-4b6d-8301-b00acddeffaf" providerId="ADAL" clId="{9F16C0B6-1760-4BCA-8131-AB4CDB426109}" dt="2025-02-19T16:14:46.695" v="1441" actId="1076"/>
          <ac:picMkLst>
            <pc:docMk/>
            <pc:sldMk cId="2414250116" sldId="278"/>
            <ac:picMk id="30" creationId="{1C7BB401-6D56-024F-18D5-061C0F7833AB}"/>
          </ac:picMkLst>
        </pc:picChg>
        <pc:picChg chg="add mod">
          <ac:chgData name="Gaspar Alfaro García" userId="b9682869-b526-4b6d-8301-b00acddeffaf" providerId="ADAL" clId="{9F16C0B6-1760-4BCA-8131-AB4CDB426109}" dt="2025-02-19T16:21:56.673" v="1459" actId="14100"/>
          <ac:picMkLst>
            <pc:docMk/>
            <pc:sldMk cId="2414250116" sldId="278"/>
            <ac:picMk id="32" creationId="{A6095D4F-B924-C555-40DA-5C66C8F42334}"/>
          </ac:picMkLst>
        </pc:picChg>
      </pc:sldChg>
      <pc:sldChg chg="addSp modSp mod">
        <pc:chgData name="Gaspar Alfaro García" userId="b9682869-b526-4b6d-8301-b00acddeffaf" providerId="ADAL" clId="{9F16C0B6-1760-4BCA-8131-AB4CDB426109}" dt="2025-02-19T16:36:49.841" v="1938" actId="115"/>
        <pc:sldMkLst>
          <pc:docMk/>
          <pc:sldMk cId="4011732783" sldId="279"/>
        </pc:sldMkLst>
        <pc:spChg chg="mod">
          <ac:chgData name="Gaspar Alfaro García" userId="b9682869-b526-4b6d-8301-b00acddeffaf" providerId="ADAL" clId="{9F16C0B6-1760-4BCA-8131-AB4CDB426109}" dt="2025-02-19T15:41:08.232" v="1197" actId="403"/>
          <ac:spMkLst>
            <pc:docMk/>
            <pc:sldMk cId="4011732783" sldId="279"/>
            <ac:spMk id="2" creationId="{7BAF9812-0E81-BD58-B3B5-61C385F5B012}"/>
          </ac:spMkLst>
        </pc:spChg>
        <pc:spChg chg="add mod">
          <ac:chgData name="Gaspar Alfaro García" userId="b9682869-b526-4b6d-8301-b00acddeffaf" providerId="ADAL" clId="{9F16C0B6-1760-4BCA-8131-AB4CDB426109}" dt="2025-02-19T16:36:49.841" v="1938" actId="115"/>
          <ac:spMkLst>
            <pc:docMk/>
            <pc:sldMk cId="4011732783" sldId="279"/>
            <ac:spMk id="6" creationId="{8563F3EE-729A-B74B-D5C5-313D18EB0651}"/>
          </ac:spMkLst>
        </pc:spChg>
        <pc:spChg chg="add mod">
          <ac:chgData name="Gaspar Alfaro García" userId="b9682869-b526-4b6d-8301-b00acddeffaf" providerId="ADAL" clId="{9F16C0B6-1760-4BCA-8131-AB4CDB426109}" dt="2025-02-19T16:36:08.151" v="1934" actId="1076"/>
          <ac:spMkLst>
            <pc:docMk/>
            <pc:sldMk cId="4011732783" sldId="279"/>
            <ac:spMk id="7" creationId="{55C9628B-BCE7-8BA6-0E72-C74C7F18D3B1}"/>
          </ac:spMkLst>
        </pc:spChg>
        <pc:spChg chg="add mod">
          <ac:chgData name="Gaspar Alfaro García" userId="b9682869-b526-4b6d-8301-b00acddeffaf" providerId="ADAL" clId="{9F16C0B6-1760-4BCA-8131-AB4CDB426109}" dt="2025-02-19T16:36:19.831" v="1935" actId="1076"/>
          <ac:spMkLst>
            <pc:docMk/>
            <pc:sldMk cId="4011732783" sldId="279"/>
            <ac:spMk id="8" creationId="{FB84446A-3EE6-5F5A-6172-427FC39044A7}"/>
          </ac:spMkLst>
        </pc:spChg>
        <pc:spChg chg="add mod">
          <ac:chgData name="Gaspar Alfaro García" userId="b9682869-b526-4b6d-8301-b00acddeffaf" providerId="ADAL" clId="{9F16C0B6-1760-4BCA-8131-AB4CDB426109}" dt="2025-02-19T16:36:24.894" v="1936" actId="1076"/>
          <ac:spMkLst>
            <pc:docMk/>
            <pc:sldMk cId="4011732783" sldId="279"/>
            <ac:spMk id="9" creationId="{BD6BC006-51E1-171D-3F22-49A589B35E1D}"/>
          </ac:spMkLst>
        </pc:spChg>
        <pc:picChg chg="add mod">
          <ac:chgData name="Gaspar Alfaro García" userId="b9682869-b526-4b6d-8301-b00acddeffaf" providerId="ADAL" clId="{9F16C0B6-1760-4BCA-8131-AB4CDB426109}" dt="2025-02-19T16:25:22.023" v="1479" actId="1076"/>
          <ac:picMkLst>
            <pc:docMk/>
            <pc:sldMk cId="4011732783" sldId="279"/>
            <ac:picMk id="5" creationId="{7FB9A730-90D8-A7E1-E61A-308CA2D2E8BB}"/>
          </ac:picMkLst>
        </pc:picChg>
      </pc:sldChg>
      <pc:sldChg chg="modSp del mod">
        <pc:chgData name="Gaspar Alfaro García" userId="b9682869-b526-4b6d-8301-b00acddeffaf" providerId="ADAL" clId="{9F16C0B6-1760-4BCA-8131-AB4CDB426109}" dt="2025-02-19T16:37:09.351" v="1939" actId="47"/>
        <pc:sldMkLst>
          <pc:docMk/>
          <pc:sldMk cId="1985436084" sldId="280"/>
        </pc:sldMkLst>
        <pc:spChg chg="mod">
          <ac:chgData name="Gaspar Alfaro García" userId="b9682869-b526-4b6d-8301-b00acddeffaf" providerId="ADAL" clId="{9F16C0B6-1760-4BCA-8131-AB4CDB426109}" dt="2025-02-18T17:49:08.608" v="85" actId="14100"/>
          <ac:spMkLst>
            <pc:docMk/>
            <pc:sldMk cId="1985436084" sldId="280"/>
            <ac:spMk id="2" creationId="{E16A88DD-8823-D7FC-C5C0-F536540B8B3A}"/>
          </ac:spMkLst>
        </pc:spChg>
      </pc:sldChg>
      <pc:sldChg chg="addSp delSp modSp mod modAnim">
        <pc:chgData name="Gaspar Alfaro García" userId="b9682869-b526-4b6d-8301-b00acddeffaf" providerId="ADAL" clId="{9F16C0B6-1760-4BCA-8131-AB4CDB426109}" dt="2025-02-19T17:18:53.168" v="2224"/>
        <pc:sldMkLst>
          <pc:docMk/>
          <pc:sldMk cId="3139110563" sldId="281"/>
        </pc:sldMkLst>
        <pc:spChg chg="mod">
          <ac:chgData name="Gaspar Alfaro García" userId="b9682869-b526-4b6d-8301-b00acddeffaf" providerId="ADAL" clId="{9F16C0B6-1760-4BCA-8131-AB4CDB426109}" dt="2025-02-19T16:53:58.496" v="2059" actId="14100"/>
          <ac:spMkLst>
            <pc:docMk/>
            <pc:sldMk cId="3139110563" sldId="281"/>
            <ac:spMk id="2" creationId="{B53D1766-F321-BC7A-7768-C43BCF6F8A03}"/>
          </ac:spMkLst>
        </pc:spChg>
        <pc:spChg chg="add mod">
          <ac:chgData name="Gaspar Alfaro García" userId="b9682869-b526-4b6d-8301-b00acddeffaf" providerId="ADAL" clId="{9F16C0B6-1760-4BCA-8131-AB4CDB426109}" dt="2025-02-19T16:50:20.514" v="2033" actId="1076"/>
          <ac:spMkLst>
            <pc:docMk/>
            <pc:sldMk cId="3139110563" sldId="281"/>
            <ac:spMk id="9" creationId="{1330C399-C72A-9DF2-3380-03F623DD835F}"/>
          </ac:spMkLst>
        </pc:spChg>
        <pc:spChg chg="add del">
          <ac:chgData name="Gaspar Alfaro García" userId="b9682869-b526-4b6d-8301-b00acddeffaf" providerId="ADAL" clId="{9F16C0B6-1760-4BCA-8131-AB4CDB426109}" dt="2025-02-19T16:41:45.006" v="1959" actId="22"/>
          <ac:spMkLst>
            <pc:docMk/>
            <pc:sldMk cId="3139110563" sldId="281"/>
            <ac:spMk id="11" creationId="{380924EC-6DD0-C8EA-749E-2C42B63F354F}"/>
          </ac:spMkLst>
        </pc:spChg>
        <pc:spChg chg="add mod">
          <ac:chgData name="Gaspar Alfaro García" userId="b9682869-b526-4b6d-8301-b00acddeffaf" providerId="ADAL" clId="{9F16C0B6-1760-4BCA-8131-AB4CDB426109}" dt="2025-02-19T16:44:08.472" v="1984" actId="1076"/>
          <ac:spMkLst>
            <pc:docMk/>
            <pc:sldMk cId="3139110563" sldId="281"/>
            <ac:spMk id="18" creationId="{E0663A59-3AAB-4B48-77BA-42FBB98FB6F4}"/>
          </ac:spMkLst>
        </pc:spChg>
        <pc:spChg chg="add mod">
          <ac:chgData name="Gaspar Alfaro García" userId="b9682869-b526-4b6d-8301-b00acddeffaf" providerId="ADAL" clId="{9F16C0B6-1760-4BCA-8131-AB4CDB426109}" dt="2025-02-19T16:44:06.614" v="1982" actId="1076"/>
          <ac:spMkLst>
            <pc:docMk/>
            <pc:sldMk cId="3139110563" sldId="281"/>
            <ac:spMk id="22" creationId="{4958A468-CE2D-B643-6101-5573984925CF}"/>
          </ac:spMkLst>
        </pc:spChg>
        <pc:spChg chg="add mod">
          <ac:chgData name="Gaspar Alfaro García" userId="b9682869-b526-4b6d-8301-b00acddeffaf" providerId="ADAL" clId="{9F16C0B6-1760-4BCA-8131-AB4CDB426109}" dt="2025-02-19T16:44:32.171" v="1990" actId="1076"/>
          <ac:spMkLst>
            <pc:docMk/>
            <pc:sldMk cId="3139110563" sldId="281"/>
            <ac:spMk id="23" creationId="{77B5BCA4-3CE7-C8A1-F41A-B2B5E4374905}"/>
          </ac:spMkLst>
        </pc:spChg>
        <pc:spChg chg="add mod">
          <ac:chgData name="Gaspar Alfaro García" userId="b9682869-b526-4b6d-8301-b00acddeffaf" providerId="ADAL" clId="{9F16C0B6-1760-4BCA-8131-AB4CDB426109}" dt="2025-02-19T16:50:20.774" v="2034" actId="1076"/>
          <ac:spMkLst>
            <pc:docMk/>
            <pc:sldMk cId="3139110563" sldId="281"/>
            <ac:spMk id="26" creationId="{3EEDF7B0-B38A-20AD-2106-A4740F80A57F}"/>
          </ac:spMkLst>
        </pc:spChg>
        <pc:spChg chg="add mod">
          <ac:chgData name="Gaspar Alfaro García" userId="b9682869-b526-4b6d-8301-b00acddeffaf" providerId="ADAL" clId="{9F16C0B6-1760-4BCA-8131-AB4CDB426109}" dt="2025-02-19T16:49:59.984" v="2030" actId="1076"/>
          <ac:spMkLst>
            <pc:docMk/>
            <pc:sldMk cId="3139110563" sldId="281"/>
            <ac:spMk id="30" creationId="{0EA2E83F-7AE3-CD58-A188-EE3A7FA84F93}"/>
          </ac:spMkLst>
        </pc:spChg>
        <pc:spChg chg="add mod">
          <ac:chgData name="Gaspar Alfaro García" userId="b9682869-b526-4b6d-8301-b00acddeffaf" providerId="ADAL" clId="{9F16C0B6-1760-4BCA-8131-AB4CDB426109}" dt="2025-02-19T16:49:59.984" v="2030" actId="1076"/>
          <ac:spMkLst>
            <pc:docMk/>
            <pc:sldMk cId="3139110563" sldId="281"/>
            <ac:spMk id="31" creationId="{7903A846-4304-8593-6588-4CFCB0FEC0DE}"/>
          </ac:spMkLst>
        </pc:spChg>
        <pc:spChg chg="add mod">
          <ac:chgData name="Gaspar Alfaro García" userId="b9682869-b526-4b6d-8301-b00acddeffaf" providerId="ADAL" clId="{9F16C0B6-1760-4BCA-8131-AB4CDB426109}" dt="2025-02-19T16:49:59.984" v="2030" actId="1076"/>
          <ac:spMkLst>
            <pc:docMk/>
            <pc:sldMk cId="3139110563" sldId="281"/>
            <ac:spMk id="34" creationId="{478C9214-A3DC-A45F-C442-D51EBC4D55FC}"/>
          </ac:spMkLst>
        </pc:spChg>
        <pc:spChg chg="add mod">
          <ac:chgData name="Gaspar Alfaro García" userId="b9682869-b526-4b6d-8301-b00acddeffaf" providerId="ADAL" clId="{9F16C0B6-1760-4BCA-8131-AB4CDB426109}" dt="2025-02-19T16:51:32.507" v="2038" actId="208"/>
          <ac:spMkLst>
            <pc:docMk/>
            <pc:sldMk cId="3139110563" sldId="281"/>
            <ac:spMk id="35" creationId="{5C8AB7C6-49C3-290E-2D90-A8B59EB1E099}"/>
          </ac:spMkLst>
        </pc:spChg>
        <pc:spChg chg="add mod">
          <ac:chgData name="Gaspar Alfaro García" userId="b9682869-b526-4b6d-8301-b00acddeffaf" providerId="ADAL" clId="{9F16C0B6-1760-4BCA-8131-AB4CDB426109}" dt="2025-02-19T16:52:09.477" v="2044" actId="14100"/>
          <ac:spMkLst>
            <pc:docMk/>
            <pc:sldMk cId="3139110563" sldId="281"/>
            <ac:spMk id="36" creationId="{3C588DDD-09EC-B35C-ED1A-B9696718B37D}"/>
          </ac:spMkLst>
        </pc:spChg>
        <pc:spChg chg="add mod">
          <ac:chgData name="Gaspar Alfaro García" userId="b9682869-b526-4b6d-8301-b00acddeffaf" providerId="ADAL" clId="{9F16C0B6-1760-4BCA-8131-AB4CDB426109}" dt="2025-02-19T17:17:16.178" v="2203" actId="1076"/>
          <ac:spMkLst>
            <pc:docMk/>
            <pc:sldMk cId="3139110563" sldId="281"/>
            <ac:spMk id="37" creationId="{9D98A965-23C0-89FB-FB04-189767932DCC}"/>
          </ac:spMkLst>
        </pc:spChg>
        <pc:spChg chg="add mod">
          <ac:chgData name="Gaspar Alfaro García" userId="b9682869-b526-4b6d-8301-b00acddeffaf" providerId="ADAL" clId="{9F16C0B6-1760-4BCA-8131-AB4CDB426109}" dt="2025-02-19T16:52:58.824" v="2050" actId="14100"/>
          <ac:spMkLst>
            <pc:docMk/>
            <pc:sldMk cId="3139110563" sldId="281"/>
            <ac:spMk id="38" creationId="{5A75C9AD-C0CF-5004-1C5C-0DAA93EE71A7}"/>
          </ac:spMkLst>
        </pc:spChg>
        <pc:picChg chg="add del mod">
          <ac:chgData name="Gaspar Alfaro García" userId="b9682869-b526-4b6d-8301-b00acddeffaf" providerId="ADAL" clId="{9F16C0B6-1760-4BCA-8131-AB4CDB426109}" dt="2025-02-19T16:39:49.367" v="1949" actId="478"/>
          <ac:picMkLst>
            <pc:docMk/>
            <pc:sldMk cId="3139110563" sldId="281"/>
            <ac:picMk id="5" creationId="{08339AFE-937E-5058-CDD2-47182B121C10}"/>
          </ac:picMkLst>
        </pc:picChg>
        <pc:picChg chg="add del mod">
          <ac:chgData name="Gaspar Alfaro García" userId="b9682869-b526-4b6d-8301-b00acddeffaf" providerId="ADAL" clId="{9F16C0B6-1760-4BCA-8131-AB4CDB426109}" dt="2025-02-19T16:41:42.138" v="1957" actId="478"/>
          <ac:picMkLst>
            <pc:docMk/>
            <pc:sldMk cId="3139110563" sldId="281"/>
            <ac:picMk id="7" creationId="{9C8A1945-965C-0FAF-96CB-5C8272D34DFE}"/>
          </ac:picMkLst>
        </pc:picChg>
        <pc:picChg chg="add mod">
          <ac:chgData name="Gaspar Alfaro García" userId="b9682869-b526-4b6d-8301-b00acddeffaf" providerId="ADAL" clId="{9F16C0B6-1760-4BCA-8131-AB4CDB426109}" dt="2025-02-19T16:41:58.041" v="1961" actId="1076"/>
          <ac:picMkLst>
            <pc:docMk/>
            <pc:sldMk cId="3139110563" sldId="281"/>
            <ac:picMk id="13" creationId="{9D28DAC7-7DB2-72D2-FCA2-5CC0E0D94B17}"/>
          </ac:picMkLst>
        </pc:picChg>
        <pc:picChg chg="add mod">
          <ac:chgData name="Gaspar Alfaro García" userId="b9682869-b526-4b6d-8301-b00acddeffaf" providerId="ADAL" clId="{9F16C0B6-1760-4BCA-8131-AB4CDB426109}" dt="2025-02-19T16:42:25.352" v="1963" actId="1076"/>
          <ac:picMkLst>
            <pc:docMk/>
            <pc:sldMk cId="3139110563" sldId="281"/>
            <ac:picMk id="15" creationId="{FBD34EA2-622E-DDEC-FBBC-822E9EBCFA11}"/>
          </ac:picMkLst>
        </pc:picChg>
        <pc:picChg chg="add mod">
          <ac:chgData name="Gaspar Alfaro García" userId="b9682869-b526-4b6d-8301-b00acddeffaf" providerId="ADAL" clId="{9F16C0B6-1760-4BCA-8131-AB4CDB426109}" dt="2025-02-19T16:42:46.005" v="1965" actId="1076"/>
          <ac:picMkLst>
            <pc:docMk/>
            <pc:sldMk cId="3139110563" sldId="281"/>
            <ac:picMk id="17" creationId="{98368D61-59FB-5FA1-B2EB-01C261991525}"/>
          </ac:picMkLst>
        </pc:picChg>
        <pc:picChg chg="add mod">
          <ac:chgData name="Gaspar Alfaro García" userId="b9682869-b526-4b6d-8301-b00acddeffaf" providerId="ADAL" clId="{9F16C0B6-1760-4BCA-8131-AB4CDB426109}" dt="2025-02-19T16:45:05.147" v="1992" actId="1076"/>
          <ac:picMkLst>
            <pc:docMk/>
            <pc:sldMk cId="3139110563" sldId="281"/>
            <ac:picMk id="25" creationId="{72E0740A-733A-0EE3-ED9C-1C840E51F4E0}"/>
          </ac:picMkLst>
        </pc:picChg>
        <pc:picChg chg="add mod">
          <ac:chgData name="Gaspar Alfaro García" userId="b9682869-b526-4b6d-8301-b00acddeffaf" providerId="ADAL" clId="{9F16C0B6-1760-4BCA-8131-AB4CDB426109}" dt="2025-02-19T16:46:05.428" v="2001" actId="1076"/>
          <ac:picMkLst>
            <pc:docMk/>
            <pc:sldMk cId="3139110563" sldId="281"/>
            <ac:picMk id="28" creationId="{CF29ADA3-973E-38D7-E5E4-72FC54F0FDCC}"/>
          </ac:picMkLst>
        </pc:picChg>
        <pc:picChg chg="add mod">
          <ac:chgData name="Gaspar Alfaro García" userId="b9682869-b526-4b6d-8301-b00acddeffaf" providerId="ADAL" clId="{9F16C0B6-1760-4BCA-8131-AB4CDB426109}" dt="2025-02-19T16:49:32.994" v="2023" actId="1076"/>
          <ac:picMkLst>
            <pc:docMk/>
            <pc:sldMk cId="3139110563" sldId="281"/>
            <ac:picMk id="33" creationId="{426A9471-940A-44A5-5953-3D33D00E0936}"/>
          </ac:picMkLst>
        </pc:picChg>
        <pc:cxnChg chg="add mod">
          <ac:chgData name="Gaspar Alfaro García" userId="b9682869-b526-4b6d-8301-b00acddeffaf" providerId="ADAL" clId="{9F16C0B6-1760-4BCA-8131-AB4CDB426109}" dt="2025-02-19T16:43:48.151" v="1975" actId="1076"/>
          <ac:cxnSpMkLst>
            <pc:docMk/>
            <pc:sldMk cId="3139110563" sldId="281"/>
            <ac:cxnSpMk id="19" creationId="{F85079A2-8B29-9A4A-4AD3-641A1342AE54}"/>
          </ac:cxnSpMkLst>
        </pc:cxnChg>
        <pc:cxnChg chg="add mod">
          <ac:chgData name="Gaspar Alfaro García" userId="b9682869-b526-4b6d-8301-b00acddeffaf" providerId="ADAL" clId="{9F16C0B6-1760-4BCA-8131-AB4CDB426109}" dt="2025-02-19T16:49:59.984" v="2030" actId="1076"/>
          <ac:cxnSpMkLst>
            <pc:docMk/>
            <pc:sldMk cId="3139110563" sldId="281"/>
            <ac:cxnSpMk id="29" creationId="{D2DB309B-3CC7-12FD-C86C-06BC849BE4EF}"/>
          </ac:cxnSpMkLst>
        </pc:cxnChg>
      </pc:sldChg>
      <pc:sldChg chg="modSp mod">
        <pc:chgData name="Gaspar Alfaro García" userId="b9682869-b526-4b6d-8301-b00acddeffaf" providerId="ADAL" clId="{9F16C0B6-1760-4BCA-8131-AB4CDB426109}" dt="2025-02-18T17:48:34.853" v="79" actId="14100"/>
        <pc:sldMkLst>
          <pc:docMk/>
          <pc:sldMk cId="3787584783" sldId="282"/>
        </pc:sldMkLst>
        <pc:spChg chg="mod">
          <ac:chgData name="Gaspar Alfaro García" userId="b9682869-b526-4b6d-8301-b00acddeffaf" providerId="ADAL" clId="{9F16C0B6-1760-4BCA-8131-AB4CDB426109}" dt="2025-02-18T17:48:34.853" v="79" actId="14100"/>
          <ac:spMkLst>
            <pc:docMk/>
            <pc:sldMk cId="3787584783" sldId="282"/>
            <ac:spMk id="2" creationId="{B35C75B0-7B40-B48A-77F4-0CDE631AEC98}"/>
          </ac:spMkLst>
        </pc:spChg>
      </pc:sldChg>
      <pc:sldChg chg="modSp mod">
        <pc:chgData name="Gaspar Alfaro García" userId="b9682869-b526-4b6d-8301-b00acddeffaf" providerId="ADAL" clId="{9F16C0B6-1760-4BCA-8131-AB4CDB426109}" dt="2025-02-18T17:48:24.921" v="77" actId="14100"/>
        <pc:sldMkLst>
          <pc:docMk/>
          <pc:sldMk cId="524273588" sldId="283"/>
        </pc:sldMkLst>
        <pc:spChg chg="mod">
          <ac:chgData name="Gaspar Alfaro García" userId="b9682869-b526-4b6d-8301-b00acddeffaf" providerId="ADAL" clId="{9F16C0B6-1760-4BCA-8131-AB4CDB426109}" dt="2025-02-18T17:48:24.921" v="77" actId="14100"/>
          <ac:spMkLst>
            <pc:docMk/>
            <pc:sldMk cId="524273588" sldId="283"/>
            <ac:spMk id="2" creationId="{71ECC673-F159-5D89-1C35-BD7570F2614F}"/>
          </ac:spMkLst>
        </pc:spChg>
      </pc:sldChg>
      <pc:sldChg chg="modSp mod">
        <pc:chgData name="Gaspar Alfaro García" userId="b9682869-b526-4b6d-8301-b00acddeffaf" providerId="ADAL" clId="{9F16C0B6-1760-4BCA-8131-AB4CDB426109}" dt="2025-02-18T17:48:16.259" v="75" actId="14100"/>
        <pc:sldMkLst>
          <pc:docMk/>
          <pc:sldMk cId="342697199" sldId="284"/>
        </pc:sldMkLst>
        <pc:spChg chg="mod">
          <ac:chgData name="Gaspar Alfaro García" userId="b9682869-b526-4b6d-8301-b00acddeffaf" providerId="ADAL" clId="{9F16C0B6-1760-4BCA-8131-AB4CDB426109}" dt="2025-02-18T17:48:16.259" v="75" actId="14100"/>
          <ac:spMkLst>
            <pc:docMk/>
            <pc:sldMk cId="342697199" sldId="284"/>
            <ac:spMk id="2" creationId="{02431D93-4B67-1076-B505-C1EEC7DBEBCA}"/>
          </ac:spMkLst>
        </pc:spChg>
      </pc:sldChg>
      <pc:sldChg chg="modSp mod">
        <pc:chgData name="Gaspar Alfaro García" userId="b9682869-b526-4b6d-8301-b00acddeffaf" providerId="ADAL" clId="{9F16C0B6-1760-4BCA-8131-AB4CDB426109}" dt="2025-02-18T17:48:09.198" v="73" actId="14100"/>
        <pc:sldMkLst>
          <pc:docMk/>
          <pc:sldMk cId="196771031" sldId="285"/>
        </pc:sldMkLst>
        <pc:spChg chg="mod">
          <ac:chgData name="Gaspar Alfaro García" userId="b9682869-b526-4b6d-8301-b00acddeffaf" providerId="ADAL" clId="{9F16C0B6-1760-4BCA-8131-AB4CDB426109}" dt="2025-02-18T17:48:09.198" v="73" actId="14100"/>
          <ac:spMkLst>
            <pc:docMk/>
            <pc:sldMk cId="196771031" sldId="285"/>
            <ac:spMk id="2" creationId="{B9B16F9C-8728-0DB4-A00E-CAFB2827993A}"/>
          </ac:spMkLst>
        </pc:spChg>
      </pc:sldChg>
      <pc:sldChg chg="modSp mod">
        <pc:chgData name="Gaspar Alfaro García" userId="b9682869-b526-4b6d-8301-b00acddeffaf" providerId="ADAL" clId="{9F16C0B6-1760-4BCA-8131-AB4CDB426109}" dt="2025-02-19T15:42:50.382" v="1206" actId="403"/>
        <pc:sldMkLst>
          <pc:docMk/>
          <pc:sldMk cId="4005934160" sldId="286"/>
        </pc:sldMkLst>
        <pc:spChg chg="mod">
          <ac:chgData name="Gaspar Alfaro García" userId="b9682869-b526-4b6d-8301-b00acddeffaf" providerId="ADAL" clId="{9F16C0B6-1760-4BCA-8131-AB4CDB426109}" dt="2025-02-19T15:42:50.382" v="1206" actId="403"/>
          <ac:spMkLst>
            <pc:docMk/>
            <pc:sldMk cId="4005934160" sldId="286"/>
            <ac:spMk id="2" creationId="{EB85019A-A8E3-ADE7-E150-4E89D40028A2}"/>
          </ac:spMkLst>
        </pc:spChg>
      </pc:sldChg>
      <pc:sldChg chg="modSp mod">
        <pc:chgData name="Gaspar Alfaro García" userId="b9682869-b526-4b6d-8301-b00acddeffaf" providerId="ADAL" clId="{9F16C0B6-1760-4BCA-8131-AB4CDB426109}" dt="2025-02-19T15:42:54.887" v="1208" actId="403"/>
        <pc:sldMkLst>
          <pc:docMk/>
          <pc:sldMk cId="4246178381" sldId="287"/>
        </pc:sldMkLst>
        <pc:spChg chg="mod">
          <ac:chgData name="Gaspar Alfaro García" userId="b9682869-b526-4b6d-8301-b00acddeffaf" providerId="ADAL" clId="{9F16C0B6-1760-4BCA-8131-AB4CDB426109}" dt="2025-02-19T15:42:54.887" v="1208" actId="403"/>
          <ac:spMkLst>
            <pc:docMk/>
            <pc:sldMk cId="4246178381" sldId="287"/>
            <ac:spMk id="2" creationId="{A72FB096-B259-2ECF-06D6-FABFC1500524}"/>
          </ac:spMkLst>
        </pc:spChg>
      </pc:sldChg>
      <pc:sldChg chg="modSp mod">
        <pc:chgData name="Gaspar Alfaro García" userId="b9682869-b526-4b6d-8301-b00acddeffaf" providerId="ADAL" clId="{9F16C0B6-1760-4BCA-8131-AB4CDB426109}" dt="2025-02-19T15:43:03.557" v="1211" actId="14100"/>
        <pc:sldMkLst>
          <pc:docMk/>
          <pc:sldMk cId="3691565165" sldId="288"/>
        </pc:sldMkLst>
        <pc:spChg chg="mod">
          <ac:chgData name="Gaspar Alfaro García" userId="b9682869-b526-4b6d-8301-b00acddeffaf" providerId="ADAL" clId="{9F16C0B6-1760-4BCA-8131-AB4CDB426109}" dt="2025-02-19T15:43:03.557" v="1211" actId="14100"/>
          <ac:spMkLst>
            <pc:docMk/>
            <pc:sldMk cId="3691565165" sldId="288"/>
            <ac:spMk id="2" creationId="{C2AC1B47-F56C-2BCD-D503-81E29EE35804}"/>
          </ac:spMkLst>
        </pc:spChg>
      </pc:sldChg>
      <pc:sldChg chg="addSp modSp add del mod">
        <pc:chgData name="Gaspar Alfaro García" userId="b9682869-b526-4b6d-8301-b00acddeffaf" providerId="ADAL" clId="{9F16C0B6-1760-4BCA-8131-AB4CDB426109}" dt="2025-02-19T19:22:26.969" v="2666" actId="20577"/>
        <pc:sldMkLst>
          <pc:docMk/>
          <pc:sldMk cId="3845432740" sldId="289"/>
        </pc:sldMkLst>
        <pc:spChg chg="mod">
          <ac:chgData name="Gaspar Alfaro García" userId="b9682869-b526-4b6d-8301-b00acddeffaf" providerId="ADAL" clId="{9F16C0B6-1760-4BCA-8131-AB4CDB426109}" dt="2025-02-19T19:20:39.021" v="2589" actId="1076"/>
          <ac:spMkLst>
            <pc:docMk/>
            <pc:sldMk cId="3845432740" sldId="289"/>
            <ac:spMk id="2" creationId="{A55AE8B1-607A-F6DA-BDE4-3EA0809FB5A1}"/>
          </ac:spMkLst>
        </pc:spChg>
        <pc:spChg chg="add mod">
          <ac:chgData name="Gaspar Alfaro García" userId="b9682869-b526-4b6d-8301-b00acddeffaf" providerId="ADAL" clId="{9F16C0B6-1760-4BCA-8131-AB4CDB426109}" dt="2025-02-19T19:20:44.906" v="2590" actId="1076"/>
          <ac:spMkLst>
            <pc:docMk/>
            <pc:sldMk cId="3845432740" sldId="289"/>
            <ac:spMk id="3" creationId="{DF5954BC-FD8B-F74F-10A6-CCF90FF94E55}"/>
          </ac:spMkLst>
        </pc:spChg>
        <pc:spChg chg="add mod">
          <ac:chgData name="Gaspar Alfaro García" userId="b9682869-b526-4b6d-8301-b00acddeffaf" providerId="ADAL" clId="{9F16C0B6-1760-4BCA-8131-AB4CDB426109}" dt="2025-02-19T19:20:44.906" v="2590" actId="1076"/>
          <ac:spMkLst>
            <pc:docMk/>
            <pc:sldMk cId="3845432740" sldId="289"/>
            <ac:spMk id="5" creationId="{62F5ECED-CEEC-531A-1751-67B41069014D}"/>
          </ac:spMkLst>
        </pc:spChg>
        <pc:spChg chg="add mod">
          <ac:chgData name="Gaspar Alfaro García" userId="b9682869-b526-4b6d-8301-b00acddeffaf" providerId="ADAL" clId="{9F16C0B6-1760-4BCA-8131-AB4CDB426109}" dt="2025-02-19T19:19:14.239" v="2574" actId="207"/>
          <ac:spMkLst>
            <pc:docMk/>
            <pc:sldMk cId="3845432740" sldId="289"/>
            <ac:spMk id="6" creationId="{B518DD7C-02C2-ADE2-C1C6-75386BCF6448}"/>
          </ac:spMkLst>
        </pc:spChg>
        <pc:spChg chg="add mod">
          <ac:chgData name="Gaspar Alfaro García" userId="b9682869-b526-4b6d-8301-b00acddeffaf" providerId="ADAL" clId="{9F16C0B6-1760-4BCA-8131-AB4CDB426109}" dt="2025-02-19T19:22:26.969" v="2666" actId="20577"/>
          <ac:spMkLst>
            <pc:docMk/>
            <pc:sldMk cId="3845432740" sldId="289"/>
            <ac:spMk id="7" creationId="{1437960A-AEB4-92F6-09AB-63798C779C5C}"/>
          </ac:spMkLst>
        </pc:spChg>
        <pc:spChg chg="add mod">
          <ac:chgData name="Gaspar Alfaro García" userId="b9682869-b526-4b6d-8301-b00acddeffaf" providerId="ADAL" clId="{9F16C0B6-1760-4BCA-8131-AB4CDB426109}" dt="2025-02-19T19:20:44.906" v="2590" actId="1076"/>
          <ac:spMkLst>
            <pc:docMk/>
            <pc:sldMk cId="3845432740" sldId="289"/>
            <ac:spMk id="8" creationId="{72BBF885-CB79-BE0F-AC6E-9C01364C607D}"/>
          </ac:spMkLst>
        </pc:spChg>
        <pc:spChg chg="add mod">
          <ac:chgData name="Gaspar Alfaro García" userId="b9682869-b526-4b6d-8301-b00acddeffaf" providerId="ADAL" clId="{9F16C0B6-1760-4BCA-8131-AB4CDB426109}" dt="2025-02-19T19:20:44.906" v="2590" actId="1076"/>
          <ac:spMkLst>
            <pc:docMk/>
            <pc:sldMk cId="3845432740" sldId="289"/>
            <ac:spMk id="10" creationId="{211C0DD7-D7C3-9601-1CEB-51A6A679B086}"/>
          </ac:spMkLst>
        </pc:spChg>
        <pc:spChg chg="add mod">
          <ac:chgData name="Gaspar Alfaro García" userId="b9682869-b526-4b6d-8301-b00acddeffaf" providerId="ADAL" clId="{9F16C0B6-1760-4BCA-8131-AB4CDB426109}" dt="2025-02-19T19:20:44.906" v="2590" actId="1076"/>
          <ac:spMkLst>
            <pc:docMk/>
            <pc:sldMk cId="3845432740" sldId="289"/>
            <ac:spMk id="11" creationId="{48A748B8-0C27-0E8D-E871-EBFD94561951}"/>
          </ac:spMkLst>
        </pc:spChg>
        <pc:spChg chg="add mod">
          <ac:chgData name="Gaspar Alfaro García" userId="b9682869-b526-4b6d-8301-b00acddeffaf" providerId="ADAL" clId="{9F16C0B6-1760-4BCA-8131-AB4CDB426109}" dt="2025-02-19T19:20:44.906" v="2590" actId="1076"/>
          <ac:spMkLst>
            <pc:docMk/>
            <pc:sldMk cId="3845432740" sldId="289"/>
            <ac:spMk id="12" creationId="{419A2855-A8BF-85D2-4366-B59CA07CA47A}"/>
          </ac:spMkLst>
        </pc:spChg>
        <pc:spChg chg="add mod">
          <ac:chgData name="Gaspar Alfaro García" userId="b9682869-b526-4b6d-8301-b00acddeffaf" providerId="ADAL" clId="{9F16C0B6-1760-4BCA-8131-AB4CDB426109}" dt="2025-02-19T19:15:31.533" v="2453"/>
          <ac:spMkLst>
            <pc:docMk/>
            <pc:sldMk cId="3845432740" sldId="289"/>
            <ac:spMk id="13" creationId="{62ACE95E-DC17-C32F-8927-679B36726DDA}"/>
          </ac:spMkLst>
        </pc:spChg>
        <pc:spChg chg="add mod">
          <ac:chgData name="Gaspar Alfaro García" userId="b9682869-b526-4b6d-8301-b00acddeffaf" providerId="ADAL" clId="{9F16C0B6-1760-4BCA-8131-AB4CDB426109}" dt="2025-02-19T19:15:31.533" v="2453"/>
          <ac:spMkLst>
            <pc:docMk/>
            <pc:sldMk cId="3845432740" sldId="289"/>
            <ac:spMk id="14" creationId="{7EE2CE08-DB6C-D037-3D59-48B8BB49EE50}"/>
          </ac:spMkLst>
        </pc:spChg>
        <pc:spChg chg="add mod">
          <ac:chgData name="Gaspar Alfaro García" userId="b9682869-b526-4b6d-8301-b00acddeffaf" providerId="ADAL" clId="{9F16C0B6-1760-4BCA-8131-AB4CDB426109}" dt="2025-02-19T19:20:44.906" v="2590" actId="1076"/>
          <ac:spMkLst>
            <pc:docMk/>
            <pc:sldMk cId="3845432740" sldId="289"/>
            <ac:spMk id="15" creationId="{A9493EC3-776D-74F4-1DA1-9EC85E58C1DE}"/>
          </ac:spMkLst>
        </pc:spChg>
        <pc:spChg chg="add mod">
          <ac:chgData name="Gaspar Alfaro García" userId="b9682869-b526-4b6d-8301-b00acddeffaf" providerId="ADAL" clId="{9F16C0B6-1760-4BCA-8131-AB4CDB426109}" dt="2025-02-19T19:20:44.906" v="2590" actId="1076"/>
          <ac:spMkLst>
            <pc:docMk/>
            <pc:sldMk cId="3845432740" sldId="289"/>
            <ac:spMk id="16" creationId="{FF104609-C724-CBBA-F852-658D7BF74D6B}"/>
          </ac:spMkLst>
        </pc:spChg>
        <pc:spChg chg="add mod">
          <ac:chgData name="Gaspar Alfaro García" userId="b9682869-b526-4b6d-8301-b00acddeffaf" providerId="ADAL" clId="{9F16C0B6-1760-4BCA-8131-AB4CDB426109}" dt="2025-02-19T19:20:44.906" v="2590" actId="1076"/>
          <ac:spMkLst>
            <pc:docMk/>
            <pc:sldMk cId="3845432740" sldId="289"/>
            <ac:spMk id="17" creationId="{3A1ECC79-387B-7E61-356F-3F86C9AD9D85}"/>
          </ac:spMkLst>
        </pc:spChg>
        <pc:spChg chg="add mod">
          <ac:chgData name="Gaspar Alfaro García" userId="b9682869-b526-4b6d-8301-b00acddeffaf" providerId="ADAL" clId="{9F16C0B6-1760-4BCA-8131-AB4CDB426109}" dt="2025-02-19T19:21:27.103" v="2657" actId="14100"/>
          <ac:spMkLst>
            <pc:docMk/>
            <pc:sldMk cId="3845432740" sldId="289"/>
            <ac:spMk id="18" creationId="{6E321DF5-6ABB-8045-40B6-DFAC1F9A7E2C}"/>
          </ac:spMkLst>
        </pc:spChg>
      </pc:sldChg>
      <pc:sldChg chg="addSp delSp modSp mod">
        <pc:chgData name="Gaspar Alfaro García" userId="b9682869-b526-4b6d-8301-b00acddeffaf" providerId="ADAL" clId="{9F16C0B6-1760-4BCA-8131-AB4CDB426109}" dt="2025-02-19T19:32:08.593" v="2730" actId="1076"/>
        <pc:sldMkLst>
          <pc:docMk/>
          <pc:sldMk cId="799153369" sldId="290"/>
        </pc:sldMkLst>
        <pc:spChg chg="mod">
          <ac:chgData name="Gaspar Alfaro García" userId="b9682869-b526-4b6d-8301-b00acddeffaf" providerId="ADAL" clId="{9F16C0B6-1760-4BCA-8131-AB4CDB426109}" dt="2025-02-18T17:47:14.741" v="61" actId="14100"/>
          <ac:spMkLst>
            <pc:docMk/>
            <pc:sldMk cId="799153369" sldId="290"/>
            <ac:spMk id="2" creationId="{D65C210E-F82B-2AEE-AFD7-BB4FAAFDAE41}"/>
          </ac:spMkLst>
        </pc:spChg>
        <pc:spChg chg="mod">
          <ac:chgData name="Gaspar Alfaro García" userId="b9682869-b526-4b6d-8301-b00acddeffaf" providerId="ADAL" clId="{9F16C0B6-1760-4BCA-8131-AB4CDB426109}" dt="2025-02-19T19:31:41.574" v="2725" actId="1076"/>
          <ac:spMkLst>
            <pc:docMk/>
            <pc:sldMk cId="799153369" sldId="290"/>
            <ac:spMk id="4" creationId="{DE49E4BF-EE0D-77ED-CF70-39BB9E0E81E8}"/>
          </ac:spMkLst>
        </pc:spChg>
        <pc:spChg chg="add mod">
          <ac:chgData name="Gaspar Alfaro García" userId="b9682869-b526-4b6d-8301-b00acddeffaf" providerId="ADAL" clId="{9F16C0B6-1760-4BCA-8131-AB4CDB426109}" dt="2025-02-19T19:32:08.593" v="2730" actId="1076"/>
          <ac:spMkLst>
            <pc:docMk/>
            <pc:sldMk cId="799153369" sldId="290"/>
            <ac:spMk id="13" creationId="{BF9A2E2B-A833-16F1-B0B9-038B10A4950A}"/>
          </ac:spMkLst>
        </pc:spChg>
        <pc:picChg chg="add del mod">
          <ac:chgData name="Gaspar Alfaro García" userId="b9682869-b526-4b6d-8301-b00acddeffaf" providerId="ADAL" clId="{9F16C0B6-1760-4BCA-8131-AB4CDB426109}" dt="2025-02-19T19:09:26.679" v="2266"/>
          <ac:picMkLst>
            <pc:docMk/>
            <pc:sldMk cId="799153369" sldId="290"/>
            <ac:picMk id="5" creationId="{937C0644-247B-DF2A-AD33-3002439A4F72}"/>
          </ac:picMkLst>
        </pc:picChg>
        <pc:picChg chg="add mod">
          <ac:chgData name="Gaspar Alfaro García" userId="b9682869-b526-4b6d-8301-b00acddeffaf" providerId="ADAL" clId="{9F16C0B6-1760-4BCA-8131-AB4CDB426109}" dt="2025-02-19T19:09:24.999" v="2262"/>
          <ac:picMkLst>
            <pc:docMk/>
            <pc:sldMk cId="799153369" sldId="290"/>
            <ac:picMk id="7" creationId="{11870D37-498A-CCEA-5AFC-7422C1D4FAA9}"/>
          </ac:picMkLst>
        </pc:picChg>
        <pc:picChg chg="add mod">
          <ac:chgData name="Gaspar Alfaro García" userId="b9682869-b526-4b6d-8301-b00acddeffaf" providerId="ADAL" clId="{9F16C0B6-1760-4BCA-8131-AB4CDB426109}" dt="2025-02-19T19:28:14.476" v="2694" actId="1076"/>
          <ac:picMkLst>
            <pc:docMk/>
            <pc:sldMk cId="799153369" sldId="290"/>
            <ac:picMk id="9" creationId="{8565D8AE-DA7C-7997-7C76-890A9C6F11EA}"/>
          </ac:picMkLst>
        </pc:picChg>
        <pc:picChg chg="add mod">
          <ac:chgData name="Gaspar Alfaro García" userId="b9682869-b526-4b6d-8301-b00acddeffaf" providerId="ADAL" clId="{9F16C0B6-1760-4BCA-8131-AB4CDB426109}" dt="2025-02-19T19:32:08.593" v="2730" actId="1076"/>
          <ac:picMkLst>
            <pc:docMk/>
            <pc:sldMk cId="799153369" sldId="290"/>
            <ac:picMk id="11" creationId="{EA81E040-DECF-AF52-F8D2-31A5178DF602}"/>
          </ac:picMkLst>
        </pc:picChg>
        <pc:picChg chg="add del mod">
          <ac:chgData name="Gaspar Alfaro García" userId="b9682869-b526-4b6d-8301-b00acddeffaf" providerId="ADAL" clId="{9F16C0B6-1760-4BCA-8131-AB4CDB426109}" dt="2025-02-19T19:31:21.272" v="2722" actId="478"/>
          <ac:picMkLst>
            <pc:docMk/>
            <pc:sldMk cId="799153369" sldId="290"/>
            <ac:picMk id="12" creationId="{DBBCFFBD-9398-7457-50CB-958CD33A4410}"/>
          </ac:picMkLst>
        </pc:picChg>
      </pc:sldChg>
      <pc:sldChg chg="addSp modSp mod">
        <pc:chgData name="Gaspar Alfaro García" userId="b9682869-b526-4b6d-8301-b00acddeffaf" providerId="ADAL" clId="{9F16C0B6-1760-4BCA-8131-AB4CDB426109}" dt="2025-02-19T19:26:16.694" v="2693" actId="1076"/>
        <pc:sldMkLst>
          <pc:docMk/>
          <pc:sldMk cId="95646963" sldId="291"/>
        </pc:sldMkLst>
        <pc:spChg chg="mod">
          <ac:chgData name="Gaspar Alfaro García" userId="b9682869-b526-4b6d-8301-b00acddeffaf" providerId="ADAL" clId="{9F16C0B6-1760-4BCA-8131-AB4CDB426109}" dt="2025-02-18T17:47:04.253" v="59" actId="2711"/>
          <ac:spMkLst>
            <pc:docMk/>
            <pc:sldMk cId="95646963" sldId="291"/>
            <ac:spMk id="2" creationId="{7AF645D3-C1E9-D0F1-41F1-1428021D51BB}"/>
          </ac:spMkLst>
        </pc:spChg>
        <pc:spChg chg="ord">
          <ac:chgData name="Gaspar Alfaro García" userId="b9682869-b526-4b6d-8301-b00acddeffaf" providerId="ADAL" clId="{9F16C0B6-1760-4BCA-8131-AB4CDB426109}" dt="2025-02-19T19:26:07.787" v="2692" actId="166"/>
          <ac:spMkLst>
            <pc:docMk/>
            <pc:sldMk cId="95646963" sldId="291"/>
            <ac:spMk id="4" creationId="{8A735ADB-7EF2-389E-6C1B-D77C02D7CEC8}"/>
          </ac:spMkLst>
        </pc:spChg>
        <pc:picChg chg="add mod">
          <ac:chgData name="Gaspar Alfaro García" userId="b9682869-b526-4b6d-8301-b00acddeffaf" providerId="ADAL" clId="{9F16C0B6-1760-4BCA-8131-AB4CDB426109}" dt="2025-02-19T19:26:16.694" v="2693" actId="1076"/>
          <ac:picMkLst>
            <pc:docMk/>
            <pc:sldMk cId="95646963" sldId="291"/>
            <ac:picMk id="5" creationId="{1CD02853-839A-397C-E9CC-6BA6892EBC29}"/>
          </ac:picMkLst>
        </pc:picChg>
      </pc:sldChg>
      <pc:sldChg chg="addSp delSp modSp mod">
        <pc:chgData name="Gaspar Alfaro García" userId="b9682869-b526-4b6d-8301-b00acddeffaf" providerId="ADAL" clId="{9F16C0B6-1760-4BCA-8131-AB4CDB426109}" dt="2025-02-19T19:37:55.325" v="2835" actId="207"/>
        <pc:sldMkLst>
          <pc:docMk/>
          <pc:sldMk cId="1132360792" sldId="292"/>
        </pc:sldMkLst>
        <pc:spChg chg="mod">
          <ac:chgData name="Gaspar Alfaro García" userId="b9682869-b526-4b6d-8301-b00acddeffaf" providerId="ADAL" clId="{9F16C0B6-1760-4BCA-8131-AB4CDB426109}" dt="2025-02-18T17:46:44.405" v="57" actId="113"/>
          <ac:spMkLst>
            <pc:docMk/>
            <pc:sldMk cId="1132360792" sldId="292"/>
            <ac:spMk id="2" creationId="{79352C1E-C1CA-89CE-44DE-158595782FEA}"/>
          </ac:spMkLst>
        </pc:spChg>
        <pc:spChg chg="add mod">
          <ac:chgData name="Gaspar Alfaro García" userId="b9682869-b526-4b6d-8301-b00acddeffaf" providerId="ADAL" clId="{9F16C0B6-1760-4BCA-8131-AB4CDB426109}" dt="2025-02-19T19:37:55.325" v="2835" actId="207"/>
          <ac:spMkLst>
            <pc:docMk/>
            <pc:sldMk cId="1132360792" sldId="292"/>
            <ac:spMk id="15" creationId="{73E39DB7-C164-EB92-0298-E3B9DD37ECEC}"/>
          </ac:spMkLst>
        </pc:spChg>
        <pc:picChg chg="add mod">
          <ac:chgData name="Gaspar Alfaro García" userId="b9682869-b526-4b6d-8301-b00acddeffaf" providerId="ADAL" clId="{9F16C0B6-1760-4BCA-8131-AB4CDB426109}" dt="2025-02-19T19:33:03.738" v="2734" actId="1076"/>
          <ac:picMkLst>
            <pc:docMk/>
            <pc:sldMk cId="1132360792" sldId="292"/>
            <ac:picMk id="5" creationId="{C6214DDB-FDBC-8F84-65CC-E03E95B1A97E}"/>
          </ac:picMkLst>
        </pc:picChg>
        <pc:picChg chg="add del mod">
          <ac:chgData name="Gaspar Alfaro García" userId="b9682869-b526-4b6d-8301-b00acddeffaf" providerId="ADAL" clId="{9F16C0B6-1760-4BCA-8131-AB4CDB426109}" dt="2025-02-19T19:33:51.984" v="2740" actId="478"/>
          <ac:picMkLst>
            <pc:docMk/>
            <pc:sldMk cId="1132360792" sldId="292"/>
            <ac:picMk id="7" creationId="{2AF93492-125E-1CAF-FFFC-D3EAD9DE4578}"/>
          </ac:picMkLst>
        </pc:picChg>
        <pc:picChg chg="add mod">
          <ac:chgData name="Gaspar Alfaro García" userId="b9682869-b526-4b6d-8301-b00acddeffaf" providerId="ADAL" clId="{9F16C0B6-1760-4BCA-8131-AB4CDB426109}" dt="2025-02-19T19:35:03.695" v="2747" actId="1076"/>
          <ac:picMkLst>
            <pc:docMk/>
            <pc:sldMk cId="1132360792" sldId="292"/>
            <ac:picMk id="9" creationId="{8AF7D4AD-C299-89D1-79E9-4FBEFC12C9A8}"/>
          </ac:picMkLst>
        </pc:picChg>
        <pc:picChg chg="add mod">
          <ac:chgData name="Gaspar Alfaro García" userId="b9682869-b526-4b6d-8301-b00acddeffaf" providerId="ADAL" clId="{9F16C0B6-1760-4BCA-8131-AB4CDB426109}" dt="2025-02-19T19:36:31.776" v="2767" actId="1076"/>
          <ac:picMkLst>
            <pc:docMk/>
            <pc:sldMk cId="1132360792" sldId="292"/>
            <ac:picMk id="11" creationId="{DDBE9A8E-6968-C033-0F8A-8A546B1DFE0B}"/>
          </ac:picMkLst>
        </pc:picChg>
        <pc:picChg chg="add mod">
          <ac:chgData name="Gaspar Alfaro García" userId="b9682869-b526-4b6d-8301-b00acddeffaf" providerId="ADAL" clId="{9F16C0B6-1760-4BCA-8131-AB4CDB426109}" dt="2025-02-19T19:36:21.537" v="2764" actId="571"/>
          <ac:picMkLst>
            <pc:docMk/>
            <pc:sldMk cId="1132360792" sldId="292"/>
            <ac:picMk id="12" creationId="{258F240E-3D8B-52F7-2303-66BAE2CD8BA0}"/>
          </ac:picMkLst>
        </pc:picChg>
        <pc:cxnChg chg="add mod">
          <ac:chgData name="Gaspar Alfaro García" userId="b9682869-b526-4b6d-8301-b00acddeffaf" providerId="ADAL" clId="{9F16C0B6-1760-4BCA-8131-AB4CDB426109}" dt="2025-02-19T19:36:59.911" v="2771" actId="208"/>
          <ac:cxnSpMkLst>
            <pc:docMk/>
            <pc:sldMk cId="1132360792" sldId="292"/>
            <ac:cxnSpMk id="14" creationId="{FA4AE5FD-358E-63E5-CCAD-67279544EAD2}"/>
          </ac:cxnSpMkLst>
        </pc:cxnChg>
      </pc:sldChg>
      <pc:sldChg chg="modSp mod">
        <pc:chgData name="Gaspar Alfaro García" userId="b9682869-b526-4b6d-8301-b00acddeffaf" providerId="ADAL" clId="{9F16C0B6-1760-4BCA-8131-AB4CDB426109}" dt="2025-02-18T17:46:31.439" v="51" actId="14100"/>
        <pc:sldMkLst>
          <pc:docMk/>
          <pc:sldMk cId="912149332" sldId="293"/>
        </pc:sldMkLst>
        <pc:spChg chg="mod">
          <ac:chgData name="Gaspar Alfaro García" userId="b9682869-b526-4b6d-8301-b00acddeffaf" providerId="ADAL" clId="{9F16C0B6-1760-4BCA-8131-AB4CDB426109}" dt="2025-02-18T17:46:31.439" v="51" actId="14100"/>
          <ac:spMkLst>
            <pc:docMk/>
            <pc:sldMk cId="912149332" sldId="293"/>
            <ac:spMk id="2" creationId="{5A9C397D-97E8-2046-DEE5-4A22DBBF4632}"/>
          </ac:spMkLst>
        </pc:spChg>
        <pc:spChg chg="mod">
          <ac:chgData name="Gaspar Alfaro García" userId="b9682869-b526-4b6d-8301-b00acddeffaf" providerId="ADAL" clId="{9F16C0B6-1760-4BCA-8131-AB4CDB426109}" dt="2025-02-18T17:43:10.649" v="8" actId="2711"/>
          <ac:spMkLst>
            <pc:docMk/>
            <pc:sldMk cId="912149332" sldId="293"/>
            <ac:spMk id="5" creationId="{65DDF733-946E-1C96-F8BF-935078365456}"/>
          </ac:spMkLst>
        </pc:spChg>
        <pc:spChg chg="mod">
          <ac:chgData name="Gaspar Alfaro García" userId="b9682869-b526-4b6d-8301-b00acddeffaf" providerId="ADAL" clId="{9F16C0B6-1760-4BCA-8131-AB4CDB426109}" dt="2025-02-18T17:43:27.621" v="10" actId="207"/>
          <ac:spMkLst>
            <pc:docMk/>
            <pc:sldMk cId="912149332" sldId="293"/>
            <ac:spMk id="7" creationId="{52CCF704-81C4-8EB3-1195-581FBCC3BB75}"/>
          </ac:spMkLst>
        </pc:spChg>
      </pc:sldChg>
      <pc:sldChg chg="modSp mod">
        <pc:chgData name="Gaspar Alfaro García" userId="b9682869-b526-4b6d-8301-b00acddeffaf" providerId="ADAL" clId="{9F16C0B6-1760-4BCA-8131-AB4CDB426109}" dt="2025-02-19T16:28:44.849" v="1642" actId="207"/>
        <pc:sldMkLst>
          <pc:docMk/>
          <pc:sldMk cId="2578959350" sldId="296"/>
        </pc:sldMkLst>
        <pc:spChg chg="mod">
          <ac:chgData name="Gaspar Alfaro García" userId="b9682869-b526-4b6d-8301-b00acddeffaf" providerId="ADAL" clId="{9F16C0B6-1760-4BCA-8131-AB4CDB426109}" dt="2025-02-18T17:46:34.970" v="52" actId="14100"/>
          <ac:spMkLst>
            <pc:docMk/>
            <pc:sldMk cId="2578959350" sldId="296"/>
            <ac:spMk id="2" creationId="{D48236CD-E53E-096B-E3D5-5CDF5544A0DF}"/>
          </ac:spMkLst>
        </pc:spChg>
        <pc:spChg chg="mod">
          <ac:chgData name="Gaspar Alfaro García" userId="b9682869-b526-4b6d-8301-b00acddeffaf" providerId="ADAL" clId="{9F16C0B6-1760-4BCA-8131-AB4CDB426109}" dt="2025-02-18T17:45:46.185" v="44" actId="2711"/>
          <ac:spMkLst>
            <pc:docMk/>
            <pc:sldMk cId="2578959350" sldId="296"/>
            <ac:spMk id="5" creationId="{E20AD514-02AF-313B-F8FD-D9A7646509AA}"/>
          </ac:spMkLst>
        </pc:spChg>
        <pc:spChg chg="mod">
          <ac:chgData name="Gaspar Alfaro García" userId="b9682869-b526-4b6d-8301-b00acddeffaf" providerId="ADAL" clId="{9F16C0B6-1760-4BCA-8131-AB4CDB426109}" dt="2025-02-19T16:28:44.849" v="1642" actId="207"/>
          <ac:spMkLst>
            <pc:docMk/>
            <pc:sldMk cId="2578959350" sldId="296"/>
            <ac:spMk id="7" creationId="{D323B2C5-C591-8ABC-1E3B-72C4BB6A9977}"/>
          </ac:spMkLst>
        </pc:spChg>
      </pc:sldChg>
      <pc:sldChg chg="modSp mod">
        <pc:chgData name="Gaspar Alfaro García" userId="b9682869-b526-4b6d-8301-b00acddeffaf" providerId="ADAL" clId="{9F16C0B6-1760-4BCA-8131-AB4CDB426109}" dt="2025-02-18T17:46:38.881" v="53" actId="14100"/>
        <pc:sldMkLst>
          <pc:docMk/>
          <pc:sldMk cId="3997911892" sldId="297"/>
        </pc:sldMkLst>
        <pc:spChg chg="mod">
          <ac:chgData name="Gaspar Alfaro García" userId="b9682869-b526-4b6d-8301-b00acddeffaf" providerId="ADAL" clId="{9F16C0B6-1760-4BCA-8131-AB4CDB426109}" dt="2025-02-18T17:46:38.881" v="53" actId="14100"/>
          <ac:spMkLst>
            <pc:docMk/>
            <pc:sldMk cId="3997911892" sldId="297"/>
            <ac:spMk id="2" creationId="{321CAE58-BFAD-85F6-9C84-B8BEB4739E22}"/>
          </ac:spMkLst>
        </pc:spChg>
        <pc:spChg chg="mod">
          <ac:chgData name="Gaspar Alfaro García" userId="b9682869-b526-4b6d-8301-b00acddeffaf" providerId="ADAL" clId="{9F16C0B6-1760-4BCA-8131-AB4CDB426109}" dt="2025-02-18T17:45:55.717" v="45" actId="2711"/>
          <ac:spMkLst>
            <pc:docMk/>
            <pc:sldMk cId="3997911892" sldId="297"/>
            <ac:spMk id="7" creationId="{F8CB079C-BE9A-B46C-6DB1-4EE46201EDBC}"/>
          </ac:spMkLst>
        </pc:spChg>
      </pc:sldChg>
      <pc:sldChg chg="modSp mod">
        <pc:chgData name="Gaspar Alfaro García" userId="b9682869-b526-4b6d-8301-b00acddeffaf" providerId="ADAL" clId="{9F16C0B6-1760-4BCA-8131-AB4CDB426109}" dt="2025-02-18T17:55:51.912" v="134" actId="2711"/>
        <pc:sldMkLst>
          <pc:docMk/>
          <pc:sldMk cId="3194772664" sldId="298"/>
        </pc:sldMkLst>
        <pc:spChg chg="mod">
          <ac:chgData name="Gaspar Alfaro García" userId="b9682869-b526-4b6d-8301-b00acddeffaf" providerId="ADAL" clId="{9F16C0B6-1760-4BCA-8131-AB4CDB426109}" dt="2025-02-18T17:53:43.987" v="117" actId="14100"/>
          <ac:spMkLst>
            <pc:docMk/>
            <pc:sldMk cId="3194772664" sldId="298"/>
            <ac:spMk id="2" creationId="{553DEFD5-505A-B707-8BE5-26C93AD74A0E}"/>
          </ac:spMkLst>
        </pc:spChg>
        <pc:spChg chg="mod">
          <ac:chgData name="Gaspar Alfaro García" userId="b9682869-b526-4b6d-8301-b00acddeffaf" providerId="ADAL" clId="{9F16C0B6-1760-4BCA-8131-AB4CDB426109}" dt="2025-02-18T17:55:43.479" v="133" actId="2711"/>
          <ac:spMkLst>
            <pc:docMk/>
            <pc:sldMk cId="3194772664" sldId="298"/>
            <ac:spMk id="3" creationId="{BE3DA543-3ABC-BF2D-8A08-0CEC5361CBBE}"/>
          </ac:spMkLst>
        </pc:spChg>
        <pc:spChg chg="mod">
          <ac:chgData name="Gaspar Alfaro García" userId="b9682869-b526-4b6d-8301-b00acddeffaf" providerId="ADAL" clId="{9F16C0B6-1760-4BCA-8131-AB4CDB426109}" dt="2025-02-18T17:55:51.912" v="134" actId="2711"/>
          <ac:spMkLst>
            <pc:docMk/>
            <pc:sldMk cId="3194772664" sldId="298"/>
            <ac:spMk id="8" creationId="{6B8C650D-7812-B7D8-0B8C-38281E4E7561}"/>
          </ac:spMkLst>
        </pc:spChg>
        <pc:spChg chg="mod">
          <ac:chgData name="Gaspar Alfaro García" userId="b9682869-b526-4b6d-8301-b00acddeffaf" providerId="ADAL" clId="{9F16C0B6-1760-4BCA-8131-AB4CDB426109}" dt="2025-02-18T17:55:16.778" v="131" actId="2711"/>
          <ac:spMkLst>
            <pc:docMk/>
            <pc:sldMk cId="3194772664" sldId="298"/>
            <ac:spMk id="9" creationId="{B52F0D91-F8EB-C9D6-BC5F-CD9B2960A5EE}"/>
          </ac:spMkLst>
        </pc:spChg>
        <pc:spChg chg="mod">
          <ac:chgData name="Gaspar Alfaro García" userId="b9682869-b526-4b6d-8301-b00acddeffaf" providerId="ADAL" clId="{9F16C0B6-1760-4BCA-8131-AB4CDB426109}" dt="2025-02-18T17:55:07.459" v="130" actId="2711"/>
          <ac:spMkLst>
            <pc:docMk/>
            <pc:sldMk cId="3194772664" sldId="298"/>
            <ac:spMk id="13" creationId="{02F57465-F952-FC4C-A309-39E8D0099A12}"/>
          </ac:spMkLst>
        </pc:spChg>
        <pc:spChg chg="mod">
          <ac:chgData name="Gaspar Alfaro García" userId="b9682869-b526-4b6d-8301-b00acddeffaf" providerId="ADAL" clId="{9F16C0B6-1760-4BCA-8131-AB4CDB426109}" dt="2025-02-18T17:55:03.411" v="129" actId="2711"/>
          <ac:spMkLst>
            <pc:docMk/>
            <pc:sldMk cId="3194772664" sldId="298"/>
            <ac:spMk id="17" creationId="{1588969B-99C1-3736-F9DF-73D0F37D070A}"/>
          </ac:spMkLst>
        </pc:spChg>
        <pc:spChg chg="mod">
          <ac:chgData name="Gaspar Alfaro García" userId="b9682869-b526-4b6d-8301-b00acddeffaf" providerId="ADAL" clId="{9F16C0B6-1760-4BCA-8131-AB4CDB426109}" dt="2025-02-18T17:54:45.406" v="128" actId="2711"/>
          <ac:spMkLst>
            <pc:docMk/>
            <pc:sldMk cId="3194772664" sldId="298"/>
            <ac:spMk id="18" creationId="{54B87944-D307-77B5-4BAA-B4DE43E7AB12}"/>
          </ac:spMkLst>
        </pc:spChg>
        <pc:spChg chg="mod">
          <ac:chgData name="Gaspar Alfaro García" userId="b9682869-b526-4b6d-8301-b00acddeffaf" providerId="ADAL" clId="{9F16C0B6-1760-4BCA-8131-AB4CDB426109}" dt="2025-02-18T17:54:30.397" v="123" actId="2711"/>
          <ac:spMkLst>
            <pc:docMk/>
            <pc:sldMk cId="3194772664" sldId="298"/>
            <ac:spMk id="43" creationId="{1A12D714-8998-8120-C206-81022116D112}"/>
          </ac:spMkLst>
        </pc:spChg>
        <pc:spChg chg="mod">
          <ac:chgData name="Gaspar Alfaro García" userId="b9682869-b526-4b6d-8301-b00acddeffaf" providerId="ADAL" clId="{9F16C0B6-1760-4BCA-8131-AB4CDB426109}" dt="2025-02-18T17:55:25.172" v="132" actId="2711"/>
          <ac:spMkLst>
            <pc:docMk/>
            <pc:sldMk cId="3194772664" sldId="298"/>
            <ac:spMk id="44" creationId="{17A862A6-F4DC-B287-52EC-3EBED75526D1}"/>
          </ac:spMkLst>
        </pc:spChg>
        <pc:spChg chg="mod">
          <ac:chgData name="Gaspar Alfaro García" userId="b9682869-b526-4b6d-8301-b00acddeffaf" providerId="ADAL" clId="{9F16C0B6-1760-4BCA-8131-AB4CDB426109}" dt="2025-02-18T17:54:39.989" v="127" actId="255"/>
          <ac:spMkLst>
            <pc:docMk/>
            <pc:sldMk cId="3194772664" sldId="298"/>
            <ac:spMk id="50" creationId="{53C0CF0B-61D9-6A2D-10BB-D2EE376D076C}"/>
          </ac:spMkLst>
        </pc:spChg>
        <pc:spChg chg="mod">
          <ac:chgData name="Gaspar Alfaro García" userId="b9682869-b526-4b6d-8301-b00acddeffaf" providerId="ADAL" clId="{9F16C0B6-1760-4BCA-8131-AB4CDB426109}" dt="2025-02-18T17:54:16.880" v="121" actId="255"/>
          <ac:spMkLst>
            <pc:docMk/>
            <pc:sldMk cId="3194772664" sldId="298"/>
            <ac:spMk id="51" creationId="{2DEE40CE-0898-D762-F366-AD1FB59E1A79}"/>
          </ac:spMkLst>
        </pc:spChg>
        <pc:spChg chg="mod">
          <ac:chgData name="Gaspar Alfaro García" userId="b9682869-b526-4b6d-8301-b00acddeffaf" providerId="ADAL" clId="{9F16C0B6-1760-4BCA-8131-AB4CDB426109}" dt="2025-02-18T17:54:03.421" v="120" actId="404"/>
          <ac:spMkLst>
            <pc:docMk/>
            <pc:sldMk cId="3194772664" sldId="298"/>
            <ac:spMk id="52" creationId="{4AF9455E-0F01-36EE-6678-A1E70AC4A211}"/>
          </ac:spMkLst>
        </pc:spChg>
      </pc:sldChg>
      <pc:sldChg chg="addSp delSp modSp new mod ord">
        <pc:chgData name="Gaspar Alfaro García" userId="b9682869-b526-4b6d-8301-b00acddeffaf" providerId="ADAL" clId="{9F16C0B6-1760-4BCA-8131-AB4CDB426109}" dt="2025-02-19T11:31:42.306" v="1128" actId="1076"/>
        <pc:sldMkLst>
          <pc:docMk/>
          <pc:sldMk cId="3431720624" sldId="299"/>
        </pc:sldMkLst>
        <pc:spChg chg="del">
          <ac:chgData name="Gaspar Alfaro García" userId="b9682869-b526-4b6d-8301-b00acddeffaf" providerId="ADAL" clId="{9F16C0B6-1760-4BCA-8131-AB4CDB426109}" dt="2025-02-19T11:30:44.133" v="1117" actId="478"/>
          <ac:spMkLst>
            <pc:docMk/>
            <pc:sldMk cId="3431720624" sldId="299"/>
            <ac:spMk id="2" creationId="{3C0B8171-8342-E60F-8F54-4952ACA2EDA2}"/>
          </ac:spMkLst>
        </pc:spChg>
        <pc:spChg chg="del">
          <ac:chgData name="Gaspar Alfaro García" userId="b9682869-b526-4b6d-8301-b00acddeffaf" providerId="ADAL" clId="{9F16C0B6-1760-4BCA-8131-AB4CDB426109}" dt="2025-02-19T11:30:45.845" v="1118" actId="478"/>
          <ac:spMkLst>
            <pc:docMk/>
            <pc:sldMk cId="3431720624" sldId="299"/>
            <ac:spMk id="3" creationId="{7498D23C-894E-D7ED-4C37-196D24979534}"/>
          </ac:spMkLst>
        </pc:spChg>
        <pc:spChg chg="add mod">
          <ac:chgData name="Gaspar Alfaro García" userId="b9682869-b526-4b6d-8301-b00acddeffaf" providerId="ADAL" clId="{9F16C0B6-1760-4BCA-8131-AB4CDB426109}" dt="2025-02-19T11:30:47.117" v="1119"/>
          <ac:spMkLst>
            <pc:docMk/>
            <pc:sldMk cId="3431720624" sldId="299"/>
            <ac:spMk id="4" creationId="{EA4396C7-59D1-7F62-CA5A-1B5CD867AEA3}"/>
          </ac:spMkLst>
        </pc:spChg>
        <pc:picChg chg="add mod">
          <ac:chgData name="Gaspar Alfaro García" userId="b9682869-b526-4b6d-8301-b00acddeffaf" providerId="ADAL" clId="{9F16C0B6-1760-4BCA-8131-AB4CDB426109}" dt="2025-02-19T11:31:42.306" v="1128" actId="1076"/>
          <ac:picMkLst>
            <pc:docMk/>
            <pc:sldMk cId="3431720624" sldId="299"/>
            <ac:picMk id="6" creationId="{2EBD5480-30D9-D088-D583-6A0F98254024}"/>
          </ac:picMkLst>
        </pc:picChg>
      </pc:sldChg>
      <pc:sldChg chg="addSp delSp modSp new mod">
        <pc:chgData name="Gaspar Alfaro García" userId="b9682869-b526-4b6d-8301-b00acddeffaf" providerId="ADAL" clId="{9F16C0B6-1760-4BCA-8131-AB4CDB426109}" dt="2025-02-19T16:54:34.680" v="2066" actId="1076"/>
        <pc:sldMkLst>
          <pc:docMk/>
          <pc:sldMk cId="3903438473" sldId="300"/>
        </pc:sldMkLst>
        <pc:spChg chg="del">
          <ac:chgData name="Gaspar Alfaro García" userId="b9682869-b526-4b6d-8301-b00acddeffaf" providerId="ADAL" clId="{9F16C0B6-1760-4BCA-8131-AB4CDB426109}" dt="2025-02-19T16:53:49.774" v="2055" actId="478"/>
          <ac:spMkLst>
            <pc:docMk/>
            <pc:sldMk cId="3903438473" sldId="300"/>
            <ac:spMk id="2" creationId="{ADE6ED98-5DFB-F784-9FD7-8AB7D73FF2D5}"/>
          </ac:spMkLst>
        </pc:spChg>
        <pc:spChg chg="del">
          <ac:chgData name="Gaspar Alfaro García" userId="b9682869-b526-4b6d-8301-b00acddeffaf" providerId="ADAL" clId="{9F16C0B6-1760-4BCA-8131-AB4CDB426109}" dt="2025-02-19T16:53:47.348" v="2053" actId="478"/>
          <ac:spMkLst>
            <pc:docMk/>
            <pc:sldMk cId="3903438473" sldId="300"/>
            <ac:spMk id="3" creationId="{36B07180-A3BC-4F51-9C71-DFF9BC636E63}"/>
          </ac:spMkLst>
        </pc:spChg>
        <pc:spChg chg="add del mod">
          <ac:chgData name="Gaspar Alfaro García" userId="b9682869-b526-4b6d-8301-b00acddeffaf" providerId="ADAL" clId="{9F16C0B6-1760-4BCA-8131-AB4CDB426109}" dt="2025-02-19T16:53:48.288" v="2054" actId="478"/>
          <ac:spMkLst>
            <pc:docMk/>
            <pc:sldMk cId="3903438473" sldId="300"/>
            <ac:spMk id="4" creationId="{4882D0A0-6F1C-E5E9-32D9-616532071CBB}"/>
          </ac:spMkLst>
        </pc:spChg>
        <pc:spChg chg="add mod">
          <ac:chgData name="Gaspar Alfaro García" userId="b9682869-b526-4b6d-8301-b00acddeffaf" providerId="ADAL" clId="{9F16C0B6-1760-4BCA-8131-AB4CDB426109}" dt="2025-02-19T16:53:44.307" v="2052"/>
          <ac:spMkLst>
            <pc:docMk/>
            <pc:sldMk cId="3903438473" sldId="300"/>
            <ac:spMk id="5" creationId="{3EA16B4E-5B82-6E6E-5173-AC29E70BA2A1}"/>
          </ac:spMkLst>
        </pc:spChg>
        <pc:spChg chg="add mod">
          <ac:chgData name="Gaspar Alfaro García" userId="b9682869-b526-4b6d-8301-b00acddeffaf" providerId="ADAL" clId="{9F16C0B6-1760-4BCA-8131-AB4CDB426109}" dt="2025-02-19T16:54:02.141" v="2060"/>
          <ac:spMkLst>
            <pc:docMk/>
            <pc:sldMk cId="3903438473" sldId="300"/>
            <ac:spMk id="6" creationId="{96A2326A-9487-23FC-A60E-93869C84662C}"/>
          </ac:spMkLst>
        </pc:spChg>
        <pc:picChg chg="add mod">
          <ac:chgData name="Gaspar Alfaro García" userId="b9682869-b526-4b6d-8301-b00acddeffaf" providerId="ADAL" clId="{9F16C0B6-1760-4BCA-8131-AB4CDB426109}" dt="2025-02-19T16:54:34.680" v="2066" actId="1076"/>
          <ac:picMkLst>
            <pc:docMk/>
            <pc:sldMk cId="3903438473" sldId="300"/>
            <ac:picMk id="8" creationId="{96A11575-4EDA-7E8E-6FF8-E65319B13E60}"/>
          </ac:picMkLst>
        </pc:picChg>
      </pc:sldChg>
      <pc:sldChg chg="addSp delSp modSp new mod modAnim">
        <pc:chgData name="Gaspar Alfaro García" userId="b9682869-b526-4b6d-8301-b00acddeffaf" providerId="ADAL" clId="{9F16C0B6-1760-4BCA-8131-AB4CDB426109}" dt="2025-02-19T17:16:52.760" v="2201"/>
        <pc:sldMkLst>
          <pc:docMk/>
          <pc:sldMk cId="1225364323" sldId="301"/>
        </pc:sldMkLst>
        <pc:spChg chg="del">
          <ac:chgData name="Gaspar Alfaro García" userId="b9682869-b526-4b6d-8301-b00acddeffaf" providerId="ADAL" clId="{9F16C0B6-1760-4BCA-8131-AB4CDB426109}" dt="2025-02-19T16:55:45.049" v="2068" actId="478"/>
          <ac:spMkLst>
            <pc:docMk/>
            <pc:sldMk cId="1225364323" sldId="301"/>
            <ac:spMk id="2" creationId="{A0D23D1E-F338-CB4D-D63B-13FD961AB09B}"/>
          </ac:spMkLst>
        </pc:spChg>
        <pc:spChg chg="del">
          <ac:chgData name="Gaspar Alfaro García" userId="b9682869-b526-4b6d-8301-b00acddeffaf" providerId="ADAL" clId="{9F16C0B6-1760-4BCA-8131-AB4CDB426109}" dt="2025-02-19T16:55:45.963" v="2069" actId="478"/>
          <ac:spMkLst>
            <pc:docMk/>
            <pc:sldMk cId="1225364323" sldId="301"/>
            <ac:spMk id="3" creationId="{09A8B21A-222A-3689-BB6E-534BAD94635F}"/>
          </ac:spMkLst>
        </pc:spChg>
        <pc:spChg chg="add mod">
          <ac:chgData name="Gaspar Alfaro García" userId="b9682869-b526-4b6d-8301-b00acddeffaf" providerId="ADAL" clId="{9F16C0B6-1760-4BCA-8131-AB4CDB426109}" dt="2025-02-19T17:13:57.329" v="2136" actId="1076"/>
          <ac:spMkLst>
            <pc:docMk/>
            <pc:sldMk cId="1225364323" sldId="301"/>
            <ac:spMk id="4" creationId="{2584EE3A-7D8F-BD32-AB8D-BD356B8809A2}"/>
          </ac:spMkLst>
        </pc:spChg>
        <pc:spChg chg="add mod">
          <ac:chgData name="Gaspar Alfaro García" userId="b9682869-b526-4b6d-8301-b00acddeffaf" providerId="ADAL" clId="{9F16C0B6-1760-4BCA-8131-AB4CDB426109}" dt="2025-02-19T17:14:17.337" v="2140" actId="1076"/>
          <ac:spMkLst>
            <pc:docMk/>
            <pc:sldMk cId="1225364323" sldId="301"/>
            <ac:spMk id="7" creationId="{5BA463A2-B5A3-B305-1E2A-9B38ECEA623E}"/>
          </ac:spMkLst>
        </pc:spChg>
        <pc:spChg chg="add mod">
          <ac:chgData name="Gaspar Alfaro García" userId="b9682869-b526-4b6d-8301-b00acddeffaf" providerId="ADAL" clId="{9F16C0B6-1760-4BCA-8131-AB4CDB426109}" dt="2025-02-19T17:14:17.337" v="2140" actId="1076"/>
          <ac:spMkLst>
            <pc:docMk/>
            <pc:sldMk cId="1225364323" sldId="301"/>
            <ac:spMk id="18" creationId="{2E3D20EB-07CC-2B79-5482-37D0AD1B8C35}"/>
          </ac:spMkLst>
        </pc:spChg>
        <pc:spChg chg="add mod">
          <ac:chgData name="Gaspar Alfaro García" userId="b9682869-b526-4b6d-8301-b00acddeffaf" providerId="ADAL" clId="{9F16C0B6-1760-4BCA-8131-AB4CDB426109}" dt="2025-02-19T17:14:14.820" v="2139" actId="571"/>
          <ac:spMkLst>
            <pc:docMk/>
            <pc:sldMk cId="1225364323" sldId="301"/>
            <ac:spMk id="19" creationId="{B8B119D2-A037-E688-AFD1-5FD0ED7DE074}"/>
          </ac:spMkLst>
        </pc:spChg>
        <pc:spChg chg="add mod">
          <ac:chgData name="Gaspar Alfaro García" userId="b9682869-b526-4b6d-8301-b00acddeffaf" providerId="ADAL" clId="{9F16C0B6-1760-4BCA-8131-AB4CDB426109}" dt="2025-02-19T17:14:14.820" v="2139" actId="571"/>
          <ac:spMkLst>
            <pc:docMk/>
            <pc:sldMk cId="1225364323" sldId="301"/>
            <ac:spMk id="20" creationId="{86492505-BC35-C1F0-6FB9-FDF038C1422E}"/>
          </ac:spMkLst>
        </pc:spChg>
        <pc:spChg chg="add mod">
          <ac:chgData name="Gaspar Alfaro García" userId="b9682869-b526-4b6d-8301-b00acddeffaf" providerId="ADAL" clId="{9F16C0B6-1760-4BCA-8131-AB4CDB426109}" dt="2025-02-19T17:15:40.042" v="2187" actId="20577"/>
          <ac:spMkLst>
            <pc:docMk/>
            <pc:sldMk cId="1225364323" sldId="301"/>
            <ac:spMk id="21" creationId="{649192DF-97C9-C032-DC06-C744DCDF0666}"/>
          </ac:spMkLst>
        </pc:spChg>
        <pc:spChg chg="add mod">
          <ac:chgData name="Gaspar Alfaro García" userId="b9682869-b526-4b6d-8301-b00acddeffaf" providerId="ADAL" clId="{9F16C0B6-1760-4BCA-8131-AB4CDB426109}" dt="2025-02-19T17:15:47.117" v="2198" actId="20577"/>
          <ac:spMkLst>
            <pc:docMk/>
            <pc:sldMk cId="1225364323" sldId="301"/>
            <ac:spMk id="22" creationId="{F6F0CF25-E122-75A3-B2E2-7B3CF0689BC2}"/>
          </ac:spMkLst>
        </pc:spChg>
        <pc:spChg chg="add mod">
          <ac:chgData name="Gaspar Alfaro García" userId="b9682869-b526-4b6d-8301-b00acddeffaf" providerId="ADAL" clId="{9F16C0B6-1760-4BCA-8131-AB4CDB426109}" dt="2025-02-19T17:15:56.881" v="2200" actId="1076"/>
          <ac:spMkLst>
            <pc:docMk/>
            <pc:sldMk cId="1225364323" sldId="301"/>
            <ac:spMk id="23" creationId="{0C47D422-67F1-E3B6-9C60-CF2F5DA6E32A}"/>
          </ac:spMkLst>
        </pc:spChg>
        <pc:picChg chg="add del mod">
          <ac:chgData name="Gaspar Alfaro García" userId="b9682869-b526-4b6d-8301-b00acddeffaf" providerId="ADAL" clId="{9F16C0B6-1760-4BCA-8131-AB4CDB426109}" dt="2025-02-19T17:01:08.973" v="2096" actId="478"/>
          <ac:picMkLst>
            <pc:docMk/>
            <pc:sldMk cId="1225364323" sldId="301"/>
            <ac:picMk id="6" creationId="{71DD975B-7468-F457-0486-61F052FD1D0F}"/>
          </ac:picMkLst>
        </pc:picChg>
        <pc:picChg chg="add mod">
          <ac:chgData name="Gaspar Alfaro García" userId="b9682869-b526-4b6d-8301-b00acddeffaf" providerId="ADAL" clId="{9F16C0B6-1760-4BCA-8131-AB4CDB426109}" dt="2025-02-19T17:10:46.068" v="2103"/>
          <ac:picMkLst>
            <pc:docMk/>
            <pc:sldMk cId="1225364323" sldId="301"/>
            <ac:picMk id="9" creationId="{ED679DC7-DCA2-1314-BEEB-B142C708DCB6}"/>
          </ac:picMkLst>
        </pc:picChg>
        <pc:picChg chg="add mod">
          <ac:chgData name="Gaspar Alfaro García" userId="b9682869-b526-4b6d-8301-b00acddeffaf" providerId="ADAL" clId="{9F16C0B6-1760-4BCA-8131-AB4CDB426109}" dt="2025-02-19T17:10:46.068" v="2103"/>
          <ac:picMkLst>
            <pc:docMk/>
            <pc:sldMk cId="1225364323" sldId="301"/>
            <ac:picMk id="11" creationId="{23FA8D47-F81B-7F73-F856-4C5B7C01C7C8}"/>
          </ac:picMkLst>
        </pc:picChg>
        <pc:picChg chg="add mod">
          <ac:chgData name="Gaspar Alfaro García" userId="b9682869-b526-4b6d-8301-b00acddeffaf" providerId="ADAL" clId="{9F16C0B6-1760-4BCA-8131-AB4CDB426109}" dt="2025-02-19T17:15:26.588" v="2178" actId="1076"/>
          <ac:picMkLst>
            <pc:docMk/>
            <pc:sldMk cId="1225364323" sldId="301"/>
            <ac:picMk id="13" creationId="{F5664793-4757-F56B-637B-1C97D106BB13}"/>
          </ac:picMkLst>
        </pc:picChg>
        <pc:picChg chg="add mod">
          <ac:chgData name="Gaspar Alfaro García" userId="b9682869-b526-4b6d-8301-b00acddeffaf" providerId="ADAL" clId="{9F16C0B6-1760-4BCA-8131-AB4CDB426109}" dt="2025-02-19T17:15:26.588" v="2178" actId="1076"/>
          <ac:picMkLst>
            <pc:docMk/>
            <pc:sldMk cId="1225364323" sldId="301"/>
            <ac:picMk id="15" creationId="{5944AB24-7887-DAF0-804E-877AE3CA99C9}"/>
          </ac:picMkLst>
        </pc:picChg>
        <pc:picChg chg="add mod">
          <ac:chgData name="Gaspar Alfaro García" userId="b9682869-b526-4b6d-8301-b00acddeffaf" providerId="ADAL" clId="{9F16C0B6-1760-4BCA-8131-AB4CDB426109}" dt="2025-02-19T17:15:26.588" v="2178" actId="1076"/>
          <ac:picMkLst>
            <pc:docMk/>
            <pc:sldMk cId="1225364323" sldId="301"/>
            <ac:picMk id="17" creationId="{052A81A8-71EE-775A-37AE-189D9C227C0A}"/>
          </ac:picMkLst>
        </pc:picChg>
      </pc:sldChg>
      <pc:sldChg chg="addSp delSp modSp add mod">
        <pc:chgData name="Gaspar Alfaro García" userId="b9682869-b526-4b6d-8301-b00acddeffaf" providerId="ADAL" clId="{9F16C0B6-1760-4BCA-8131-AB4CDB426109}" dt="2025-02-19T19:39:52.211" v="2838" actId="478"/>
        <pc:sldMkLst>
          <pc:docMk/>
          <pc:sldMk cId="2777734948" sldId="302"/>
        </pc:sldMkLst>
        <pc:picChg chg="add del mod">
          <ac:chgData name="Gaspar Alfaro García" userId="b9682869-b526-4b6d-8301-b00acddeffaf" providerId="ADAL" clId="{9F16C0B6-1760-4BCA-8131-AB4CDB426109}" dt="2025-02-19T19:39:52.211" v="2838" actId="478"/>
          <ac:picMkLst>
            <pc:docMk/>
            <pc:sldMk cId="2777734948" sldId="302"/>
            <ac:picMk id="5" creationId="{A218344F-8D9D-9DBC-B266-BB3195657408}"/>
          </ac:picMkLst>
        </pc:picChg>
        <pc:picChg chg="del">
          <ac:chgData name="Gaspar Alfaro García" userId="b9682869-b526-4b6d-8301-b00acddeffaf" providerId="ADAL" clId="{9F16C0B6-1760-4BCA-8131-AB4CDB426109}" dt="2025-02-19T19:25:09.631" v="2677" actId="478"/>
          <ac:picMkLst>
            <pc:docMk/>
            <pc:sldMk cId="2777734948" sldId="302"/>
            <ac:picMk id="9" creationId="{7E9DBEB4-B3B9-3FC0-41C8-3BD6D8A7E510}"/>
          </ac:picMkLst>
        </pc:picChg>
      </pc:sldChg>
      <pc:sldChg chg="addSp delSp modSp add mod">
        <pc:chgData name="Gaspar Alfaro García" userId="b9682869-b526-4b6d-8301-b00acddeffaf" providerId="ADAL" clId="{9F16C0B6-1760-4BCA-8131-AB4CDB426109}" dt="2025-02-19T19:41:14.985" v="2854" actId="1076"/>
        <pc:sldMkLst>
          <pc:docMk/>
          <pc:sldMk cId="564462209" sldId="303"/>
        </pc:sldMkLst>
        <pc:spChg chg="ord">
          <ac:chgData name="Gaspar Alfaro García" userId="b9682869-b526-4b6d-8301-b00acddeffaf" providerId="ADAL" clId="{9F16C0B6-1760-4BCA-8131-AB4CDB426109}" dt="2025-02-19T19:40:09.037" v="2845" actId="166"/>
          <ac:spMkLst>
            <pc:docMk/>
            <pc:sldMk cId="564462209" sldId="303"/>
            <ac:spMk id="4" creationId="{7BEB1D61-3C1D-173C-A0BE-1CCD897844F4}"/>
          </ac:spMkLst>
        </pc:spChg>
        <pc:picChg chg="del">
          <ac:chgData name="Gaspar Alfaro García" userId="b9682869-b526-4b6d-8301-b00acddeffaf" providerId="ADAL" clId="{9F16C0B6-1760-4BCA-8131-AB4CDB426109}" dt="2025-02-19T19:39:55.054" v="2839" actId="478"/>
          <ac:picMkLst>
            <pc:docMk/>
            <pc:sldMk cId="564462209" sldId="303"/>
            <ac:picMk id="5" creationId="{9FEF6BAF-6BB5-C9E0-B461-6A8F28C0FE97}"/>
          </ac:picMkLst>
        </pc:picChg>
        <pc:picChg chg="add mod">
          <ac:chgData name="Gaspar Alfaro García" userId="b9682869-b526-4b6d-8301-b00acddeffaf" providerId="ADAL" clId="{9F16C0B6-1760-4BCA-8131-AB4CDB426109}" dt="2025-02-19T19:41:14.985" v="2854" actId="1076"/>
          <ac:picMkLst>
            <pc:docMk/>
            <pc:sldMk cId="564462209" sldId="303"/>
            <ac:picMk id="6" creationId="{02CE88C6-A19F-761B-9F7F-DA477769A1A5}"/>
          </ac:picMkLst>
        </pc:picChg>
      </pc:sldChg>
      <pc:sldChg chg="addSp delSp modSp new mod">
        <pc:chgData name="Gaspar Alfaro García" userId="b9682869-b526-4b6d-8301-b00acddeffaf" providerId="ADAL" clId="{9F16C0B6-1760-4BCA-8131-AB4CDB426109}" dt="2025-02-19T19:44:39.908" v="2924" actId="27107"/>
        <pc:sldMkLst>
          <pc:docMk/>
          <pc:sldMk cId="2291951251" sldId="304"/>
        </pc:sldMkLst>
        <pc:spChg chg="del">
          <ac:chgData name="Gaspar Alfaro García" userId="b9682869-b526-4b6d-8301-b00acddeffaf" providerId="ADAL" clId="{9F16C0B6-1760-4BCA-8131-AB4CDB426109}" dt="2025-02-19T19:41:30.795" v="2856" actId="478"/>
          <ac:spMkLst>
            <pc:docMk/>
            <pc:sldMk cId="2291951251" sldId="304"/>
            <ac:spMk id="2" creationId="{CF2D206E-FF8C-0DD6-965E-110EAE52AADF}"/>
          </ac:spMkLst>
        </pc:spChg>
        <pc:spChg chg="del">
          <ac:chgData name="Gaspar Alfaro García" userId="b9682869-b526-4b6d-8301-b00acddeffaf" providerId="ADAL" clId="{9F16C0B6-1760-4BCA-8131-AB4CDB426109}" dt="2025-02-19T19:41:31.638" v="2857" actId="478"/>
          <ac:spMkLst>
            <pc:docMk/>
            <pc:sldMk cId="2291951251" sldId="304"/>
            <ac:spMk id="3" creationId="{BB897165-8915-DDF1-DFA6-9EF99A86CCC2}"/>
          </ac:spMkLst>
        </pc:spChg>
        <pc:spChg chg="add mod">
          <ac:chgData name="Gaspar Alfaro García" userId="b9682869-b526-4b6d-8301-b00acddeffaf" providerId="ADAL" clId="{9F16C0B6-1760-4BCA-8131-AB4CDB426109}" dt="2025-02-19T19:43:46.388" v="2914" actId="1076"/>
          <ac:spMkLst>
            <pc:docMk/>
            <pc:sldMk cId="2291951251" sldId="304"/>
            <ac:spMk id="5" creationId="{D22978DA-BF4B-8EF9-C4E4-8E320AB348FA}"/>
          </ac:spMkLst>
        </pc:spChg>
        <pc:spChg chg="add mod">
          <ac:chgData name="Gaspar Alfaro García" userId="b9682869-b526-4b6d-8301-b00acddeffaf" providerId="ADAL" clId="{9F16C0B6-1760-4BCA-8131-AB4CDB426109}" dt="2025-02-19T19:44:39.908" v="2924" actId="27107"/>
          <ac:spMkLst>
            <pc:docMk/>
            <pc:sldMk cId="2291951251" sldId="304"/>
            <ac:spMk id="6" creationId="{36197756-71EA-BBE1-7B53-DA5016364245}"/>
          </ac:spMkLst>
        </pc:spChg>
        <pc:spChg chg="add mod">
          <ac:chgData name="Gaspar Alfaro García" userId="b9682869-b526-4b6d-8301-b00acddeffaf" providerId="ADAL" clId="{9F16C0B6-1760-4BCA-8131-AB4CDB426109}" dt="2025-02-19T19:43:48.498" v="2916" actId="571"/>
          <ac:spMkLst>
            <pc:docMk/>
            <pc:sldMk cId="2291951251" sldId="304"/>
            <ac:spMk id="7" creationId="{93926DF5-4389-D1D7-6846-1C78504E5332}"/>
          </ac:spMkLst>
        </pc:spChg>
        <pc:picChg chg="add mod">
          <ac:chgData name="Gaspar Alfaro García" userId="b9682869-b526-4b6d-8301-b00acddeffaf" providerId="ADAL" clId="{9F16C0B6-1760-4BCA-8131-AB4CDB426109}" dt="2025-02-19T19:42:12.843" v="2864" actId="1076"/>
          <ac:picMkLst>
            <pc:docMk/>
            <pc:sldMk cId="2291951251" sldId="304"/>
            <ac:picMk id="4" creationId="{45C58C1C-4C6D-C4A7-9F1C-C0FF0A53B276}"/>
          </ac:picMkLst>
        </pc:picChg>
      </pc:sldChg>
    </pc:docChg>
  </pc:docChgLst>
  <pc:docChgLst>
    <pc:chgData name="Gaspar Alfaro García" userId="S::gaspar.alfaro@urjc.es::b9682869-b526-4b6d-8301-b00acddeffaf" providerId="AD" clId="Web-{CF82511A-FF31-F104-D36B-A7891AA85F89}"/>
    <pc:docChg chg="modSld">
      <pc:chgData name="Gaspar Alfaro García" userId="S::gaspar.alfaro@urjc.es::b9682869-b526-4b6d-8301-b00acddeffaf" providerId="AD" clId="Web-{CF82511A-FF31-F104-D36B-A7891AA85F89}" dt="2025-02-18T17:42:50.395" v="17" actId="20577"/>
      <pc:docMkLst>
        <pc:docMk/>
      </pc:docMkLst>
      <pc:sldChg chg="modSp">
        <pc:chgData name="Gaspar Alfaro García" userId="S::gaspar.alfaro@urjc.es::b9682869-b526-4b6d-8301-b00acddeffaf" providerId="AD" clId="Web-{CF82511A-FF31-F104-D36B-A7891AA85F89}" dt="2025-02-18T17:42:50.395" v="17" actId="20577"/>
        <pc:sldMkLst>
          <pc:docMk/>
          <pc:sldMk cId="912149332" sldId="293"/>
        </pc:sldMkLst>
        <pc:spChg chg="mod">
          <ac:chgData name="Gaspar Alfaro García" userId="S::gaspar.alfaro@urjc.es::b9682869-b526-4b6d-8301-b00acddeffaf" providerId="AD" clId="Web-{CF82511A-FF31-F104-D36B-A7891AA85F89}" dt="2025-02-18T17:42:50.395" v="17" actId="20577"/>
          <ac:spMkLst>
            <pc:docMk/>
            <pc:sldMk cId="912149332" sldId="293"/>
            <ac:spMk id="7" creationId="{52CCF704-81C4-8EB3-1195-581FBCC3BB7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81B010-58DC-46D5-B5F8-DFFFED6D02C8}" type="datetimeFigureOut">
              <a:rPr lang="es-ES" smtClean="0"/>
              <a:t>16/04/2025</a:t>
            </a:fld>
            <a:endParaRPr lang="es-ES"/>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2000"/>
            </a:lvl1pPr>
          </a:lstStyle>
          <a:p>
            <a:fld id="{28EA7587-D748-4B54-A2B8-6E043C119B23}" type="slidenum">
              <a:rPr lang="es-ES" smtClean="0"/>
              <a:pPr/>
              <a:t>‹Nº›</a:t>
            </a:fld>
            <a:endParaRPr lang="es-ES" dirty="0"/>
          </a:p>
        </p:txBody>
      </p:sp>
    </p:spTree>
    <p:extLst>
      <p:ext uri="{BB962C8B-B14F-4D97-AF65-F5344CB8AC3E}">
        <p14:creationId xmlns:p14="http://schemas.microsoft.com/office/powerpoint/2010/main" val="176271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0</a:t>
            </a:fld>
            <a:endParaRPr lang="es-ES"/>
          </a:p>
        </p:txBody>
      </p:sp>
    </p:spTree>
    <p:extLst>
      <p:ext uri="{BB962C8B-B14F-4D97-AF65-F5344CB8AC3E}">
        <p14:creationId xmlns:p14="http://schemas.microsoft.com/office/powerpoint/2010/main" val="103607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tesis abarca tres ámbitos de interés en las matemáticas y la física. La teoría de juegos, los sistemas complejos, y el control.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Estos campos están interconectados entre sí a lo largo de la investigación realizada durante el doctorado.</a:t>
            </a:r>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a:t>
            </a:fld>
            <a:endParaRPr lang="es-ES" dirty="0"/>
          </a:p>
        </p:txBody>
      </p:sp>
    </p:spTree>
    <p:extLst>
      <p:ext uri="{BB962C8B-B14F-4D97-AF65-F5344CB8AC3E}">
        <p14:creationId xmlns:p14="http://schemas.microsoft.com/office/powerpoint/2010/main" val="3292841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34DAE-3031-7E09-2729-EB2B4862E68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495143-8491-4BE4-F2EA-98D35A05A0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388E049-7BFB-384A-E960-E58658838CB3}"/>
              </a:ext>
            </a:extLst>
          </p:cNvPr>
          <p:cNvSpPr>
            <a:spLocks noGrp="1"/>
          </p:cNvSpPr>
          <p:nvPr>
            <p:ph type="body" idx="1"/>
          </p:nvPr>
        </p:nvSpPr>
        <p:spPr/>
        <p:txBody>
          <a:bodyPr/>
          <a:lstStyle/>
          <a:p>
            <a:pPr marL="0" indent="0">
              <a:buNone/>
            </a:pPr>
            <a:r>
              <a:rPr lang="es-ES" dirty="0"/>
              <a:t>En el campo de teoría de juegos, nos hemos centrado en juegos evolutivos sociales donde los agentes se distribuyen de manera espacial.</a:t>
            </a:r>
          </a:p>
          <a:p>
            <a:pPr marL="0" indent="0">
              <a:buNone/>
            </a:pPr>
            <a:endParaRPr lang="es-ES" dirty="0"/>
          </a:p>
          <a:p>
            <a:pPr marL="0" indent="0">
              <a:buNone/>
            </a:pPr>
            <a:r>
              <a:rPr lang="es-ES" dirty="0"/>
              <a:t>En concreto analizamos el juego de los bienes públicos y el dilema del prisionero. </a:t>
            </a:r>
          </a:p>
          <a:p>
            <a:pPr marL="0" indent="0">
              <a:buNone/>
            </a:pPr>
            <a:endParaRPr lang="es-ES" dirty="0"/>
          </a:p>
          <a:p>
            <a:pPr marL="0" indent="0">
              <a:buNone/>
            </a:pPr>
            <a:r>
              <a:rPr lang="es-ES" dirty="0"/>
              <a:t>En estos juegos se examina la cooperación entre individuos.</a:t>
            </a:r>
          </a:p>
          <a:p>
            <a:pPr marL="0" indent="0">
              <a:buNone/>
            </a:pPr>
            <a:endParaRPr lang="es-ES" dirty="0"/>
          </a:p>
          <a:p>
            <a:pPr marL="0" indent="0">
              <a:buNone/>
            </a:pPr>
            <a:r>
              <a:rPr lang="es-ES" dirty="0"/>
              <a:t>También hemos integrado técnicas de control parcial en el campo de teoría de juegos.</a:t>
            </a:r>
          </a:p>
          <a:p>
            <a:endParaRPr lang="es-ES" dirty="0"/>
          </a:p>
        </p:txBody>
      </p:sp>
      <p:sp>
        <p:nvSpPr>
          <p:cNvPr id="4" name="Marcador de número de diapositiva 3">
            <a:extLst>
              <a:ext uri="{FF2B5EF4-FFF2-40B4-BE49-F238E27FC236}">
                <a16:creationId xmlns:a16="http://schemas.microsoft.com/office/drawing/2014/main" id="{32B0463C-790C-CA47-621B-3A6DD600560C}"/>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a:t>
            </a:fld>
            <a:endParaRPr lang="es-ES"/>
          </a:p>
        </p:txBody>
      </p:sp>
    </p:spTree>
    <p:extLst>
      <p:ext uri="{BB962C8B-B14F-4D97-AF65-F5344CB8AC3E}">
        <p14:creationId xmlns:p14="http://schemas.microsoft.com/office/powerpoint/2010/main" val="2197074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EEC92-5DB0-3373-67E6-CCAECC4326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C7627BF-7FC7-6363-E399-8D630D7D53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6958E8-0636-49A2-9419-3EDB36D23508}"/>
              </a:ext>
            </a:extLst>
          </p:cNvPr>
          <p:cNvSpPr>
            <a:spLocks noGrp="1"/>
          </p:cNvSpPr>
          <p:nvPr>
            <p:ph type="body" idx="1"/>
          </p:nvPr>
        </p:nvSpPr>
        <p:spPr/>
        <p:txBody>
          <a:bodyPr/>
          <a:lstStyle/>
          <a:p>
            <a:pPr marL="0" indent="0">
              <a:buNone/>
            </a:pPr>
            <a:r>
              <a:rPr lang="es-ES" dirty="0"/>
              <a:t>En el ámbito de los sistemas complejos, hemos analizado el caos espacio temporal que se produce en las configuraciones de cooperadores y no cooperadores en los juegos mencionados.</a:t>
            </a:r>
          </a:p>
          <a:p>
            <a:pPr marL="0" indent="0">
              <a:buNone/>
            </a:pPr>
            <a:endParaRPr lang="es-ES" dirty="0"/>
          </a:p>
          <a:p>
            <a:pPr marL="0" indent="0">
              <a:buNone/>
            </a:pPr>
            <a:r>
              <a:rPr lang="es-ES" dirty="0"/>
              <a:t>Además, elaboramos una herramienta de medición del caos utilizando la distancia de </a:t>
            </a:r>
            <a:r>
              <a:rPr lang="es-ES" dirty="0" err="1"/>
              <a:t>Hamming</a:t>
            </a:r>
            <a:r>
              <a:rPr lang="es-ES" dirty="0"/>
              <a:t>.</a:t>
            </a:r>
          </a:p>
          <a:p>
            <a:pPr marL="0" indent="0">
              <a:buNone/>
            </a:pPr>
            <a:endParaRPr lang="es-ES" dirty="0"/>
          </a:p>
          <a:p>
            <a:pPr marL="0" indent="0">
              <a:buNone/>
            </a:pPr>
            <a:r>
              <a:rPr lang="es-ES" dirty="0"/>
              <a:t>La investigación llevada a cabo con esta herramienta nos permite clasificar autómatas celulares en función de su complejidad.</a:t>
            </a:r>
          </a:p>
        </p:txBody>
      </p:sp>
      <p:sp>
        <p:nvSpPr>
          <p:cNvPr id="4" name="Marcador de número de diapositiva 3">
            <a:extLst>
              <a:ext uri="{FF2B5EF4-FFF2-40B4-BE49-F238E27FC236}">
                <a16:creationId xmlns:a16="http://schemas.microsoft.com/office/drawing/2014/main" id="{1C4EF9B2-333D-7053-B5B3-BD7709FBFB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a:t>
            </a:fld>
            <a:endParaRPr lang="es-ES"/>
          </a:p>
        </p:txBody>
      </p:sp>
    </p:spTree>
    <p:extLst>
      <p:ext uri="{BB962C8B-B14F-4D97-AF65-F5344CB8AC3E}">
        <p14:creationId xmlns:p14="http://schemas.microsoft.com/office/powerpoint/2010/main" val="291058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02EBD-5E91-C8FA-1C72-F9BEE47182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A689273-1E4B-71DB-ABEE-F89E2FF3484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0B6EEF-7348-37DD-476C-1B4BD3ADB481}"/>
              </a:ext>
            </a:extLst>
          </p:cNvPr>
          <p:cNvSpPr>
            <a:spLocks noGrp="1"/>
          </p:cNvSpPr>
          <p:nvPr>
            <p:ph type="body" idx="1"/>
          </p:nvPr>
        </p:nvSpPr>
        <p:spPr/>
        <p:txBody>
          <a:bodyPr/>
          <a:lstStyle/>
          <a:p>
            <a:pPr marL="0" indent="0">
              <a:buNone/>
            </a:pPr>
            <a:r>
              <a:rPr lang="es-ES" dirty="0"/>
              <a:t>Finalmente profundizamos en las técnicas de control parcial.</a:t>
            </a:r>
          </a:p>
          <a:p>
            <a:pPr marL="0" indent="0">
              <a:buNone/>
            </a:pPr>
            <a:endParaRPr lang="es-ES" dirty="0"/>
          </a:p>
          <a:p>
            <a:pPr marL="0" indent="0">
              <a:buNone/>
            </a:pPr>
            <a:r>
              <a:rPr lang="es-ES" dirty="0"/>
              <a:t>Elaboramos un marco que nos permite acelerar el escape en regiones de caos transitorio, o alternativamente, podemos fijar el tiempo que transcurre hasta que las trayectorias escapan.</a:t>
            </a:r>
          </a:p>
          <a:p>
            <a:pPr marL="0" indent="0">
              <a:buNone/>
            </a:pPr>
            <a:endParaRPr lang="es-ES" dirty="0"/>
          </a:p>
          <a:p>
            <a:pPr marL="0" indent="0">
              <a:buNone/>
            </a:pPr>
            <a:r>
              <a:rPr lang="es-ES" dirty="0"/>
              <a:t>En ese mismo marco conseguimos controlar trayectorias en sistemas </a:t>
            </a:r>
            <a:r>
              <a:rPr lang="es-ES" dirty="0" err="1"/>
              <a:t>multiestables</a:t>
            </a:r>
            <a:r>
              <a:rPr lang="es-ES" dirty="0"/>
              <a:t> para que permanezcan el tiempo que queramos en cada atractor.</a:t>
            </a:r>
          </a:p>
          <a:p>
            <a:pPr marL="0" indent="0">
              <a:buNone/>
            </a:pPr>
            <a:endParaRPr lang="es-ES" dirty="0"/>
          </a:p>
          <a:p>
            <a:pPr marL="0" indent="0">
              <a:buNone/>
            </a:pPr>
            <a:r>
              <a:rPr lang="es-ES" dirty="0"/>
              <a:t>Por último, elaboramos un juego de supervivencia entre dos jugadores que compiten por el control de una trayectoria.</a:t>
            </a:r>
          </a:p>
        </p:txBody>
      </p:sp>
      <p:sp>
        <p:nvSpPr>
          <p:cNvPr id="4" name="Marcador de número de diapositiva 3">
            <a:extLst>
              <a:ext uri="{FF2B5EF4-FFF2-40B4-BE49-F238E27FC236}">
                <a16:creationId xmlns:a16="http://schemas.microsoft.com/office/drawing/2014/main" id="{4D0FEA11-B49E-A2CC-A649-309DEBBD151E}"/>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a:t>
            </a:fld>
            <a:endParaRPr lang="es-ES"/>
          </a:p>
        </p:txBody>
      </p:sp>
    </p:spTree>
    <p:extLst>
      <p:ext uri="{BB962C8B-B14F-4D97-AF65-F5344CB8AC3E}">
        <p14:creationId xmlns:p14="http://schemas.microsoft.com/office/powerpoint/2010/main" val="1390245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juego de los bienes públicos es un juego social. Estos juegos están diseñados como modelos para entender el comportamiento de sociedades o individuos inteligentes. En concreto, el surgimiento y mantenimiento de la cooperación.</a:t>
            </a:r>
          </a:p>
          <a:p>
            <a:endParaRPr lang="es-ES" dirty="0"/>
          </a:p>
          <a:p>
            <a:r>
              <a:rPr lang="es-ES" dirty="0"/>
              <a:t>Generalmente se simulan las diferencias entre individuos según la definición de ciertas estrategias que pueden adoptar. Estas estrategias simplifican el comportamiento de los agentes y los separa en grupos. Como por ejemplo cooperadores y no cooperadores.</a:t>
            </a:r>
          </a:p>
          <a:p>
            <a:endParaRPr lang="es-ES" dirty="0"/>
          </a:p>
          <a:p>
            <a:r>
              <a:rPr lang="es-ES" dirty="0"/>
              <a:t>En nuestro juego los agentes se repartirán en una red cuadrada y adoptarán una estrategia inicial al azar.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a:t>
            </a:fld>
            <a:endParaRPr lang="es-ES" dirty="0"/>
          </a:p>
        </p:txBody>
      </p:sp>
    </p:spTree>
    <p:extLst>
      <p:ext uri="{BB962C8B-B14F-4D97-AF65-F5344CB8AC3E}">
        <p14:creationId xmlns:p14="http://schemas.microsoft.com/office/powerpoint/2010/main" val="20680472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agentes podrán cambiar de estrategia. Las reglas evolutivas modelan las decisiones que toman los agentes para este cambio.</a:t>
            </a:r>
          </a:p>
          <a:p>
            <a:endParaRPr lang="es-ES" dirty="0"/>
          </a:p>
          <a:p>
            <a:r>
              <a:rPr lang="es-ES" dirty="0"/>
              <a:t>Definimos una dinámica evolutiva de imitación en la que se adopta la estrategia de un vecino.</a:t>
            </a:r>
          </a:p>
          <a:p>
            <a:endParaRPr lang="es-ES" dirty="0"/>
          </a:p>
          <a:p>
            <a:r>
              <a:rPr lang="es-ES" dirty="0"/>
              <a:t>La formula de probabilidad de cambio de estrategia tiene en cuenta la aptitud de cada individuo en el sistema, representada por una recompensa o </a:t>
            </a:r>
            <a:r>
              <a:rPr lang="es-ES" dirty="0" err="1"/>
              <a:t>payoff</a:t>
            </a:r>
            <a:r>
              <a:rPr lang="es-ES" dirty="0"/>
              <a:t> pi. </a:t>
            </a:r>
          </a:p>
          <a:p>
            <a:endParaRPr lang="es-ES" dirty="0"/>
          </a:p>
          <a:p>
            <a:r>
              <a:rPr lang="es-ES" dirty="0"/>
              <a:t>Esta a su vez depende de la estrategia propia del individuo y de la de sus vecinos.</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7</a:t>
            </a:fld>
            <a:endParaRPr lang="es-ES"/>
          </a:p>
        </p:txBody>
      </p:sp>
    </p:spTree>
    <p:extLst>
      <p:ext uri="{BB962C8B-B14F-4D97-AF65-F5344CB8AC3E}">
        <p14:creationId xmlns:p14="http://schemas.microsoft.com/office/powerpoint/2010/main" val="10729034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7B988-EC15-A7B6-A247-E5D81DE16E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7F3CBF-D2E0-3422-FA18-198F916AEF29}"/>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3E7E711D-19A2-176B-49E4-1791F03D4F7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BFDE4B0-0AB2-1EC9-BCA8-112C382C1D16}"/>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8</a:t>
            </a:fld>
            <a:endParaRPr lang="es-ES"/>
          </a:p>
        </p:txBody>
      </p:sp>
    </p:spTree>
    <p:extLst>
      <p:ext uri="{BB962C8B-B14F-4D97-AF65-F5344CB8AC3E}">
        <p14:creationId xmlns:p14="http://schemas.microsoft.com/office/powerpoint/2010/main" val="1958127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También introdujimos un retardo tau que pasa desde que un castigador detecta a un defraudador hasta que se le cobra la multa. </a:t>
            </a:r>
          </a:p>
          <a:p>
            <a:endParaRPr lang="es-ES" dirty="0"/>
          </a:p>
          <a:p>
            <a:r>
              <a:rPr lang="es-ES" dirty="0"/>
              <a:t>Podemos observar un aumento de los defraudadores en contra de los cooperadores y los castigadores.</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9</a:t>
            </a:fld>
            <a:endParaRPr lang="es-ES"/>
          </a:p>
        </p:txBody>
      </p:sp>
    </p:spTree>
    <p:extLst>
      <p:ext uri="{BB962C8B-B14F-4D97-AF65-F5344CB8AC3E}">
        <p14:creationId xmlns:p14="http://schemas.microsoft.com/office/powerpoint/2010/main" val="135117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diferencia aumenta radialmente a velocidad constante.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13</a:t>
            </a:fld>
            <a:endParaRPr lang="es-ES"/>
          </a:p>
        </p:txBody>
      </p:sp>
    </p:spTree>
    <p:extLst>
      <p:ext uri="{BB962C8B-B14F-4D97-AF65-F5344CB8AC3E}">
        <p14:creationId xmlns:p14="http://schemas.microsoft.com/office/powerpoint/2010/main" val="21628676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Crecimiento de la distancia para todos los casos en los que conviven cooperadores con defraudadores, pero podemos notar que el crecimiento es mucho más lento para el caso en el que los defraudadores están más esparcidos.</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14</a:t>
            </a:fld>
            <a:endParaRPr lang="es-ES"/>
          </a:p>
        </p:txBody>
      </p:sp>
    </p:spTree>
    <p:extLst>
      <p:ext uri="{BB962C8B-B14F-4D97-AF65-F5344CB8AC3E}">
        <p14:creationId xmlns:p14="http://schemas.microsoft.com/office/powerpoint/2010/main" val="12739336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85D01-584A-8F75-1C16-E52D73B0DE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077C914-EBAD-B2E0-F243-2A095B8E4A7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F9AB1E-7206-6C8A-777A-64B9EAB13850}"/>
              </a:ext>
            </a:extLst>
          </p:cNvPr>
          <p:cNvSpPr>
            <a:spLocks noGrp="1"/>
          </p:cNvSpPr>
          <p:nvPr>
            <p:ph type="body" idx="1"/>
          </p:nvPr>
        </p:nvSpPr>
        <p:spPr/>
        <p:txBody>
          <a:bodyPr/>
          <a:lstStyle/>
          <a:p>
            <a:r>
              <a:rPr lang="es-ES" dirty="0"/>
              <a:t>Crecimiento de la distancia para todos los casos en los que conviven cooperadores con defraudadores, pero podemos notar que el crecimiento es mucho más lento para el caso en el que los defraudadores están más esparcidos.</a:t>
            </a:r>
          </a:p>
          <a:p>
            <a:endParaRPr lang="es-ES" dirty="0"/>
          </a:p>
        </p:txBody>
      </p:sp>
      <p:sp>
        <p:nvSpPr>
          <p:cNvPr id="4" name="Marcador de número de diapositiva 3">
            <a:extLst>
              <a:ext uri="{FF2B5EF4-FFF2-40B4-BE49-F238E27FC236}">
                <a16:creationId xmlns:a16="http://schemas.microsoft.com/office/drawing/2014/main" id="{D7881CC1-F412-6123-9A25-77CB1375F7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15</a:t>
            </a:fld>
            <a:endParaRPr lang="es-ES"/>
          </a:p>
        </p:txBody>
      </p:sp>
    </p:spTree>
    <p:extLst>
      <p:ext uri="{BB962C8B-B14F-4D97-AF65-F5344CB8AC3E}">
        <p14:creationId xmlns:p14="http://schemas.microsoft.com/office/powerpoint/2010/main" val="3258607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r>
              <a:rPr lang="es-ES" dirty="0"/>
              <a:t>La distancia de </a:t>
            </a:r>
            <a:r>
              <a:rPr lang="es-ES" dirty="0" err="1"/>
              <a:t>Hamming</a:t>
            </a:r>
            <a:r>
              <a:rPr lang="es-ES" dirty="0"/>
              <a:t> crece en el dilema del prisionero hasta un valor de saturación bajo el régimen de parámetros en el que May y </a:t>
            </a:r>
            <a:r>
              <a:rPr lang="es-ES" dirty="0" err="1"/>
              <a:t>Nowak</a:t>
            </a:r>
            <a:r>
              <a:rPr lang="es-ES" dirty="0"/>
              <a:t> observaron caos en este artículo.</a:t>
            </a:r>
          </a:p>
          <a:p>
            <a:endParaRPr lang="es-ES" dirty="0"/>
          </a:p>
          <a:p>
            <a:r>
              <a:rPr lang="es-ES" dirty="0"/>
              <a:t> Ajustamos la curva de crecimiento según esta función sigmoidal.</a:t>
            </a:r>
          </a:p>
          <a:p>
            <a:endParaRPr lang="es-ES" dirty="0"/>
          </a:p>
          <a:p>
            <a:r>
              <a:rPr lang="es-ES" dirty="0"/>
              <a:t>a es el punto medio vertical. Proporcional a L, por lo que la velocidad radial es constante. </a:t>
            </a:r>
          </a:p>
          <a:p>
            <a:endParaRPr lang="es-ES" dirty="0"/>
          </a:p>
          <a:p>
            <a:r>
              <a:rPr lang="es-ES" dirty="0"/>
              <a:t>La constante de proporcionalidad nos da una idea sobre la velocidad de propagación de los defectos, y es bastante rápida ya que se acerca a la mínima pendiente de 0.5 (la velocidad sería la inversa)</a:t>
            </a:r>
          </a:p>
          <a:p>
            <a:endParaRPr lang="es-ES" dirty="0"/>
          </a:p>
          <a:p>
            <a:r>
              <a:rPr lang="es-ES" dirty="0"/>
              <a:t>k es lo abrupto que crece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16</a:t>
            </a:fld>
            <a:endParaRPr lang="es-ES"/>
          </a:p>
        </p:txBody>
      </p:sp>
    </p:spTree>
    <p:extLst>
      <p:ext uri="{BB962C8B-B14F-4D97-AF65-F5344CB8AC3E}">
        <p14:creationId xmlns:p14="http://schemas.microsoft.com/office/powerpoint/2010/main" val="15769845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7E43-32EE-C20D-F538-64F8AB3356A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DB37CFC-50BD-840D-C708-253CEC9B6C56}"/>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28E4B95E-AFCE-7EAB-1F45-869DA0697C75}"/>
              </a:ext>
            </a:extLst>
          </p:cNvPr>
          <p:cNvSpPr>
            <a:spLocks noGrp="1"/>
          </p:cNvSpPr>
          <p:nvPr>
            <p:ph type="body" idx="1"/>
          </p:nvPr>
        </p:nvSpPr>
        <p:spPr/>
        <p:txBody>
          <a:bodyPr/>
          <a:lstStyle/>
          <a:p>
            <a:r>
              <a:rPr lang="es-ES" dirty="0"/>
              <a:t>La distancia de </a:t>
            </a:r>
            <a:r>
              <a:rPr lang="es-ES" dirty="0" err="1"/>
              <a:t>Hamming</a:t>
            </a:r>
            <a:r>
              <a:rPr lang="es-ES" dirty="0"/>
              <a:t> crece en el dilema del prisionero hasta un valor de saturación bajo el régimen de parámetros en el que May y </a:t>
            </a:r>
            <a:r>
              <a:rPr lang="es-ES" dirty="0" err="1"/>
              <a:t>Nowak</a:t>
            </a:r>
            <a:r>
              <a:rPr lang="es-ES" dirty="0"/>
              <a:t> observaron caos en este artículo.</a:t>
            </a:r>
          </a:p>
          <a:p>
            <a:endParaRPr lang="es-ES" dirty="0"/>
          </a:p>
          <a:p>
            <a:r>
              <a:rPr lang="es-ES" dirty="0"/>
              <a:t> Ajustamos la curva de crecimiento según esta función sigmoidal.</a:t>
            </a:r>
          </a:p>
          <a:p>
            <a:endParaRPr lang="es-ES" dirty="0"/>
          </a:p>
          <a:p>
            <a:r>
              <a:rPr lang="es-ES" dirty="0"/>
              <a:t>a es el punto medio vertical. Proporcional a L, por lo que la velocidad radial es constante. </a:t>
            </a:r>
          </a:p>
          <a:p>
            <a:endParaRPr lang="es-ES" dirty="0"/>
          </a:p>
          <a:p>
            <a:r>
              <a:rPr lang="es-ES" dirty="0"/>
              <a:t>La constante de proporcionalidad nos da una idea sobre la velocidad de propagación de los defectos, y es bastante rápida ya que se acerca a la mínima pendiente de 0.5 (la velocidad sería la inversa)</a:t>
            </a:r>
          </a:p>
          <a:p>
            <a:endParaRPr lang="es-ES" dirty="0"/>
          </a:p>
          <a:p>
            <a:r>
              <a:rPr lang="es-ES" dirty="0"/>
              <a:t>k es lo abrupto que crece</a:t>
            </a:r>
          </a:p>
        </p:txBody>
      </p:sp>
      <p:sp>
        <p:nvSpPr>
          <p:cNvPr id="4" name="Marcador de número de diapositiva 3">
            <a:extLst>
              <a:ext uri="{FF2B5EF4-FFF2-40B4-BE49-F238E27FC236}">
                <a16:creationId xmlns:a16="http://schemas.microsoft.com/office/drawing/2014/main" id="{FEFF6FBF-3F7A-B81B-074B-7089AFD50E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17</a:t>
            </a:fld>
            <a:endParaRPr lang="es-ES"/>
          </a:p>
        </p:txBody>
      </p:sp>
    </p:spTree>
    <p:extLst>
      <p:ext uri="{BB962C8B-B14F-4D97-AF65-F5344CB8AC3E}">
        <p14:creationId xmlns:p14="http://schemas.microsoft.com/office/powerpoint/2010/main" val="18860072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2285F-BE24-E8D3-1388-6378F6C7A68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15F544B-82E8-2746-C262-6F300D1B6D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73088E7-F586-1935-33BC-FEAA3F1029F4}"/>
              </a:ext>
            </a:extLst>
          </p:cNvPr>
          <p:cNvSpPr>
            <a:spLocks noGrp="1"/>
          </p:cNvSpPr>
          <p:nvPr>
            <p:ph type="body" idx="1"/>
          </p:nvPr>
        </p:nvSpPr>
        <p:spPr/>
        <p:txBody>
          <a:bodyPr/>
          <a:lstStyle/>
          <a:p>
            <a:r>
              <a:rPr lang="es-ES" dirty="0"/>
              <a:t>Serie de reglas para actualizar los estados de celdas según el estado de sus vecinos.</a:t>
            </a:r>
          </a:p>
        </p:txBody>
      </p:sp>
      <p:sp>
        <p:nvSpPr>
          <p:cNvPr id="4" name="Marcador de número de diapositiva 3">
            <a:extLst>
              <a:ext uri="{FF2B5EF4-FFF2-40B4-BE49-F238E27FC236}">
                <a16:creationId xmlns:a16="http://schemas.microsoft.com/office/drawing/2014/main" id="{EE891229-725E-BFA1-CA49-A2565D4905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19</a:t>
            </a:fld>
            <a:endParaRPr lang="es-ES"/>
          </a:p>
        </p:txBody>
      </p:sp>
    </p:spTree>
    <p:extLst>
      <p:ext uri="{BB962C8B-B14F-4D97-AF65-F5344CB8AC3E}">
        <p14:creationId xmlns:p14="http://schemas.microsoft.com/office/powerpoint/2010/main" val="29546664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más simples tienen solo dos estados posibles, son unidimensionales y el estado siguiente de una celda depende únicamente del estado de sus vecinos </a:t>
            </a:r>
            <a:r>
              <a:rPr lang="es-ES"/>
              <a:t>más inmediatos.</a:t>
            </a:r>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20</a:t>
            </a:fld>
            <a:endParaRPr lang="es-ES"/>
          </a:p>
        </p:txBody>
      </p:sp>
    </p:spTree>
    <p:extLst>
      <p:ext uri="{BB962C8B-B14F-4D97-AF65-F5344CB8AC3E}">
        <p14:creationId xmlns:p14="http://schemas.microsoft.com/office/powerpoint/2010/main" val="7538343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21</a:t>
            </a:fld>
            <a:endParaRPr lang="es-ES"/>
          </a:p>
        </p:txBody>
      </p:sp>
    </p:spTree>
    <p:extLst>
      <p:ext uri="{BB962C8B-B14F-4D97-AF65-F5344CB8AC3E}">
        <p14:creationId xmlns:p14="http://schemas.microsoft.com/office/powerpoint/2010/main" val="24088600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60063-6112-F510-E051-3EAC89869E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E37FE4-A7AC-2265-5D74-46B16980C16E}"/>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0EE63C4C-DB20-5771-F0F1-6552C9BBFC5E}"/>
              </a:ext>
            </a:extLst>
          </p:cNvPr>
          <p:cNvSpPr>
            <a:spLocks noGrp="1"/>
          </p:cNvSpPr>
          <p:nvPr>
            <p:ph type="body" idx="1"/>
          </p:nvPr>
        </p:nvSpPr>
        <p:spPr/>
        <p:txBody>
          <a:bodyPr/>
          <a:lstStyle/>
          <a:p>
            <a:r>
              <a:rPr lang="es-ES" dirty="0"/>
              <a:t>Celdas que difieren cuando una de las celdas cambia de estado</a:t>
            </a:r>
          </a:p>
        </p:txBody>
      </p:sp>
      <p:sp>
        <p:nvSpPr>
          <p:cNvPr id="4" name="Marcador de número de diapositiva 3">
            <a:extLst>
              <a:ext uri="{FF2B5EF4-FFF2-40B4-BE49-F238E27FC236}">
                <a16:creationId xmlns:a16="http://schemas.microsoft.com/office/drawing/2014/main" id="{ADDCC125-D762-2F1B-96D6-8F205295304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22</a:t>
            </a:fld>
            <a:endParaRPr lang="es-ES"/>
          </a:p>
        </p:txBody>
      </p:sp>
    </p:spTree>
    <p:extLst>
      <p:ext uri="{BB962C8B-B14F-4D97-AF65-F5344CB8AC3E}">
        <p14:creationId xmlns:p14="http://schemas.microsoft.com/office/powerpoint/2010/main" val="28630890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Uniforme porque todas las simulaciones presentan la misma serie temporal.</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23</a:t>
            </a:fld>
            <a:endParaRPr lang="es-ES"/>
          </a:p>
        </p:txBody>
      </p:sp>
    </p:spTree>
    <p:extLst>
      <p:ext uri="{BB962C8B-B14F-4D97-AF65-F5344CB8AC3E}">
        <p14:creationId xmlns:p14="http://schemas.microsoft.com/office/powerpoint/2010/main" val="35538994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88 reglas</a:t>
            </a:r>
          </a:p>
          <a:p>
            <a:endParaRPr lang="es-ES" dirty="0"/>
          </a:p>
          <a:p>
            <a:r>
              <a:rPr lang="es-ES" dirty="0"/>
              <a:t>2 excepciones mal tabuladas en </a:t>
            </a:r>
            <a:r>
              <a:rPr lang="es-ES" dirty="0" err="1"/>
              <a:t>WolframAlpha</a:t>
            </a:r>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25</a:t>
            </a:fld>
            <a:endParaRPr lang="es-ES"/>
          </a:p>
        </p:txBody>
      </p:sp>
    </p:spTree>
    <p:extLst>
      <p:ext uri="{BB962C8B-B14F-4D97-AF65-F5344CB8AC3E}">
        <p14:creationId xmlns:p14="http://schemas.microsoft.com/office/powerpoint/2010/main" val="26369026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Caos transitorio para mu mayor de 4. </a:t>
            </a:r>
          </a:p>
          <a:p>
            <a:endParaRPr lang="es-ES" dirty="0"/>
          </a:p>
          <a:p>
            <a:r>
              <a:rPr lang="es-ES" dirty="0"/>
              <a:t>Escapan en esta zona, y los puntos que mapean a esta zona escaparán en 2 iteraciones, y con suficientes iteraciones todos escapan.</a:t>
            </a:r>
          </a:p>
          <a:p>
            <a:endParaRPr lang="es-ES" dirty="0"/>
          </a:p>
          <a:p>
            <a:r>
              <a:rPr lang="es-ES" dirty="0"/>
              <a:t>Entonces, ¿a qué nos referimos con controlar el escape?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29</a:t>
            </a:fld>
            <a:endParaRPr lang="es-ES"/>
          </a:p>
        </p:txBody>
      </p:sp>
    </p:spTree>
    <p:extLst>
      <p:ext uri="{BB962C8B-B14F-4D97-AF65-F5344CB8AC3E}">
        <p14:creationId xmlns:p14="http://schemas.microsoft.com/office/powerpoint/2010/main" val="30635823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De esta manera podemos definir conjuntos de puntos que escapan, en azul, en 1, 2 , 3 iteraciones, o las que queramos. </a:t>
            </a:r>
          </a:p>
          <a:p>
            <a:endParaRPr lang="es-ES" dirty="0"/>
          </a:p>
          <a:p>
            <a:r>
              <a:rPr lang="es-ES" dirty="0"/>
              <a:t>Estas regiones se </a:t>
            </a:r>
            <a:r>
              <a:rPr lang="es-ES" dirty="0" err="1"/>
              <a:t>amplian</a:t>
            </a:r>
            <a:r>
              <a:rPr lang="es-ES" dirty="0"/>
              <a:t> y reducen según el control y el ruido y las elaboramos con las funciones de escape, </a:t>
            </a:r>
          </a:p>
          <a:p>
            <a:endParaRPr lang="es-ES" dirty="0"/>
          </a:p>
          <a:p>
            <a:r>
              <a:rPr lang="es-ES" dirty="0"/>
              <a:t>que nos dicen cuanto control debemos ejercer para poder hacer escapar a la trayectoria en un número exacto de iteraciones, o de la manera más rápida posible.</a:t>
            </a:r>
          </a:p>
          <a:p>
            <a:endParaRPr lang="es-ES" dirty="0"/>
          </a:p>
          <a:p>
            <a:r>
              <a:rPr lang="es-ES" dirty="0"/>
              <a:t>Los puntos que queden por debajo de una cota de control en estas funciones serán los conjuntos de escape.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31</a:t>
            </a:fld>
            <a:endParaRPr lang="es-ES"/>
          </a:p>
        </p:txBody>
      </p:sp>
    </p:spTree>
    <p:extLst>
      <p:ext uri="{BB962C8B-B14F-4D97-AF65-F5344CB8AC3E}">
        <p14:creationId xmlns:p14="http://schemas.microsoft.com/office/powerpoint/2010/main" val="433855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un sistema </a:t>
            </a:r>
            <a:r>
              <a:rPr lang="es-ES" dirty="0" err="1"/>
              <a:t>multiestable</a:t>
            </a:r>
            <a:r>
              <a:rPr lang="es-ES" dirty="0"/>
              <a:t> como este, la trayectoria transita caóticamente entre la zona de la derecha y la izquierda a lo largo del tiempo. &lt;podemos controlarla para que permanezca las iteraciones que queramos en cada zona.</a:t>
            </a:r>
          </a:p>
          <a:p>
            <a:endParaRPr lang="es-ES" dirty="0"/>
          </a:p>
          <a:p>
            <a:r>
              <a:rPr lang="es-ES" dirty="0"/>
              <a:t>20 y 30</a:t>
            </a:r>
          </a:p>
          <a:p>
            <a:endParaRPr lang="es-ES" dirty="0"/>
          </a:p>
          <a:p>
            <a:r>
              <a:rPr lang="es-ES" dirty="0"/>
              <a:t>2 y 3</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32</a:t>
            </a:fld>
            <a:endParaRPr lang="es-ES"/>
          </a:p>
        </p:txBody>
      </p:sp>
    </p:spTree>
    <p:extLst>
      <p:ext uri="{BB962C8B-B14F-4D97-AF65-F5344CB8AC3E}">
        <p14:creationId xmlns:p14="http://schemas.microsoft.com/office/powerpoint/2010/main" val="4487588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juego de </a:t>
            </a:r>
            <a:r>
              <a:rPr lang="es-ES" dirty="0" err="1"/>
              <a:t>Yorke</a:t>
            </a:r>
            <a:r>
              <a:rPr lang="es-ES" dirty="0"/>
              <a:t> dos jugadores compiten por el control de la trayectoria en un sistema dinámico.</a:t>
            </a:r>
          </a:p>
          <a:p>
            <a:endParaRPr lang="es-ES" dirty="0"/>
          </a:p>
          <a:p>
            <a:r>
              <a:rPr lang="es-ES" dirty="0"/>
              <a:t>En ausencia de un potencial o mapa, la solución es trivial: el jugador que más fuerza ejerza ganará.</a:t>
            </a:r>
          </a:p>
          <a:p>
            <a:endParaRPr lang="es-ES" dirty="0"/>
          </a:p>
          <a:p>
            <a:r>
              <a:rPr lang="es-ES" dirty="0"/>
              <a:t>En cambio, en sistemas dinámicos complejos, la cosa se complica. </a:t>
            </a:r>
          </a:p>
          <a:p>
            <a:endParaRPr lang="es-ES" dirty="0"/>
          </a:p>
          <a:p>
            <a:r>
              <a:rPr lang="es-ES" dirty="0"/>
              <a:t>Un resultado excepcional es que, a veces, el jugador con menor fuerza puede salir victorioso, incluso cuando el sistema dinámico juega en su contra.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34</a:t>
            </a:fld>
            <a:endParaRPr lang="es-ES" dirty="0"/>
          </a:p>
        </p:txBody>
      </p:sp>
    </p:spTree>
    <p:extLst>
      <p:ext uri="{BB962C8B-B14F-4D97-AF65-F5344CB8AC3E}">
        <p14:creationId xmlns:p14="http://schemas.microsoft.com/office/powerpoint/2010/main" val="35552265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35</a:t>
            </a:fld>
            <a:endParaRPr lang="es-ES" dirty="0"/>
          </a:p>
        </p:txBody>
      </p:sp>
    </p:spTree>
    <p:extLst>
      <p:ext uri="{BB962C8B-B14F-4D97-AF65-F5344CB8AC3E}">
        <p14:creationId xmlns:p14="http://schemas.microsoft.com/office/powerpoint/2010/main" val="690783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 figura vemos la construcción de los conjuntos victoria según cuantas iteraciones quiera permanecer el jugador B en la región. Como se observa, la condición para mantenerse 3 iteraciones es la misma que para permanecer infinito tiempo según los parámetros escogidos.</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36</a:t>
            </a:fld>
            <a:endParaRPr lang="es-ES"/>
          </a:p>
        </p:txBody>
      </p:sp>
    </p:spTree>
    <p:extLst>
      <p:ext uri="{BB962C8B-B14F-4D97-AF65-F5344CB8AC3E}">
        <p14:creationId xmlns:p14="http://schemas.microsoft.com/office/powerpoint/2010/main" val="472829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Valores de control para los cuales cada jugador tiene la victoria asegurada en toda la región o comparten victoria. </a:t>
            </a:r>
          </a:p>
          <a:p>
            <a:endParaRPr lang="es-ES" dirty="0"/>
          </a:p>
          <a:p>
            <a:r>
              <a:rPr lang="es-ES" dirty="0"/>
              <a:t>Cuando nadie tiene información del </a:t>
            </a:r>
            <a:r>
              <a:rPr lang="es-ES" dirty="0" err="1"/>
              <a:t>òponente</a:t>
            </a:r>
            <a:r>
              <a:rPr lang="es-ES" dirty="0"/>
              <a:t>, existen zonas vacías en las que ningún jugador tiene asegurada la victoria. </a:t>
            </a:r>
          </a:p>
          <a:p>
            <a:endParaRPr lang="es-ES" dirty="0"/>
          </a:p>
          <a:p>
            <a:r>
              <a:rPr lang="es-ES" dirty="0"/>
              <a:t>En estos casos la victoria dependerá de la secuencia de movimientos que hagan.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37</a:t>
            </a:fld>
            <a:endParaRPr lang="es-ES"/>
          </a:p>
        </p:txBody>
      </p:sp>
    </p:spTree>
    <p:extLst>
      <p:ext uri="{BB962C8B-B14F-4D97-AF65-F5344CB8AC3E}">
        <p14:creationId xmlns:p14="http://schemas.microsoft.com/office/powerpoint/2010/main" val="3341019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CC8A9-D8CA-68EC-7696-B9E1A18C2EB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C7A549A-6000-6A3E-A967-B3D075A035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D5C7D8-CC30-9B94-4A7A-AC70A020B4BE}"/>
              </a:ext>
            </a:extLst>
          </p:cNvPr>
          <p:cNvSpPr>
            <a:spLocks noGrp="1"/>
          </p:cNvSpPr>
          <p:nvPr>
            <p:ph type="body" idx="1"/>
          </p:nvPr>
        </p:nvSpPr>
        <p:spPr/>
        <p:txBody>
          <a:bodyPr/>
          <a:lstStyle/>
          <a:p>
            <a:r>
              <a:rPr lang="es-ES" dirty="0"/>
              <a:t>Valores de control para los cuales cada jugador tiene la victoria asegurada en toda la región o comparten victoria. </a:t>
            </a:r>
          </a:p>
          <a:p>
            <a:endParaRPr lang="es-ES" dirty="0"/>
          </a:p>
          <a:p>
            <a:r>
              <a:rPr lang="es-ES" dirty="0"/>
              <a:t>Cuando nadie tiene información del </a:t>
            </a:r>
            <a:r>
              <a:rPr lang="es-ES" dirty="0" err="1"/>
              <a:t>òponente</a:t>
            </a:r>
            <a:r>
              <a:rPr lang="es-ES" dirty="0"/>
              <a:t>, existen zonas vacías en las que ningún jugador tiene asegurada la victoria. </a:t>
            </a:r>
          </a:p>
          <a:p>
            <a:endParaRPr lang="es-ES" dirty="0"/>
          </a:p>
          <a:p>
            <a:r>
              <a:rPr lang="es-ES" dirty="0"/>
              <a:t>En estos casos la victoria dependerá de la secuencia de movimientos que hagan.</a:t>
            </a:r>
          </a:p>
          <a:p>
            <a:endParaRPr lang="es-ES" dirty="0"/>
          </a:p>
        </p:txBody>
      </p:sp>
      <p:sp>
        <p:nvSpPr>
          <p:cNvPr id="4" name="Marcador de número de diapositiva 3">
            <a:extLst>
              <a:ext uri="{FF2B5EF4-FFF2-40B4-BE49-F238E27FC236}">
                <a16:creationId xmlns:a16="http://schemas.microsoft.com/office/drawing/2014/main" id="{066F553E-A658-CB89-4BB9-1EE809096240}"/>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38</a:t>
            </a:fld>
            <a:endParaRPr lang="es-ES"/>
          </a:p>
        </p:txBody>
      </p:sp>
    </p:spTree>
    <p:extLst>
      <p:ext uri="{BB962C8B-B14F-4D97-AF65-F5344CB8AC3E}">
        <p14:creationId xmlns:p14="http://schemas.microsoft.com/office/powerpoint/2010/main" val="33357262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Las zonas en las que no gana nadie son la diferencia entre los conjuntos informados e ignorantes de los jugadores.</a:t>
            </a:r>
          </a:p>
          <a:p>
            <a:endParaRPr lang="es-ES" dirty="0"/>
          </a:p>
          <a:p>
            <a:r>
              <a:rPr lang="es-ES" dirty="0"/>
              <a:t>Sorprendentemente, hay muchas zonas en las que la información no es importante, ya que da el mismo resultado estar informado o no estarlo, cómo puede apreciarse en la abundancia de azul oscuro.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40</a:t>
            </a:fld>
            <a:endParaRPr lang="es-ES"/>
          </a:p>
        </p:txBody>
      </p:sp>
    </p:spTree>
    <p:extLst>
      <p:ext uri="{BB962C8B-B14F-4D97-AF65-F5344CB8AC3E}">
        <p14:creationId xmlns:p14="http://schemas.microsoft.com/office/powerpoint/2010/main" val="3147092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F3E4E-C732-A219-7983-B71192FD5D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CA9F7F-4F68-389A-16B6-0E05D8DC01D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0E2A8F-EB6F-DC32-EF5E-920BD115655F}"/>
              </a:ext>
            </a:extLst>
          </p:cNvPr>
          <p:cNvSpPr>
            <a:spLocks noGrp="1"/>
          </p:cNvSpPr>
          <p:nvPr>
            <p:ph type="body" idx="1"/>
          </p:nvPr>
        </p:nvSpPr>
        <p:spPr/>
        <p:txBody>
          <a:bodyPr/>
          <a:lstStyle/>
          <a:p>
            <a:r>
              <a:rPr lang="es-ES" dirty="0"/>
              <a:t>Las zonas en las que no gana nadie son la diferencia entre los conjuntos informados e ignorantes de los jugadores.</a:t>
            </a:r>
          </a:p>
          <a:p>
            <a:endParaRPr lang="es-ES" dirty="0"/>
          </a:p>
          <a:p>
            <a:r>
              <a:rPr lang="es-ES" dirty="0"/>
              <a:t>Sorprendentemente, hay muchas zonas en las que la información no es importante, ya que da el mismo resultado estar informado o no estarlo, cómo puede apreciarse en la abundancia de azul oscuro.</a:t>
            </a:r>
          </a:p>
        </p:txBody>
      </p:sp>
      <p:sp>
        <p:nvSpPr>
          <p:cNvPr id="4" name="Marcador de número de diapositiva 3">
            <a:extLst>
              <a:ext uri="{FF2B5EF4-FFF2-40B4-BE49-F238E27FC236}">
                <a16:creationId xmlns:a16="http://schemas.microsoft.com/office/drawing/2014/main" id="{2E6401B4-D36B-09BC-0F2E-36CDEEA8BC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41</a:t>
            </a:fld>
            <a:endParaRPr lang="es-ES"/>
          </a:p>
        </p:txBody>
      </p:sp>
    </p:spTree>
    <p:extLst>
      <p:ext uri="{BB962C8B-B14F-4D97-AF65-F5344CB8AC3E}">
        <p14:creationId xmlns:p14="http://schemas.microsoft.com/office/powerpoint/2010/main" val="922068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43</a:t>
            </a:fld>
            <a:endParaRPr lang="es-ES"/>
          </a:p>
        </p:txBody>
      </p:sp>
    </p:spTree>
    <p:extLst>
      <p:ext uri="{BB962C8B-B14F-4D97-AF65-F5344CB8AC3E}">
        <p14:creationId xmlns:p14="http://schemas.microsoft.com/office/powerpoint/2010/main" val="37083955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1122363"/>
            <a:ext cx="5691116" cy="2621154"/>
          </a:xfrm>
        </p:spPr>
        <p:txBody>
          <a:bodyPr anchor="b">
            <a:normAutofit/>
          </a:bodyPr>
          <a:lstStyle>
            <a:lvl1pPr algn="ctr">
              <a:defRPr sz="3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3843709"/>
            <a:ext cx="5691116" cy="1414091"/>
          </a:xfrm>
        </p:spPr>
        <p:txBody>
          <a:bodyPr>
            <a:normAutofit/>
          </a:bodyPr>
          <a:lstStyle>
            <a:lvl1pPr marL="0" indent="0" algn="ctr">
              <a:buNone/>
              <a:defRPr sz="13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FAA031DD-4F22-4D15-B3F8-245BBEC47EE2}" type="datetime1">
              <a:rPr lang="en-US" smtClean="0"/>
              <a:t>4/16/2025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51120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0AE4995-F78F-4388-AAB9-3FB5D384E784}" type="datetime1">
              <a:rPr lang="en-US" smtClean="0"/>
              <a:t>4/16/2025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7733554" y="6453003"/>
            <a:ext cx="1312474" cy="365125"/>
          </a:xfrm>
        </p:spPr>
        <p:txBody>
          <a:bodyPr/>
          <a:lstStyle>
            <a:lvl1pPr>
              <a:defRPr sz="1400"/>
            </a:lvl1pPr>
          </a:lstStyle>
          <a:p>
            <a:fld id="{CC057153-B650-4DEB-B370-79DDCFDCE934}" type="slidenum">
              <a:rPr lang="en-US" smtClean="0"/>
              <a:pPr/>
              <a:t>‹Nº›</a:t>
            </a:fld>
            <a:r>
              <a:rPr lang="en-US" dirty="0"/>
              <a:t>/32</a:t>
            </a:r>
          </a:p>
        </p:txBody>
      </p:sp>
    </p:spTree>
    <p:extLst>
      <p:ext uri="{BB962C8B-B14F-4D97-AF65-F5344CB8AC3E}">
        <p14:creationId xmlns:p14="http://schemas.microsoft.com/office/powerpoint/2010/main" val="2124807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553617"/>
            <a:ext cx="6204855" cy="4008859"/>
          </a:xfrm>
        </p:spPr>
        <p:txBody>
          <a:bodyPr anchor="t">
            <a:normAutofit/>
          </a:bodyPr>
          <a:lstStyle>
            <a:lvl1pPr>
              <a:defRPr sz="405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4589464"/>
            <a:ext cx="6204855" cy="1384617"/>
          </a:xfrm>
        </p:spPr>
        <p:txBody>
          <a:bodyPr anchor="b">
            <a:normAutofit/>
          </a:bodyPr>
          <a:lstStyle>
            <a:lvl1pPr marL="0" indent="0">
              <a:buNone/>
              <a:defRPr sz="15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09951A74-65A8-48A2-952B-D78F3ED65D5F}" type="datetime1">
              <a:rPr lang="en-US" smtClean="0"/>
              <a:t>4/16/2025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12078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548640"/>
            <a:ext cx="8055864"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45FF59AE-5E4B-4861-95B3-208892BB2A91}" type="datetime1">
              <a:rPr lang="en-US" smtClean="0"/>
              <a:t>4/16/2025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81702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547396"/>
            <a:ext cx="8059341"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685735"/>
            <a:ext cx="3868340"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2386895"/>
            <a:ext cx="3868340"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685735"/>
            <a:ext cx="3887391"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2386895"/>
            <a:ext cx="3887392"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3C0581E2-E993-4403-9CA2-126B73D37A6D}" type="datetime1">
              <a:rPr lang="en-US" smtClean="0"/>
              <a:t>4/16/2025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94015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AD4E261D-AF5D-4A7D-841A-415664D442FB}" type="datetime1">
              <a:rPr lang="en-US" smtClean="0"/>
              <a:t>4/16/2025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09631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71B0311A-970F-4883-AE9B-D712C941077E}" type="datetime1">
              <a:rPr lang="en-US" smtClean="0"/>
              <a:t>4/16/2025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7448901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553617"/>
            <a:ext cx="2696726" cy="1757505"/>
          </a:xfrm>
        </p:spPr>
        <p:txBody>
          <a:bodyPr anchor="t">
            <a:normAutofit/>
          </a:bodyPr>
          <a:lstStyle>
            <a:lvl1pPr>
              <a:defRPr sz="21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553616"/>
            <a:ext cx="4709806" cy="5486400"/>
          </a:xfrm>
        </p:spPr>
        <p:txBody>
          <a:bodyPr>
            <a:normAutofit/>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2311122"/>
            <a:ext cx="2696726" cy="3728895"/>
          </a:xfrm>
        </p:spPr>
        <p:txBody>
          <a:bodyPr anchor="t">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8C57A15F-75D1-4D78-B8F2-13C02BE49EF0}" type="datetime1">
              <a:rPr lang="en-US" smtClean="0"/>
              <a:t>4/16/2025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563543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557785"/>
            <a:ext cx="2696726" cy="2212313"/>
          </a:xfrm>
        </p:spPr>
        <p:txBody>
          <a:bodyPr anchor="t">
            <a:normAutofit/>
          </a:bodyPr>
          <a:lstStyle>
            <a:lvl1pPr>
              <a:defRPr sz="21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3797490" y="657103"/>
            <a:ext cx="4862765" cy="5555904"/>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826137"/>
            <a:ext cx="2689190" cy="3434638"/>
          </a:xfrm>
        </p:spPr>
        <p:txBody>
          <a:bodyPr anchor="b"/>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14180D74-A690-4DA2-BC39-37C275085AF0}" type="datetime1">
              <a:rPr lang="en-US" smtClean="0"/>
              <a:t>4/16/2025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4082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548640"/>
            <a:ext cx="78867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680899"/>
            <a:ext cx="78867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B0B5760C-4CC9-4E5B-B1C8-CBB80516F9A6}" type="datetime1">
              <a:rPr lang="en-US" smtClean="0"/>
              <a:t>4/16/2025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544860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578497"/>
            <a:ext cx="1535278"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578498"/>
            <a:ext cx="6597516"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17C35D6A-BD9D-4BA4-ADC2-379406C930D0}" type="datetime1">
              <a:rPr lang="en-US" smtClean="0"/>
              <a:t>4/16/2025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788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548640"/>
            <a:ext cx="7990184"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715532"/>
            <a:ext cx="7990184"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6453003"/>
            <a:ext cx="2620736" cy="365125"/>
          </a:xfrm>
          <a:prstGeom prst="rect">
            <a:avLst/>
          </a:prstGeom>
        </p:spPr>
        <p:txBody>
          <a:bodyPr vert="horz" lIns="91440" tIns="45720" rIns="91440" bIns="45720" rtlCol="0" anchor="ctr"/>
          <a:lstStyle>
            <a:lvl1pPr algn="l">
              <a:defRPr sz="675">
                <a:solidFill>
                  <a:schemeClr val="tx1"/>
                </a:solidFill>
              </a:defRPr>
            </a:lvl1pPr>
          </a:lstStyle>
          <a:p>
            <a:fld id="{94135AD4-AD68-4552-8643-D104B6011BB1}" type="datetime1">
              <a:rPr lang="en-US" smtClean="0"/>
              <a:t>4/16/2025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6453003"/>
            <a:ext cx="2104054" cy="365125"/>
          </a:xfrm>
          <a:prstGeom prst="rect">
            <a:avLst/>
          </a:prstGeom>
        </p:spPr>
        <p:txBody>
          <a:bodyPr vert="horz" lIns="91440" tIns="45720" rIns="91440" bIns="45720" rtlCol="0" anchor="ctr"/>
          <a:lstStyle>
            <a:lvl1pPr algn="r">
              <a:defRPr sz="675">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6453003"/>
            <a:ext cx="321905" cy="365125"/>
          </a:xfrm>
          <a:prstGeom prst="rect">
            <a:avLst/>
          </a:prstGeom>
        </p:spPr>
        <p:txBody>
          <a:bodyPr vert="horz" lIns="91440" tIns="45720" rIns="91440" bIns="45720" rtlCol="0" anchor="ctr"/>
          <a:lstStyle>
            <a:lvl1pPr algn="r">
              <a:defRPr sz="675">
                <a:solidFill>
                  <a:schemeClr val="tx1"/>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78254726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hdr="0" ftr="0" dt="0"/>
  <p:txStyles>
    <p:titleStyle>
      <a:lvl1pPr algn="l" defTabSz="685800" rtl="0" eaLnBrk="1" latinLnBrk="0" hangingPunct="1">
        <a:lnSpc>
          <a:spcPct val="90000"/>
        </a:lnSpc>
        <a:spcBef>
          <a:spcPct val="0"/>
        </a:spcBef>
        <a:buNone/>
        <a:defRPr sz="2700" b="1" kern="1200">
          <a:solidFill>
            <a:schemeClr val="tx1"/>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1500" kern="1200">
          <a:solidFill>
            <a:schemeClr val="tx1"/>
          </a:solidFill>
          <a:latin typeface="+mn-lt"/>
          <a:ea typeface="+mn-ea"/>
          <a:cs typeface="+mn-cs"/>
        </a:defRPr>
      </a:lvl1pPr>
      <a:lvl2pPr marL="342900" indent="-171450" algn="l" defTabSz="685800" rtl="0" eaLnBrk="1" latinLnBrk="0" hangingPunct="1">
        <a:lnSpc>
          <a:spcPct val="120000"/>
        </a:lnSpc>
        <a:spcBef>
          <a:spcPts val="375"/>
        </a:spcBef>
        <a:buFont typeface="Arial" panose="020B0604020202020204" pitchFamily="34" charset="0"/>
        <a:buChar char="•"/>
        <a:defRPr sz="1350" kern="1200">
          <a:solidFill>
            <a:schemeClr val="tx1"/>
          </a:solidFill>
          <a:latin typeface="+mn-lt"/>
          <a:ea typeface="+mn-ea"/>
          <a:cs typeface="+mn-cs"/>
        </a:defRPr>
      </a:lvl2pPr>
      <a:lvl3pPr marL="514350" indent="-171450" algn="l" defTabSz="685800" rtl="0" eaLnBrk="1" latinLnBrk="0" hangingPunct="1">
        <a:lnSpc>
          <a:spcPct val="120000"/>
        </a:lnSpc>
        <a:spcBef>
          <a:spcPts val="375"/>
        </a:spcBef>
        <a:buFont typeface="Arial" panose="020B0604020202020204" pitchFamily="34" charset="0"/>
        <a:buChar char="•"/>
        <a:defRPr sz="1200" kern="1200">
          <a:solidFill>
            <a:schemeClr val="tx1"/>
          </a:solidFill>
          <a:latin typeface="+mn-lt"/>
          <a:ea typeface="+mn-ea"/>
          <a:cs typeface="+mn-cs"/>
        </a:defRPr>
      </a:lvl3pPr>
      <a:lvl4pPr marL="685800" indent="-171450"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4pPr>
      <a:lvl5pPr marL="857250" indent="-171450" algn="l" defTabSz="685800" rtl="0" eaLnBrk="1" latinLnBrk="0" hangingPunct="1">
        <a:lnSpc>
          <a:spcPct val="120000"/>
        </a:lnSpc>
        <a:spcBef>
          <a:spcPts val="375"/>
        </a:spcBef>
        <a:buFont typeface="Arial" panose="020B0604020202020204" pitchFamily="34" charset="0"/>
        <a:buChar char="•"/>
        <a:defRPr sz="9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18" Type="http://schemas.openxmlformats.org/officeDocument/2006/relationships/image" Target="../media/image26.png"/><Relationship Id="rId3" Type="http://schemas.openxmlformats.org/officeDocument/2006/relationships/image" Target="../media/image13.png"/><Relationship Id="rId21" Type="http://schemas.openxmlformats.org/officeDocument/2006/relationships/image" Target="../media/image8.png"/><Relationship Id="rId7" Type="http://schemas.openxmlformats.org/officeDocument/2006/relationships/image" Target="../media/image16.png"/><Relationship Id="rId12" Type="http://schemas.openxmlformats.org/officeDocument/2006/relationships/image" Target="../media/image27.png"/><Relationship Id="rId17" Type="http://schemas.openxmlformats.org/officeDocument/2006/relationships/image" Target="../media/image24.png"/><Relationship Id="rId2" Type="http://schemas.openxmlformats.org/officeDocument/2006/relationships/notesSlide" Target="../notesSlides/notesSlide8.xml"/><Relationship Id="rId16" Type="http://schemas.openxmlformats.org/officeDocument/2006/relationships/image" Target="../media/image21.png"/><Relationship Id="rId20" Type="http://schemas.openxmlformats.org/officeDocument/2006/relationships/image" Target="../media/image34.png"/><Relationship Id="rId1" Type="http://schemas.openxmlformats.org/officeDocument/2006/relationships/slideLayout" Target="../slideLayouts/slideLayout2.xml"/><Relationship Id="rId11" Type="http://schemas.openxmlformats.org/officeDocument/2006/relationships/image" Target="../media/image19.png"/><Relationship Id="rId5" Type="http://schemas.openxmlformats.org/officeDocument/2006/relationships/image" Target="../media/image14.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8.png"/><Relationship Id="rId4" Type="http://schemas.openxmlformats.org/officeDocument/2006/relationships/image" Target="../media/image130.png"/><Relationship Id="rId9" Type="http://schemas.openxmlformats.org/officeDocument/2006/relationships/image" Target="../media/image17.png"/><Relationship Id="rId1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1.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gif"/><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gif"/></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2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73.png"/></Relationships>
</file>

<file path=ppt/slides/_rels/slide3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3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36.xml.rels><?xml version="1.0" encoding="UTF-8" standalone="yes"?>
<Relationships xmlns="http://schemas.openxmlformats.org/package/2006/relationships"><Relationship Id="rId3" Type="http://schemas.openxmlformats.org/officeDocument/2006/relationships/image" Target="../media/image950.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97.png"/><Relationship Id="rId4" Type="http://schemas.openxmlformats.org/officeDocument/2006/relationships/image" Target="../media/image960.png"/></Relationships>
</file>

<file path=ppt/slides/_rels/slide3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3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3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96.png"/><Relationship Id="rId4" Type="http://schemas.openxmlformats.org/officeDocument/2006/relationships/image" Target="../media/image95.png"/></Relationships>
</file>

<file path=ppt/slides/_rels/slide4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5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47.png"/></Relationships>
</file>

<file path=ppt/slides/_rels/slide55.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47.png"/></Relationships>
</file>

<file path=ppt/slides/_rels/slide56.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47.png"/></Relationships>
</file>

<file path=ppt/slides/_rels/slide57.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9" Type="http://schemas.openxmlformats.org/officeDocument/2006/relationships/image" Target="../media/image54.png"/></Relationships>
</file>

<file path=ppt/slides/_rels/slide58.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png"/><Relationship Id="rId7" Type="http://schemas.openxmlformats.org/officeDocument/2006/relationships/image" Target="../media/image112.png"/><Relationship Id="rId2" Type="http://schemas.openxmlformats.org/officeDocument/2006/relationships/image" Target="../media/image107.png"/><Relationship Id="rId1" Type="http://schemas.openxmlformats.org/officeDocument/2006/relationships/slideLayout" Target="../slideLayouts/slideLayout2.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 Id="rId9" Type="http://schemas.openxmlformats.org/officeDocument/2006/relationships/image" Target="../media/image1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34707C17-BE51-9A64-2A2D-5392C924C6CA}"/>
              </a:ext>
            </a:extLst>
          </p:cNvPr>
          <p:cNvPicPr>
            <a:picLocks noChangeAspect="1"/>
          </p:cNvPicPr>
          <p:nvPr/>
        </p:nvPicPr>
        <p:blipFill>
          <a:blip r:embed="rId3"/>
          <a:stretch>
            <a:fillRect/>
          </a:stretch>
        </p:blipFill>
        <p:spPr>
          <a:xfrm>
            <a:off x="0" y="-297267"/>
            <a:ext cx="9144000" cy="7988969"/>
          </a:xfrm>
          <a:prstGeom prst="rect">
            <a:avLst/>
          </a:prstGeom>
        </p:spPr>
      </p:pic>
      <p:sp>
        <p:nvSpPr>
          <p:cNvPr id="12" name="Rectángulo 11">
            <a:extLst>
              <a:ext uri="{FF2B5EF4-FFF2-40B4-BE49-F238E27FC236}">
                <a16:creationId xmlns:a16="http://schemas.microsoft.com/office/drawing/2014/main" id="{71372F54-BBD9-E50F-1DA6-C585BA7AB926}"/>
              </a:ext>
            </a:extLst>
          </p:cNvPr>
          <p:cNvSpPr/>
          <p:nvPr/>
        </p:nvSpPr>
        <p:spPr>
          <a:xfrm>
            <a:off x="0" y="622345"/>
            <a:ext cx="9144000" cy="5645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B3748729-50C7-8599-6D3C-E12C17D6E64E}"/>
              </a:ext>
            </a:extLst>
          </p:cNvPr>
          <p:cNvSpPr txBox="1"/>
          <p:nvPr/>
        </p:nvSpPr>
        <p:spPr>
          <a:xfrm>
            <a:off x="0" y="2250668"/>
            <a:ext cx="9144000" cy="1446550"/>
          </a:xfrm>
          <a:prstGeom prst="rect">
            <a:avLst/>
          </a:prstGeom>
          <a:noFill/>
        </p:spPr>
        <p:txBody>
          <a:bodyPr wrap="square" rtlCol="0">
            <a:spAutoFit/>
          </a:bodyPr>
          <a:lstStyle/>
          <a:p>
            <a:pPr algn="ctr"/>
            <a:r>
              <a:rPr lang="en-US" sz="4400" dirty="0">
                <a:latin typeface="Amasis MT Pro" panose="02040504050005020304" pitchFamily="18" charset="0"/>
                <a:ea typeface="ADLaM Display" panose="020F0502020204030204" pitchFamily="2" charset="0"/>
                <a:cs typeface="Adobe Devanagari" panose="02040503050201020203" pitchFamily="18" charset="0"/>
              </a:rPr>
              <a:t>Game Theory, Complexity and Control</a:t>
            </a:r>
            <a:endParaRPr lang="es-ES" sz="4400" dirty="0">
              <a:latin typeface="Amasis MT Pro" panose="02040504050005020304" pitchFamily="18" charset="0"/>
              <a:ea typeface="ADLaM Display" panose="020F0502020204030204" pitchFamily="2" charset="0"/>
              <a:cs typeface="Adobe Devanagari" panose="02040503050201020203" pitchFamily="18" charset="0"/>
            </a:endParaRPr>
          </a:p>
        </p:txBody>
      </p:sp>
      <p:sp>
        <p:nvSpPr>
          <p:cNvPr id="6" name="CuadroTexto 5">
            <a:extLst>
              <a:ext uri="{FF2B5EF4-FFF2-40B4-BE49-F238E27FC236}">
                <a16:creationId xmlns:a16="http://schemas.microsoft.com/office/drawing/2014/main" id="{1115F3DB-6A7A-DADC-D795-8726BC1AC44E}"/>
              </a:ext>
            </a:extLst>
          </p:cNvPr>
          <p:cNvSpPr txBox="1"/>
          <p:nvPr/>
        </p:nvSpPr>
        <p:spPr>
          <a:xfrm>
            <a:off x="0" y="3967291"/>
            <a:ext cx="9144000" cy="1015663"/>
          </a:xfrm>
          <a:prstGeom prst="rect">
            <a:avLst/>
          </a:prstGeom>
          <a:noFill/>
        </p:spPr>
        <p:txBody>
          <a:bodyPr wrap="square" rtlCol="0">
            <a:spAutoFit/>
          </a:bodyPr>
          <a:lstStyle/>
          <a:p>
            <a:pPr algn="ctr"/>
            <a:r>
              <a:rPr lang="es-ES" sz="2000" u="sng" dirty="0">
                <a:solidFill>
                  <a:srgbClr val="C00000"/>
                </a:solidFill>
                <a:latin typeface="Amasis MT Pro" panose="02040504050005020304" pitchFamily="18" charset="0"/>
                <a:cs typeface="Adobe Devanagari" panose="02040503050201020203" pitchFamily="18" charset="0"/>
              </a:rPr>
              <a:t>Realizada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Gaspar Alfaro García.</a:t>
            </a:r>
          </a:p>
          <a:p>
            <a:pPr algn="ctr"/>
            <a:endParaRPr lang="es-ES" sz="2000" dirty="0">
              <a:solidFill>
                <a:schemeClr val="bg2">
                  <a:lumMod val="25000"/>
                </a:schemeClr>
              </a:solidFill>
              <a:latin typeface="Amasis MT Pro" panose="02040504050005020304" pitchFamily="18" charset="0"/>
              <a:cs typeface="Adobe Devanagari" panose="02040503050201020203" pitchFamily="18" charset="0"/>
            </a:endParaRPr>
          </a:p>
          <a:p>
            <a:pPr algn="ctr"/>
            <a:r>
              <a:rPr lang="es-ES" sz="2000" u="sng" dirty="0">
                <a:solidFill>
                  <a:srgbClr val="C00000"/>
                </a:solidFill>
                <a:latin typeface="Amasis MT Pro" panose="02040504050005020304" pitchFamily="18" charset="0"/>
                <a:cs typeface="Adobe Devanagari" panose="02040503050201020203" pitchFamily="18" charset="0"/>
              </a:rPr>
              <a:t>Co-dirigida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Miguel Ángel Fernández Sanjuán y Rubén Capeáns Rivas.</a:t>
            </a:r>
          </a:p>
        </p:txBody>
      </p:sp>
      <p:pic>
        <p:nvPicPr>
          <p:cNvPr id="7" name="Imagen 6" descr="Dibujo en blanco y negro&#10;&#10;Descripción generada automáticamente con confianza media">
            <a:extLst>
              <a:ext uri="{FF2B5EF4-FFF2-40B4-BE49-F238E27FC236}">
                <a16:creationId xmlns:a16="http://schemas.microsoft.com/office/drawing/2014/main" id="{6EBF8777-F184-ED9A-071E-EB2A565EC0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437" y="5022759"/>
            <a:ext cx="2452849" cy="1379728"/>
          </a:xfrm>
          <a:prstGeom prst="rect">
            <a:avLst/>
          </a:prstGeom>
        </p:spPr>
      </p:pic>
      <p:sp>
        <p:nvSpPr>
          <p:cNvPr id="3" name="CuadroTexto 2">
            <a:extLst>
              <a:ext uri="{FF2B5EF4-FFF2-40B4-BE49-F238E27FC236}">
                <a16:creationId xmlns:a16="http://schemas.microsoft.com/office/drawing/2014/main" id="{8EA7B590-3272-57F7-BC6F-64F930DF8108}"/>
              </a:ext>
            </a:extLst>
          </p:cNvPr>
          <p:cNvSpPr txBox="1"/>
          <p:nvPr/>
        </p:nvSpPr>
        <p:spPr>
          <a:xfrm>
            <a:off x="1648618" y="1530856"/>
            <a:ext cx="5846763" cy="584775"/>
          </a:xfrm>
          <a:prstGeom prst="rect">
            <a:avLst/>
          </a:prstGeom>
          <a:noFill/>
        </p:spPr>
        <p:txBody>
          <a:bodyPr wrap="square" rtlCol="0">
            <a:spAutoFit/>
          </a:bodyPr>
          <a:lstStyle/>
          <a:p>
            <a:pPr algn="ctr"/>
            <a:r>
              <a:rPr lang="es-ES" sz="3200" dirty="0">
                <a:solidFill>
                  <a:srgbClr val="C00000"/>
                </a:solidFill>
                <a:latin typeface="Amasis MT Pro" panose="02040504050005020304" pitchFamily="18" charset="0"/>
              </a:rPr>
              <a:t>Tesis Doctoral</a:t>
            </a:r>
          </a:p>
        </p:txBody>
      </p:sp>
    </p:spTree>
    <p:extLst>
      <p:ext uri="{BB962C8B-B14F-4D97-AF65-F5344CB8AC3E}">
        <p14:creationId xmlns:p14="http://schemas.microsoft.com/office/powerpoint/2010/main" val="21315488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E0CDF8F-EFE4-5EDD-DEF3-AE193AAB5FF8}"/>
              </a:ext>
            </a:extLst>
          </p:cNvPr>
          <p:cNvSpPr>
            <a:spLocks noGrp="1"/>
          </p:cNvSpPr>
          <p:nvPr>
            <p:ph type="sldNum" sz="quarter" idx="12"/>
          </p:nvPr>
        </p:nvSpPr>
        <p:spPr/>
        <p:txBody>
          <a:bodyPr/>
          <a:lstStyle/>
          <a:p>
            <a:fld id="{CC057153-B650-4DEB-B370-79DDCFDCE934}" type="slidenum">
              <a:rPr lang="en-US" smtClean="0"/>
              <a:pPr/>
              <a:t>1</a:t>
            </a:fld>
            <a:r>
              <a:rPr lang="en-US"/>
              <a:t>/32</a:t>
            </a:r>
            <a:endParaRPr lang="en-US" dirty="0"/>
          </a:p>
        </p:txBody>
      </p:sp>
      <p:sp>
        <p:nvSpPr>
          <p:cNvPr id="6" name="CuadroTexto 5">
            <a:extLst>
              <a:ext uri="{FF2B5EF4-FFF2-40B4-BE49-F238E27FC236}">
                <a16:creationId xmlns:a16="http://schemas.microsoft.com/office/drawing/2014/main" id="{D6D59BAF-ACE8-3A88-A119-BDDFEEA0B9AE}"/>
              </a:ext>
            </a:extLst>
          </p:cNvPr>
          <p:cNvSpPr txBox="1"/>
          <p:nvPr/>
        </p:nvSpPr>
        <p:spPr>
          <a:xfrm>
            <a:off x="321347" y="2787135"/>
            <a:ext cx="2798064" cy="1938992"/>
          </a:xfrm>
          <a:prstGeom prst="rect">
            <a:avLst/>
          </a:prstGeom>
          <a:noFill/>
        </p:spPr>
        <p:txBody>
          <a:bodyPr wrap="square">
            <a:spAutoFit/>
          </a:bodyPr>
          <a:lstStyle/>
          <a:p>
            <a:pPr algn="ctr"/>
            <a:r>
              <a:rPr lang="en-US" sz="6000" dirty="0">
                <a:solidFill>
                  <a:srgbClr val="00B050"/>
                </a:solidFill>
                <a:latin typeface="Amasis MT Pro" panose="02040504050005020304" pitchFamily="18" charset="0"/>
                <a:ea typeface="ADLaM Display" panose="020F0502020204030204" pitchFamily="2" charset="0"/>
                <a:cs typeface="Adobe Devanagari" panose="02040503050201020203" pitchFamily="18" charset="0"/>
              </a:rPr>
              <a:t>Game Theory</a:t>
            </a:r>
            <a:endParaRPr lang="es-ES" sz="6000" dirty="0">
              <a:solidFill>
                <a:srgbClr val="00B050"/>
              </a:solidFill>
            </a:endParaRPr>
          </a:p>
        </p:txBody>
      </p:sp>
      <p:sp>
        <p:nvSpPr>
          <p:cNvPr id="7" name="CuadroTexto 6">
            <a:extLst>
              <a:ext uri="{FF2B5EF4-FFF2-40B4-BE49-F238E27FC236}">
                <a16:creationId xmlns:a16="http://schemas.microsoft.com/office/drawing/2014/main" id="{BE6C3A8B-2717-810D-BCE0-D584FFF9B704}"/>
              </a:ext>
            </a:extLst>
          </p:cNvPr>
          <p:cNvSpPr txBox="1"/>
          <p:nvPr/>
        </p:nvSpPr>
        <p:spPr>
          <a:xfrm>
            <a:off x="3502587" y="657390"/>
            <a:ext cx="4098254" cy="1015663"/>
          </a:xfrm>
          <a:prstGeom prst="rect">
            <a:avLst/>
          </a:prstGeom>
          <a:noFill/>
        </p:spPr>
        <p:txBody>
          <a:bodyPr wrap="square">
            <a:spAutoFit/>
          </a:bodyPr>
          <a:lstStyle/>
          <a:p>
            <a:pPr algn="ctr"/>
            <a:r>
              <a:rPr lang="en-US" sz="6000" dirty="0">
                <a:solidFill>
                  <a:srgbClr val="C00000"/>
                </a:solidFill>
                <a:latin typeface="Amasis MT Pro" panose="02040504050005020304" pitchFamily="18" charset="0"/>
                <a:ea typeface="ADLaM Display" panose="020F0502020204030204" pitchFamily="2" charset="0"/>
                <a:cs typeface="Adobe Devanagari" panose="02040503050201020203" pitchFamily="18" charset="0"/>
              </a:rPr>
              <a:t>Complexity</a:t>
            </a:r>
            <a:endParaRPr lang="es-ES" sz="6000" dirty="0">
              <a:solidFill>
                <a:srgbClr val="C00000"/>
              </a:solidFill>
            </a:endParaRPr>
          </a:p>
        </p:txBody>
      </p:sp>
      <p:sp>
        <p:nvSpPr>
          <p:cNvPr id="8" name="CuadroTexto 7">
            <a:extLst>
              <a:ext uri="{FF2B5EF4-FFF2-40B4-BE49-F238E27FC236}">
                <a16:creationId xmlns:a16="http://schemas.microsoft.com/office/drawing/2014/main" id="{0C059651-9E66-EF64-E6B8-85A72EB4C7EF}"/>
              </a:ext>
            </a:extLst>
          </p:cNvPr>
          <p:cNvSpPr txBox="1"/>
          <p:nvPr/>
        </p:nvSpPr>
        <p:spPr>
          <a:xfrm>
            <a:off x="5207727" y="4552459"/>
            <a:ext cx="2798064" cy="1015663"/>
          </a:xfrm>
          <a:prstGeom prst="rect">
            <a:avLst/>
          </a:prstGeom>
          <a:noFill/>
        </p:spPr>
        <p:txBody>
          <a:bodyPr wrap="square">
            <a:spAutoFit/>
          </a:bodyPr>
          <a:lstStyle/>
          <a:p>
            <a:pPr algn="ctr"/>
            <a:r>
              <a:rPr lang="en-US" sz="60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Control</a:t>
            </a:r>
            <a:endParaRPr lang="es-ES" sz="6000" dirty="0">
              <a:solidFill>
                <a:srgbClr val="0070C0"/>
              </a:solidFill>
            </a:endParaRPr>
          </a:p>
        </p:txBody>
      </p:sp>
      <p:sp>
        <p:nvSpPr>
          <p:cNvPr id="9" name="Arco 8">
            <a:extLst>
              <a:ext uri="{FF2B5EF4-FFF2-40B4-BE49-F238E27FC236}">
                <a16:creationId xmlns:a16="http://schemas.microsoft.com/office/drawing/2014/main" id="{3044502E-3BD3-7C12-9BBA-2236BDD29433}"/>
              </a:ext>
            </a:extLst>
          </p:cNvPr>
          <p:cNvSpPr>
            <a:spLocks noChangeAspect="1"/>
          </p:cNvSpPr>
          <p:nvPr/>
        </p:nvSpPr>
        <p:spPr>
          <a:xfrm flipH="1">
            <a:off x="1773922" y="1302654"/>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1" name="Arco 10">
            <a:extLst>
              <a:ext uri="{FF2B5EF4-FFF2-40B4-BE49-F238E27FC236}">
                <a16:creationId xmlns:a16="http://schemas.microsoft.com/office/drawing/2014/main" id="{54D0E6C1-778E-EAA0-BA1E-A51752AAD56A}"/>
              </a:ext>
            </a:extLst>
          </p:cNvPr>
          <p:cNvSpPr>
            <a:spLocks noChangeAspect="1"/>
          </p:cNvSpPr>
          <p:nvPr/>
        </p:nvSpPr>
        <p:spPr>
          <a:xfrm rot="-2700000" flipV="1">
            <a:off x="4185937" y="159148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2" name="Arco 11">
            <a:extLst>
              <a:ext uri="{FF2B5EF4-FFF2-40B4-BE49-F238E27FC236}">
                <a16:creationId xmlns:a16="http://schemas.microsoft.com/office/drawing/2014/main" id="{FADE572B-996C-220A-2DB5-502F31F2322C}"/>
              </a:ext>
            </a:extLst>
          </p:cNvPr>
          <p:cNvSpPr>
            <a:spLocks noChangeAspect="1"/>
          </p:cNvSpPr>
          <p:nvPr/>
        </p:nvSpPr>
        <p:spPr>
          <a:xfrm rot="3600000" flipV="1">
            <a:off x="2533472" y="284713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3" name="Triángulo isósceles 12">
            <a:extLst>
              <a:ext uri="{FF2B5EF4-FFF2-40B4-BE49-F238E27FC236}">
                <a16:creationId xmlns:a16="http://schemas.microsoft.com/office/drawing/2014/main" id="{4F32E295-1E95-01BA-E2AB-E2A84874AA0D}"/>
              </a:ext>
            </a:extLst>
          </p:cNvPr>
          <p:cNvSpPr/>
          <p:nvPr/>
        </p:nvSpPr>
        <p:spPr>
          <a:xfrm rot="4327564">
            <a:off x="2979624" y="1041705"/>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riángulo isósceles 13">
            <a:extLst>
              <a:ext uri="{FF2B5EF4-FFF2-40B4-BE49-F238E27FC236}">
                <a16:creationId xmlns:a16="http://schemas.microsoft.com/office/drawing/2014/main" id="{A15BEBE8-4261-D0B2-07AD-B3D477D6C6FC}"/>
              </a:ext>
            </a:extLst>
          </p:cNvPr>
          <p:cNvSpPr/>
          <p:nvPr/>
        </p:nvSpPr>
        <p:spPr>
          <a:xfrm rot="4327564">
            <a:off x="1626355" y="24030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Triángulo isósceles 14">
            <a:extLst>
              <a:ext uri="{FF2B5EF4-FFF2-40B4-BE49-F238E27FC236}">
                <a16:creationId xmlns:a16="http://schemas.microsoft.com/office/drawing/2014/main" id="{794E957D-9116-5991-8510-A868925513EC}"/>
              </a:ext>
            </a:extLst>
          </p:cNvPr>
          <p:cNvSpPr/>
          <p:nvPr/>
        </p:nvSpPr>
        <p:spPr>
          <a:xfrm rot="4327564">
            <a:off x="6514703" y="1832898"/>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Triángulo isósceles 15">
            <a:extLst>
              <a:ext uri="{FF2B5EF4-FFF2-40B4-BE49-F238E27FC236}">
                <a16:creationId xmlns:a16="http://schemas.microsoft.com/office/drawing/2014/main" id="{B903A930-04E2-8A8F-20FB-B7E76318F4C3}"/>
              </a:ext>
            </a:extLst>
          </p:cNvPr>
          <p:cNvSpPr/>
          <p:nvPr/>
        </p:nvSpPr>
        <p:spPr>
          <a:xfrm rot="5400000">
            <a:off x="6451276" y="393008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Triángulo isósceles 16">
            <a:extLst>
              <a:ext uri="{FF2B5EF4-FFF2-40B4-BE49-F238E27FC236}">
                <a16:creationId xmlns:a16="http://schemas.microsoft.com/office/drawing/2014/main" id="{F02FDFCB-6B66-91AB-4EF1-947BECF59ADE}"/>
              </a:ext>
            </a:extLst>
          </p:cNvPr>
          <p:cNvSpPr/>
          <p:nvPr/>
        </p:nvSpPr>
        <p:spPr>
          <a:xfrm rot="4327564">
            <a:off x="4484577" y="5307622"/>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Triángulo isósceles 19">
            <a:extLst>
              <a:ext uri="{FF2B5EF4-FFF2-40B4-BE49-F238E27FC236}">
                <a16:creationId xmlns:a16="http://schemas.microsoft.com/office/drawing/2014/main" id="{05F0FE8A-D48D-BE79-7DFD-518EB4A387FB}"/>
              </a:ext>
            </a:extLst>
          </p:cNvPr>
          <p:cNvSpPr/>
          <p:nvPr/>
        </p:nvSpPr>
        <p:spPr>
          <a:xfrm rot="5400000">
            <a:off x="2561095" y="47498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A47EE02A-BA30-2535-A0AC-28767AEA3207}"/>
              </a:ext>
            </a:extLst>
          </p:cNvPr>
          <p:cNvSpPr txBox="1"/>
          <p:nvPr/>
        </p:nvSpPr>
        <p:spPr>
          <a:xfrm>
            <a:off x="2915762" y="4248714"/>
            <a:ext cx="2234933" cy="1077218"/>
          </a:xfrm>
          <a:prstGeom prst="rect">
            <a:avLst/>
          </a:prstGeom>
          <a:noFill/>
        </p:spPr>
        <p:txBody>
          <a:bodyPr wrap="square" rtlCol="0">
            <a:spAutoFit/>
          </a:bodyPr>
          <a:lstStyle/>
          <a:p>
            <a:pPr algn="ctr"/>
            <a:r>
              <a:rPr lang="es-ES" sz="3200" dirty="0" err="1">
                <a:latin typeface="Amasis MT Pro" panose="02040504050005020304" pitchFamily="18" charset="0"/>
              </a:rPr>
              <a:t>Yorke’s</a:t>
            </a:r>
            <a:r>
              <a:rPr lang="es-ES" sz="3200" dirty="0">
                <a:latin typeface="Amasis MT Pro" panose="02040504050005020304" pitchFamily="18" charset="0"/>
              </a:rPr>
              <a:t> </a:t>
            </a:r>
            <a:r>
              <a:rPr lang="es-ES" sz="3200" dirty="0" err="1">
                <a:latin typeface="Amasis MT Pro" panose="02040504050005020304" pitchFamily="18" charset="0"/>
              </a:rPr>
              <a:t>game</a:t>
            </a:r>
            <a:endParaRPr lang="es-ES" sz="3200" dirty="0">
              <a:latin typeface="Amasis MT Pro" panose="02040504050005020304" pitchFamily="18" charset="0"/>
            </a:endParaRPr>
          </a:p>
        </p:txBody>
      </p:sp>
      <p:sp>
        <p:nvSpPr>
          <p:cNvPr id="22" name="CuadroTexto 21">
            <a:extLst>
              <a:ext uri="{FF2B5EF4-FFF2-40B4-BE49-F238E27FC236}">
                <a16:creationId xmlns:a16="http://schemas.microsoft.com/office/drawing/2014/main" id="{6C0ACC03-045E-C267-4DB3-D1C2339966E5}"/>
              </a:ext>
            </a:extLst>
          </p:cNvPr>
          <p:cNvSpPr txBox="1"/>
          <p:nvPr/>
        </p:nvSpPr>
        <p:spPr>
          <a:xfrm>
            <a:off x="5261930" y="2544271"/>
            <a:ext cx="1716870" cy="1077218"/>
          </a:xfrm>
          <a:prstGeom prst="rect">
            <a:avLst/>
          </a:prstGeom>
          <a:noFill/>
        </p:spPr>
        <p:txBody>
          <a:bodyPr wrap="square" rtlCol="0">
            <a:spAutoFit/>
          </a:bodyPr>
          <a:lstStyle/>
          <a:p>
            <a:pPr algn="ctr"/>
            <a:r>
              <a:rPr lang="es-ES" sz="3200" dirty="0" err="1">
                <a:latin typeface="Amasis MT Pro" panose="02040504050005020304" pitchFamily="18" charset="0"/>
              </a:rPr>
              <a:t>Partial</a:t>
            </a:r>
            <a:r>
              <a:rPr lang="es-ES" sz="3200" dirty="0">
                <a:latin typeface="Amasis MT Pro" panose="02040504050005020304" pitchFamily="18" charset="0"/>
              </a:rPr>
              <a:t> Control</a:t>
            </a:r>
          </a:p>
        </p:txBody>
      </p:sp>
      <p:pic>
        <p:nvPicPr>
          <p:cNvPr id="26" name="Imagen 25">
            <a:extLst>
              <a:ext uri="{FF2B5EF4-FFF2-40B4-BE49-F238E27FC236}">
                <a16:creationId xmlns:a16="http://schemas.microsoft.com/office/drawing/2014/main" id="{EDA5F1C8-1D21-07C5-F1C0-BCD719E1AF43}"/>
              </a:ext>
            </a:extLst>
          </p:cNvPr>
          <p:cNvPicPr>
            <a:picLocks noChangeAspect="1"/>
          </p:cNvPicPr>
          <p:nvPr/>
        </p:nvPicPr>
        <p:blipFill>
          <a:blip r:embed="rId3"/>
          <a:stretch>
            <a:fillRect/>
          </a:stretch>
        </p:blipFill>
        <p:spPr>
          <a:xfrm>
            <a:off x="989918" y="5823151"/>
            <a:ext cx="3753949" cy="997727"/>
          </a:xfrm>
          <a:prstGeom prst="rect">
            <a:avLst/>
          </a:prstGeom>
        </p:spPr>
      </p:pic>
      <p:pic>
        <p:nvPicPr>
          <p:cNvPr id="28" name="Imagen 27">
            <a:extLst>
              <a:ext uri="{FF2B5EF4-FFF2-40B4-BE49-F238E27FC236}">
                <a16:creationId xmlns:a16="http://schemas.microsoft.com/office/drawing/2014/main" id="{FD71C83F-F331-ABFA-7021-E9CEFB927BD5}"/>
              </a:ext>
            </a:extLst>
          </p:cNvPr>
          <p:cNvPicPr>
            <a:picLocks noChangeAspect="1"/>
          </p:cNvPicPr>
          <p:nvPr/>
        </p:nvPicPr>
        <p:blipFill>
          <a:blip r:embed="rId4"/>
          <a:stretch>
            <a:fillRect/>
          </a:stretch>
        </p:blipFill>
        <p:spPr>
          <a:xfrm>
            <a:off x="7139348" y="2158802"/>
            <a:ext cx="1968026" cy="2033370"/>
          </a:xfrm>
          <a:prstGeom prst="rect">
            <a:avLst/>
          </a:prstGeom>
        </p:spPr>
      </p:pic>
      <p:pic>
        <p:nvPicPr>
          <p:cNvPr id="29" name="Imagen 28">
            <a:extLst>
              <a:ext uri="{FF2B5EF4-FFF2-40B4-BE49-F238E27FC236}">
                <a16:creationId xmlns:a16="http://schemas.microsoft.com/office/drawing/2014/main" id="{A6B8093A-BED8-FA34-3947-39477868A184}"/>
              </a:ext>
            </a:extLst>
          </p:cNvPr>
          <p:cNvPicPr>
            <a:picLocks noChangeAspect="1"/>
          </p:cNvPicPr>
          <p:nvPr/>
        </p:nvPicPr>
        <p:blipFill>
          <a:blip r:embed="rId5"/>
          <a:stretch>
            <a:fillRect/>
          </a:stretch>
        </p:blipFill>
        <p:spPr>
          <a:xfrm>
            <a:off x="185826" y="89397"/>
            <a:ext cx="1755898" cy="1735239"/>
          </a:xfrm>
          <a:prstGeom prst="rect">
            <a:avLst/>
          </a:prstGeom>
        </p:spPr>
      </p:pic>
      <p:sp>
        <p:nvSpPr>
          <p:cNvPr id="30" name="CuadroTexto 29">
            <a:extLst>
              <a:ext uri="{FF2B5EF4-FFF2-40B4-BE49-F238E27FC236}">
                <a16:creationId xmlns:a16="http://schemas.microsoft.com/office/drawing/2014/main" id="{19D882E1-5494-656B-F138-776430E27406}"/>
              </a:ext>
            </a:extLst>
          </p:cNvPr>
          <p:cNvSpPr txBox="1"/>
          <p:nvPr/>
        </p:nvSpPr>
        <p:spPr>
          <a:xfrm>
            <a:off x="2118040" y="1709917"/>
            <a:ext cx="2983341" cy="1077218"/>
          </a:xfrm>
          <a:prstGeom prst="rect">
            <a:avLst/>
          </a:prstGeom>
          <a:noFill/>
        </p:spPr>
        <p:txBody>
          <a:bodyPr wrap="square" rtlCol="0">
            <a:spAutoFit/>
          </a:bodyPr>
          <a:lstStyle/>
          <a:p>
            <a:pPr algn="ctr"/>
            <a:r>
              <a:rPr lang="es-ES" sz="3200" dirty="0" err="1">
                <a:latin typeface="Amasis MT Pro" panose="02040504050005020304" pitchFamily="18" charset="0"/>
              </a:rPr>
              <a:t>Spatio</a:t>
            </a:r>
            <a:r>
              <a:rPr lang="es-ES" sz="3200" dirty="0">
                <a:latin typeface="Amasis MT Pro" panose="02040504050005020304" pitchFamily="18" charset="0"/>
              </a:rPr>
              <a:t>-temporal chaos</a:t>
            </a:r>
          </a:p>
        </p:txBody>
      </p:sp>
      <p:sp>
        <p:nvSpPr>
          <p:cNvPr id="31" name="Rectángulo 30">
            <a:extLst>
              <a:ext uri="{FF2B5EF4-FFF2-40B4-BE49-F238E27FC236}">
                <a16:creationId xmlns:a16="http://schemas.microsoft.com/office/drawing/2014/main" id="{EAD86E04-34C2-CFD6-F6D6-93DDBAB43E74}"/>
              </a:ext>
            </a:extLst>
          </p:cNvPr>
          <p:cNvSpPr/>
          <p:nvPr/>
        </p:nvSpPr>
        <p:spPr>
          <a:xfrm>
            <a:off x="1337405" y="5823151"/>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1122EA26-D09F-F11C-F99E-FDB0116EAE05}"/>
              </a:ext>
            </a:extLst>
          </p:cNvPr>
          <p:cNvSpPr/>
          <p:nvPr/>
        </p:nvSpPr>
        <p:spPr>
          <a:xfrm>
            <a:off x="1378355" y="6575965"/>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3" name="Rectángulo 32">
            <a:extLst>
              <a:ext uri="{FF2B5EF4-FFF2-40B4-BE49-F238E27FC236}">
                <a16:creationId xmlns:a16="http://schemas.microsoft.com/office/drawing/2014/main" id="{AB47A39B-4F5B-B68A-5D64-E3AAFE3E15CA}"/>
              </a:ext>
            </a:extLst>
          </p:cNvPr>
          <p:cNvSpPr/>
          <p:nvPr/>
        </p:nvSpPr>
        <p:spPr>
          <a:xfrm>
            <a:off x="1435969" y="6679749"/>
            <a:ext cx="154511"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Rectángulo 33">
            <a:extLst>
              <a:ext uri="{FF2B5EF4-FFF2-40B4-BE49-F238E27FC236}">
                <a16:creationId xmlns:a16="http://schemas.microsoft.com/office/drawing/2014/main" id="{FCCEC5BC-97D6-70A5-6B92-796351D28C12}"/>
              </a:ext>
            </a:extLst>
          </p:cNvPr>
          <p:cNvSpPr/>
          <p:nvPr/>
        </p:nvSpPr>
        <p:spPr>
          <a:xfrm>
            <a:off x="3577186" y="6602103"/>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84353E1A-9C48-2FEE-3AC7-66E08DF573BD}"/>
              </a:ext>
            </a:extLst>
          </p:cNvPr>
          <p:cNvSpPr/>
          <p:nvPr/>
        </p:nvSpPr>
        <p:spPr>
          <a:xfrm>
            <a:off x="3455989" y="6707187"/>
            <a:ext cx="178812" cy="875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A6D94853-6096-5E72-0BAC-AC473B84DF96}"/>
              </a:ext>
            </a:extLst>
          </p:cNvPr>
          <p:cNvSpPr/>
          <p:nvPr/>
        </p:nvSpPr>
        <p:spPr>
          <a:xfrm>
            <a:off x="2487760" y="6725239"/>
            <a:ext cx="206949"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072852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48455-E3E7-3180-361F-0CE704CE5D61}"/>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77625F9C-0A37-5090-4B46-95EEBE4B9472}"/>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C00000"/>
                </a:solidFill>
                <a:latin typeface="Amasis MT Pro Light" panose="02040304050005020304" pitchFamily="18" charset="0"/>
                <a:cs typeface="Adobe Devanagari" panose="02040503050201020203" pitchFamily="18" charset="0"/>
              </a:rPr>
              <a:t>Game</a:t>
            </a:r>
            <a:r>
              <a:rPr lang="es-ES" sz="4400" b="1" dirty="0">
                <a:solidFill>
                  <a:srgbClr val="C0000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14" name="Marcador de número de diapositiva 13">
            <a:extLst>
              <a:ext uri="{FF2B5EF4-FFF2-40B4-BE49-F238E27FC236}">
                <a16:creationId xmlns:a16="http://schemas.microsoft.com/office/drawing/2014/main" id="{6A96D2E9-183F-6808-B5F2-A99E47930FF1}"/>
              </a:ext>
            </a:extLst>
          </p:cNvPr>
          <p:cNvSpPr>
            <a:spLocks noGrp="1"/>
          </p:cNvSpPr>
          <p:nvPr>
            <p:ph type="sldNum" sz="quarter" idx="12"/>
          </p:nvPr>
        </p:nvSpPr>
        <p:spPr/>
        <p:txBody>
          <a:bodyPr/>
          <a:lstStyle/>
          <a:p>
            <a:fld id="{CC057153-B650-4DEB-B370-79DDCFDCE934}" type="slidenum">
              <a:rPr lang="en-US" smtClean="0"/>
              <a:pPr/>
              <a:t>2</a:t>
            </a:fld>
            <a:r>
              <a:rPr lang="en-US"/>
              <a:t>/32</a:t>
            </a:r>
            <a:endParaRPr lang="en-US" dirty="0"/>
          </a:p>
        </p:txBody>
      </p:sp>
      <p:pic>
        <p:nvPicPr>
          <p:cNvPr id="3" name="Imagen 2">
            <a:extLst>
              <a:ext uri="{FF2B5EF4-FFF2-40B4-BE49-F238E27FC236}">
                <a16:creationId xmlns:a16="http://schemas.microsoft.com/office/drawing/2014/main" id="{DE3B202A-3D3F-AA51-23D3-D044BD32C3D5}"/>
              </a:ext>
            </a:extLst>
          </p:cNvPr>
          <p:cNvPicPr>
            <a:picLocks noChangeAspect="1"/>
          </p:cNvPicPr>
          <p:nvPr/>
        </p:nvPicPr>
        <p:blipFill>
          <a:blip r:embed="rId3"/>
          <a:stretch>
            <a:fillRect/>
          </a:stretch>
        </p:blipFill>
        <p:spPr>
          <a:xfrm>
            <a:off x="6347551" y="2982467"/>
            <a:ext cx="2579500" cy="1528337"/>
          </a:xfrm>
          <a:prstGeom prst="rect">
            <a:avLst/>
          </a:prstGeom>
        </p:spPr>
      </p:pic>
      <p:cxnSp>
        <p:nvCxnSpPr>
          <p:cNvPr id="6" name="Conector recto 5">
            <a:extLst>
              <a:ext uri="{FF2B5EF4-FFF2-40B4-BE49-F238E27FC236}">
                <a16:creationId xmlns:a16="http://schemas.microsoft.com/office/drawing/2014/main" id="{2BF495A9-66A7-CACD-14A5-5566933063B8}"/>
              </a:ext>
            </a:extLst>
          </p:cNvPr>
          <p:cNvCxnSpPr/>
          <p:nvPr/>
        </p:nvCxnSpPr>
        <p:spPr>
          <a:xfrm>
            <a:off x="625642" y="769441"/>
            <a:ext cx="0" cy="5142592"/>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9252F9E0-8FE4-0B05-3E65-161AD6E8F2AB}"/>
              </a:ext>
            </a:extLst>
          </p:cNvPr>
          <p:cNvCxnSpPr>
            <a:cxnSpLocks/>
          </p:cNvCxnSpPr>
          <p:nvPr/>
        </p:nvCxnSpPr>
        <p:spPr>
          <a:xfrm>
            <a:off x="768417" y="122022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0EFE8756-6C5D-F8A2-C2F7-4375CB7A338F}"/>
              </a:ext>
            </a:extLst>
          </p:cNvPr>
          <p:cNvSpPr txBox="1"/>
          <p:nvPr/>
        </p:nvSpPr>
        <p:spPr>
          <a:xfrm>
            <a:off x="1337912" y="958614"/>
            <a:ext cx="5986910" cy="523220"/>
          </a:xfrm>
          <a:prstGeom prst="rect">
            <a:avLst/>
          </a:prstGeom>
          <a:noFill/>
        </p:spPr>
        <p:txBody>
          <a:bodyPr wrap="square" rtlCol="0">
            <a:spAutoFit/>
          </a:bodyPr>
          <a:lstStyle/>
          <a:p>
            <a:r>
              <a:rPr lang="es-ES" sz="2800" dirty="0">
                <a:latin typeface="Amasis MT Pro" panose="02040504050005020304" pitchFamily="18" charset="0"/>
              </a:rPr>
              <a:t>Juegos evolutivos sociales espaciales</a:t>
            </a:r>
          </a:p>
        </p:txBody>
      </p:sp>
      <p:cxnSp>
        <p:nvCxnSpPr>
          <p:cNvPr id="19" name="Conector recto 18">
            <a:extLst>
              <a:ext uri="{FF2B5EF4-FFF2-40B4-BE49-F238E27FC236}">
                <a16:creationId xmlns:a16="http://schemas.microsoft.com/office/drawing/2014/main" id="{60792EC7-8271-007F-516E-02BE339AB04B}"/>
              </a:ext>
            </a:extLst>
          </p:cNvPr>
          <p:cNvCxnSpPr>
            <a:cxnSpLocks/>
          </p:cNvCxnSpPr>
          <p:nvPr/>
        </p:nvCxnSpPr>
        <p:spPr>
          <a:xfrm>
            <a:off x="928036" y="1481834"/>
            <a:ext cx="0" cy="3001266"/>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2940841F-B566-998F-602A-F9736A787770}"/>
              </a:ext>
            </a:extLst>
          </p:cNvPr>
          <p:cNvCxnSpPr>
            <a:cxnSpLocks/>
          </p:cNvCxnSpPr>
          <p:nvPr/>
        </p:nvCxnSpPr>
        <p:spPr>
          <a:xfrm>
            <a:off x="1080896" y="24038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C08BC3FE-0E3D-7224-2158-5F613C47919B}"/>
              </a:ext>
            </a:extLst>
          </p:cNvPr>
          <p:cNvSpPr txBox="1"/>
          <p:nvPr/>
        </p:nvSpPr>
        <p:spPr>
          <a:xfrm>
            <a:off x="1650390" y="2142222"/>
            <a:ext cx="7395635" cy="830997"/>
          </a:xfrm>
          <a:prstGeom prst="rect">
            <a:avLst/>
          </a:prstGeom>
          <a:noFill/>
        </p:spPr>
        <p:txBody>
          <a:bodyPr wrap="square" rtlCol="0">
            <a:spAutoFit/>
          </a:bodyPr>
          <a:lstStyle/>
          <a:p>
            <a:r>
              <a:rPr lang="es-ES" sz="2400" dirty="0">
                <a:latin typeface="Amasis MT Pro" panose="02040504050005020304" pitchFamily="18" charset="0"/>
              </a:rPr>
              <a:t>Juego de los bienes públicos / Dilema del prisionero</a:t>
            </a:r>
          </a:p>
          <a:p>
            <a:endParaRPr lang="es-ES" sz="2400" dirty="0">
              <a:latin typeface="Amasis MT Pro" panose="02040504050005020304" pitchFamily="18" charset="0"/>
            </a:endParaRPr>
          </a:p>
        </p:txBody>
      </p:sp>
      <p:cxnSp>
        <p:nvCxnSpPr>
          <p:cNvPr id="25" name="Conector recto 24">
            <a:extLst>
              <a:ext uri="{FF2B5EF4-FFF2-40B4-BE49-F238E27FC236}">
                <a16:creationId xmlns:a16="http://schemas.microsoft.com/office/drawing/2014/main" id="{3AAC4F74-8C01-5846-FBFE-75AFF23F89EE}"/>
              </a:ext>
            </a:extLst>
          </p:cNvPr>
          <p:cNvCxnSpPr>
            <a:cxnSpLocks/>
          </p:cNvCxnSpPr>
          <p:nvPr/>
        </p:nvCxnSpPr>
        <p:spPr>
          <a:xfrm>
            <a:off x="1080896" y="371468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6" name="CuadroTexto 25">
            <a:extLst>
              <a:ext uri="{FF2B5EF4-FFF2-40B4-BE49-F238E27FC236}">
                <a16:creationId xmlns:a16="http://schemas.microsoft.com/office/drawing/2014/main" id="{1628FC4B-D069-6289-3FA3-D7DACFC97FE1}"/>
              </a:ext>
            </a:extLst>
          </p:cNvPr>
          <p:cNvSpPr txBox="1"/>
          <p:nvPr/>
        </p:nvSpPr>
        <p:spPr>
          <a:xfrm>
            <a:off x="1650391" y="3453078"/>
            <a:ext cx="5986910" cy="461665"/>
          </a:xfrm>
          <a:prstGeom prst="rect">
            <a:avLst/>
          </a:prstGeom>
          <a:noFill/>
        </p:spPr>
        <p:txBody>
          <a:bodyPr wrap="square" rtlCol="0">
            <a:spAutoFit/>
          </a:bodyPr>
          <a:lstStyle/>
          <a:p>
            <a:r>
              <a:rPr lang="es-ES" sz="2400">
                <a:latin typeface="Amasis MT Pro" panose="02040504050005020304" pitchFamily="18" charset="0"/>
              </a:rPr>
              <a:t>Cooperación entre individuos</a:t>
            </a:r>
            <a:endParaRPr lang="es-ES" sz="2400" dirty="0">
              <a:latin typeface="Amasis MT Pro" panose="02040504050005020304" pitchFamily="18" charset="0"/>
            </a:endParaRPr>
          </a:p>
        </p:txBody>
      </p:sp>
      <p:cxnSp>
        <p:nvCxnSpPr>
          <p:cNvPr id="30" name="Conector recto 29">
            <a:extLst>
              <a:ext uri="{FF2B5EF4-FFF2-40B4-BE49-F238E27FC236}">
                <a16:creationId xmlns:a16="http://schemas.microsoft.com/office/drawing/2014/main" id="{02691637-9A7C-C9DF-3FA0-57841C428F53}"/>
              </a:ext>
            </a:extLst>
          </p:cNvPr>
          <p:cNvCxnSpPr>
            <a:cxnSpLocks/>
          </p:cNvCxnSpPr>
          <p:nvPr/>
        </p:nvCxnSpPr>
        <p:spPr>
          <a:xfrm>
            <a:off x="768417" y="522559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31" name="CuadroTexto 30">
            <a:extLst>
              <a:ext uri="{FF2B5EF4-FFF2-40B4-BE49-F238E27FC236}">
                <a16:creationId xmlns:a16="http://schemas.microsoft.com/office/drawing/2014/main" id="{53AED0DD-4C41-09CF-7AE5-3DDFDD6C681C}"/>
              </a:ext>
            </a:extLst>
          </p:cNvPr>
          <p:cNvSpPr txBox="1"/>
          <p:nvPr/>
        </p:nvSpPr>
        <p:spPr>
          <a:xfrm>
            <a:off x="1337911" y="4963988"/>
            <a:ext cx="7708111" cy="954107"/>
          </a:xfrm>
          <a:prstGeom prst="rect">
            <a:avLst/>
          </a:prstGeom>
          <a:noFill/>
        </p:spPr>
        <p:txBody>
          <a:bodyPr wrap="square" rtlCol="0">
            <a:spAutoFit/>
          </a:bodyPr>
          <a:lstStyle/>
          <a:p>
            <a:r>
              <a:rPr lang="es-ES" sz="2800" dirty="0">
                <a:latin typeface="Amasis MT Pro" panose="02040504050005020304" pitchFamily="18" charset="0"/>
              </a:rPr>
              <a:t>Integración de técnicas de </a:t>
            </a:r>
            <a:r>
              <a:rPr lang="es-ES" sz="2800" dirty="0">
                <a:solidFill>
                  <a:srgbClr val="0070C0"/>
                </a:solidFill>
                <a:latin typeface="Amasis MT Pro" panose="02040504050005020304" pitchFamily="18" charset="0"/>
              </a:rPr>
              <a:t>control parcial</a:t>
            </a:r>
            <a:r>
              <a:rPr lang="es-ES" sz="2800" dirty="0">
                <a:latin typeface="Amasis MT Pro" panose="02040504050005020304" pitchFamily="18" charset="0"/>
              </a:rPr>
              <a:t> en teoría de juegos</a:t>
            </a:r>
          </a:p>
        </p:txBody>
      </p:sp>
    </p:spTree>
    <p:extLst>
      <p:ext uri="{BB962C8B-B14F-4D97-AF65-F5344CB8AC3E}">
        <p14:creationId xmlns:p14="http://schemas.microsoft.com/office/powerpoint/2010/main" val="881939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1C4E-BBA4-2B86-EF2A-8A1CBD203300}"/>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C7E17F82-ADEF-C8FB-0F3D-0E632225B48B}"/>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14" name="Marcador de número de diapositiva 13">
            <a:extLst>
              <a:ext uri="{FF2B5EF4-FFF2-40B4-BE49-F238E27FC236}">
                <a16:creationId xmlns:a16="http://schemas.microsoft.com/office/drawing/2014/main" id="{27E321EB-B1EB-40E1-9DB4-6D576DCB8C90}"/>
              </a:ext>
            </a:extLst>
          </p:cNvPr>
          <p:cNvSpPr>
            <a:spLocks noGrp="1"/>
          </p:cNvSpPr>
          <p:nvPr>
            <p:ph type="sldNum" sz="quarter" idx="12"/>
          </p:nvPr>
        </p:nvSpPr>
        <p:spPr/>
        <p:txBody>
          <a:bodyPr/>
          <a:lstStyle/>
          <a:p>
            <a:fld id="{CC057153-B650-4DEB-B370-79DDCFDCE934}" type="slidenum">
              <a:rPr lang="en-US" smtClean="0"/>
              <a:pPr/>
              <a:t>3</a:t>
            </a:fld>
            <a:r>
              <a:rPr lang="en-US"/>
              <a:t>/32</a:t>
            </a:r>
            <a:endParaRPr lang="en-US" dirty="0"/>
          </a:p>
        </p:txBody>
      </p:sp>
      <p:cxnSp>
        <p:nvCxnSpPr>
          <p:cNvPr id="2" name="Conector recto 1">
            <a:extLst>
              <a:ext uri="{FF2B5EF4-FFF2-40B4-BE49-F238E27FC236}">
                <a16:creationId xmlns:a16="http://schemas.microsoft.com/office/drawing/2014/main" id="{E30FD814-92EC-D5A1-4E57-7EB3928104D3}"/>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 name="Conector recto 2">
            <a:extLst>
              <a:ext uri="{FF2B5EF4-FFF2-40B4-BE49-F238E27FC236}">
                <a16:creationId xmlns:a16="http://schemas.microsoft.com/office/drawing/2014/main" id="{69521998-0B2B-4AF2-72AB-C147032C0011}"/>
              </a:ext>
            </a:extLst>
          </p:cNvPr>
          <p:cNvCxnSpPr>
            <a:cxnSpLocks/>
          </p:cNvCxnSpPr>
          <p:nvPr/>
        </p:nvCxnSpPr>
        <p:spPr>
          <a:xfrm>
            <a:off x="625642" y="1126628"/>
            <a:ext cx="3442591"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 name="Conector recto 5">
            <a:extLst>
              <a:ext uri="{FF2B5EF4-FFF2-40B4-BE49-F238E27FC236}">
                <a16:creationId xmlns:a16="http://schemas.microsoft.com/office/drawing/2014/main" id="{1836B983-D185-4B51-C807-9DDA016EA481}"/>
              </a:ext>
            </a:extLst>
          </p:cNvPr>
          <p:cNvCxnSpPr>
            <a:cxnSpLocks/>
          </p:cNvCxnSpPr>
          <p:nvPr/>
        </p:nvCxnSpPr>
        <p:spPr>
          <a:xfrm>
            <a:off x="4039658" y="804333"/>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59DE1231-E518-C83D-D0BA-7230F4BBE6A1}"/>
              </a:ext>
            </a:extLst>
          </p:cNvPr>
          <p:cNvCxnSpPr>
            <a:cxnSpLocks/>
          </p:cNvCxnSpPr>
          <p:nvPr/>
        </p:nvCxnSpPr>
        <p:spPr>
          <a:xfrm>
            <a:off x="743017" y="171053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8E29B8AE-F043-497C-1A35-CE93E9AC1632}"/>
              </a:ext>
            </a:extLst>
          </p:cNvPr>
          <p:cNvSpPr txBox="1"/>
          <p:nvPr/>
        </p:nvSpPr>
        <p:spPr>
          <a:xfrm>
            <a:off x="1312512" y="1448924"/>
            <a:ext cx="7733516" cy="523220"/>
          </a:xfrm>
          <a:prstGeom prst="rect">
            <a:avLst/>
          </a:prstGeom>
          <a:noFill/>
        </p:spPr>
        <p:txBody>
          <a:bodyPr wrap="square" rtlCol="0">
            <a:spAutoFit/>
          </a:bodyPr>
          <a:lstStyle/>
          <a:p>
            <a:r>
              <a:rPr lang="es-ES" sz="2800" dirty="0">
                <a:latin typeface="Amasis MT Pro" panose="02040504050005020304" pitchFamily="18" charset="0"/>
              </a:rPr>
              <a:t>Caos espacio-temporal </a:t>
            </a:r>
          </a:p>
        </p:txBody>
      </p:sp>
      <p:pic>
        <p:nvPicPr>
          <p:cNvPr id="25" name="Imagen 24">
            <a:extLst>
              <a:ext uri="{FF2B5EF4-FFF2-40B4-BE49-F238E27FC236}">
                <a16:creationId xmlns:a16="http://schemas.microsoft.com/office/drawing/2014/main" id="{2A7A1580-1829-AE66-3837-65F5036BA916}"/>
              </a:ext>
            </a:extLst>
          </p:cNvPr>
          <p:cNvPicPr>
            <a:picLocks noChangeAspect="1"/>
          </p:cNvPicPr>
          <p:nvPr/>
        </p:nvPicPr>
        <p:blipFill>
          <a:blip r:embed="rId3"/>
          <a:stretch>
            <a:fillRect/>
          </a:stretch>
        </p:blipFill>
        <p:spPr>
          <a:xfrm>
            <a:off x="6075590" y="1145678"/>
            <a:ext cx="1755898" cy="1735239"/>
          </a:xfrm>
          <a:prstGeom prst="rect">
            <a:avLst/>
          </a:prstGeom>
        </p:spPr>
      </p:pic>
      <p:cxnSp>
        <p:nvCxnSpPr>
          <p:cNvPr id="26" name="Conector recto 25">
            <a:extLst>
              <a:ext uri="{FF2B5EF4-FFF2-40B4-BE49-F238E27FC236}">
                <a16:creationId xmlns:a16="http://schemas.microsoft.com/office/drawing/2014/main" id="{B08EC499-2DE1-A385-8AAE-F8C6A574DC2B}"/>
              </a:ext>
            </a:extLst>
          </p:cNvPr>
          <p:cNvCxnSpPr>
            <a:cxnSpLocks/>
          </p:cNvCxnSpPr>
          <p:nvPr/>
        </p:nvCxnSpPr>
        <p:spPr>
          <a:xfrm>
            <a:off x="750281" y="3563929"/>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008BE33D-1A29-3BA0-D5D1-BEDAAE1B2601}"/>
              </a:ext>
            </a:extLst>
          </p:cNvPr>
          <p:cNvSpPr txBox="1"/>
          <p:nvPr/>
        </p:nvSpPr>
        <p:spPr>
          <a:xfrm>
            <a:off x="1319776" y="3302319"/>
            <a:ext cx="5986910" cy="523220"/>
          </a:xfrm>
          <a:prstGeom prst="rect">
            <a:avLst/>
          </a:prstGeom>
          <a:noFill/>
        </p:spPr>
        <p:txBody>
          <a:bodyPr wrap="square" rtlCol="0">
            <a:spAutoFit/>
          </a:bodyPr>
          <a:lstStyle/>
          <a:p>
            <a:r>
              <a:rPr lang="es-ES" sz="2800" dirty="0">
                <a:latin typeface="Amasis MT Pro" panose="02040504050005020304" pitchFamily="18" charset="0"/>
              </a:rPr>
              <a:t>Herramienta de medición del caos</a:t>
            </a:r>
          </a:p>
        </p:txBody>
      </p:sp>
      <p:cxnSp>
        <p:nvCxnSpPr>
          <p:cNvPr id="28" name="Conector recto 27">
            <a:extLst>
              <a:ext uri="{FF2B5EF4-FFF2-40B4-BE49-F238E27FC236}">
                <a16:creationId xmlns:a16="http://schemas.microsoft.com/office/drawing/2014/main" id="{A43C4242-A8DE-EF57-53E8-CDAFAAF2CE1A}"/>
              </a:ext>
            </a:extLst>
          </p:cNvPr>
          <p:cNvCxnSpPr>
            <a:cxnSpLocks/>
          </p:cNvCxnSpPr>
          <p:nvPr/>
        </p:nvCxnSpPr>
        <p:spPr>
          <a:xfrm>
            <a:off x="743018" y="5411093"/>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9" name="CuadroTexto 28">
            <a:extLst>
              <a:ext uri="{FF2B5EF4-FFF2-40B4-BE49-F238E27FC236}">
                <a16:creationId xmlns:a16="http://schemas.microsoft.com/office/drawing/2014/main" id="{015A8E41-B395-2C30-9510-911E3CEAC156}"/>
              </a:ext>
            </a:extLst>
          </p:cNvPr>
          <p:cNvSpPr txBox="1"/>
          <p:nvPr/>
        </p:nvSpPr>
        <p:spPr>
          <a:xfrm>
            <a:off x="1312512" y="5149483"/>
            <a:ext cx="7733515" cy="954107"/>
          </a:xfrm>
          <a:prstGeom prst="rect">
            <a:avLst/>
          </a:prstGeom>
          <a:noFill/>
        </p:spPr>
        <p:txBody>
          <a:bodyPr wrap="square" rtlCol="0">
            <a:spAutoFit/>
          </a:bodyPr>
          <a:lstStyle/>
          <a:p>
            <a:r>
              <a:rPr lang="es-ES" sz="2800" dirty="0">
                <a:latin typeface="Amasis MT Pro" panose="02040504050005020304" pitchFamily="18" charset="0"/>
              </a:rPr>
              <a:t>Clasificación de menor a mayor complejidad en </a:t>
            </a:r>
            <a:r>
              <a:rPr lang="es-ES" sz="2800" dirty="0">
                <a:solidFill>
                  <a:srgbClr val="0070C0"/>
                </a:solidFill>
                <a:latin typeface="Amasis MT Pro" panose="02040504050005020304" pitchFamily="18" charset="0"/>
              </a:rPr>
              <a:t>autómatas celulares</a:t>
            </a:r>
          </a:p>
        </p:txBody>
      </p:sp>
    </p:spTree>
    <p:extLst>
      <p:ext uri="{BB962C8B-B14F-4D97-AF65-F5344CB8AC3E}">
        <p14:creationId xmlns:p14="http://schemas.microsoft.com/office/powerpoint/2010/main" val="4282653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89F5F-15CF-A0A4-74A5-F89CC7C5B107}"/>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D6370EB9-D1AF-F54C-388B-005404A3CAC4}"/>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a:t>
            </a:r>
            <a:r>
              <a:rPr lang="es-ES" sz="4400" b="1" dirty="0">
                <a:solidFill>
                  <a:srgbClr val="C00000"/>
                </a:solidFill>
                <a:latin typeface="Amasis MT Pro Light" panose="02040304050005020304" pitchFamily="18" charset="0"/>
                <a:cs typeface="Adobe Devanagari" panose="02040503050201020203" pitchFamily="18" charset="0"/>
              </a:rPr>
              <a:t>Control</a:t>
            </a:r>
            <a:endParaRPr lang="es-ES" sz="6000" b="1" dirty="0">
              <a:solidFill>
                <a:srgbClr val="C00000"/>
              </a:solidFill>
              <a:latin typeface="Amasis MT Pro Light" panose="02040304050005020304" pitchFamily="18" charset="0"/>
              <a:cs typeface="Adobe Devanagari" panose="02040503050201020203" pitchFamily="18" charset="0"/>
            </a:endParaRPr>
          </a:p>
        </p:txBody>
      </p:sp>
      <p:sp>
        <p:nvSpPr>
          <p:cNvPr id="14" name="Marcador de número de diapositiva 13">
            <a:extLst>
              <a:ext uri="{FF2B5EF4-FFF2-40B4-BE49-F238E27FC236}">
                <a16:creationId xmlns:a16="http://schemas.microsoft.com/office/drawing/2014/main" id="{47E20AF2-3526-3CFC-9DDA-513E2E67CE0F}"/>
              </a:ext>
            </a:extLst>
          </p:cNvPr>
          <p:cNvSpPr>
            <a:spLocks noGrp="1"/>
          </p:cNvSpPr>
          <p:nvPr>
            <p:ph type="sldNum" sz="quarter" idx="12"/>
          </p:nvPr>
        </p:nvSpPr>
        <p:spPr/>
        <p:txBody>
          <a:bodyPr/>
          <a:lstStyle/>
          <a:p>
            <a:fld id="{CC057153-B650-4DEB-B370-79DDCFDCE934}" type="slidenum">
              <a:rPr lang="en-US" smtClean="0"/>
              <a:pPr/>
              <a:t>4</a:t>
            </a:fld>
            <a:r>
              <a:rPr lang="en-US"/>
              <a:t>/32</a:t>
            </a:r>
            <a:endParaRPr lang="en-US" dirty="0"/>
          </a:p>
        </p:txBody>
      </p:sp>
      <p:cxnSp>
        <p:nvCxnSpPr>
          <p:cNvPr id="3" name="Conector recto 2">
            <a:extLst>
              <a:ext uri="{FF2B5EF4-FFF2-40B4-BE49-F238E27FC236}">
                <a16:creationId xmlns:a16="http://schemas.microsoft.com/office/drawing/2014/main" id="{57525234-7925-9204-2EE0-F32A27A4322B}"/>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 name="Conector recto 3">
            <a:extLst>
              <a:ext uri="{FF2B5EF4-FFF2-40B4-BE49-F238E27FC236}">
                <a16:creationId xmlns:a16="http://schemas.microsoft.com/office/drawing/2014/main" id="{AB37F89F-0DFD-0A8D-25C0-D5CCCEEB8323}"/>
              </a:ext>
            </a:extLst>
          </p:cNvPr>
          <p:cNvCxnSpPr>
            <a:cxnSpLocks/>
          </p:cNvCxnSpPr>
          <p:nvPr/>
        </p:nvCxnSpPr>
        <p:spPr>
          <a:xfrm>
            <a:off x="625642" y="1126628"/>
            <a:ext cx="7137233"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 name="Conector recto 4">
            <a:extLst>
              <a:ext uri="{FF2B5EF4-FFF2-40B4-BE49-F238E27FC236}">
                <a16:creationId xmlns:a16="http://schemas.microsoft.com/office/drawing/2014/main" id="{E3BC96AA-05EC-07EA-2475-51E1388C9B61}"/>
              </a:ext>
            </a:extLst>
          </p:cNvPr>
          <p:cNvCxnSpPr>
            <a:cxnSpLocks/>
          </p:cNvCxnSpPr>
          <p:nvPr/>
        </p:nvCxnSpPr>
        <p:spPr>
          <a:xfrm>
            <a:off x="7733554" y="809128"/>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A1D613BE-9347-AD22-3CFB-F844A68E1F42}"/>
              </a:ext>
            </a:extLst>
          </p:cNvPr>
          <p:cNvCxnSpPr>
            <a:cxnSpLocks/>
          </p:cNvCxnSpPr>
          <p:nvPr/>
        </p:nvCxnSpPr>
        <p:spPr>
          <a:xfrm>
            <a:off x="746645" y="1857201"/>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1" name="CuadroTexto 20">
            <a:extLst>
              <a:ext uri="{FF2B5EF4-FFF2-40B4-BE49-F238E27FC236}">
                <a16:creationId xmlns:a16="http://schemas.microsoft.com/office/drawing/2014/main" id="{0FC47380-A842-6FE8-9CC5-D18C83C94E87}"/>
              </a:ext>
            </a:extLst>
          </p:cNvPr>
          <p:cNvSpPr txBox="1"/>
          <p:nvPr/>
        </p:nvSpPr>
        <p:spPr>
          <a:xfrm>
            <a:off x="1316140" y="1595591"/>
            <a:ext cx="5986910" cy="523220"/>
          </a:xfrm>
          <a:prstGeom prst="rect">
            <a:avLst/>
          </a:prstGeom>
          <a:noFill/>
        </p:spPr>
        <p:txBody>
          <a:bodyPr wrap="square" rtlCol="0">
            <a:spAutoFit/>
          </a:bodyPr>
          <a:lstStyle/>
          <a:p>
            <a:r>
              <a:rPr lang="es-ES" sz="2800" dirty="0">
                <a:latin typeface="Amasis MT Pro" panose="02040504050005020304" pitchFamily="18" charset="0"/>
              </a:rPr>
              <a:t>Control parcial</a:t>
            </a:r>
          </a:p>
        </p:txBody>
      </p:sp>
      <p:cxnSp>
        <p:nvCxnSpPr>
          <p:cNvPr id="22" name="Conector recto 21">
            <a:extLst>
              <a:ext uri="{FF2B5EF4-FFF2-40B4-BE49-F238E27FC236}">
                <a16:creationId xmlns:a16="http://schemas.microsoft.com/office/drawing/2014/main" id="{3D5E6FAE-C357-3038-D83A-AC4F90E78C31}"/>
              </a:ext>
            </a:extLst>
          </p:cNvPr>
          <p:cNvCxnSpPr>
            <a:cxnSpLocks/>
          </p:cNvCxnSpPr>
          <p:nvPr/>
        </p:nvCxnSpPr>
        <p:spPr>
          <a:xfrm>
            <a:off x="1065882" y="4886849"/>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3" name="CuadroTexto 22">
            <a:extLst>
              <a:ext uri="{FF2B5EF4-FFF2-40B4-BE49-F238E27FC236}">
                <a16:creationId xmlns:a16="http://schemas.microsoft.com/office/drawing/2014/main" id="{8D6C2ED5-A395-CFE3-B450-58FD1B370527}"/>
              </a:ext>
            </a:extLst>
          </p:cNvPr>
          <p:cNvSpPr txBox="1"/>
          <p:nvPr/>
        </p:nvSpPr>
        <p:spPr>
          <a:xfrm>
            <a:off x="1522967" y="4668161"/>
            <a:ext cx="4090660" cy="830997"/>
          </a:xfrm>
          <a:prstGeom prst="rect">
            <a:avLst/>
          </a:prstGeom>
          <a:noFill/>
        </p:spPr>
        <p:txBody>
          <a:bodyPr wrap="square" rtlCol="0">
            <a:spAutoFit/>
          </a:bodyPr>
          <a:lstStyle/>
          <a:p>
            <a:r>
              <a:rPr lang="es-ES" sz="2400" dirty="0">
                <a:latin typeface="Amasis MT Pro" panose="02040504050005020304" pitchFamily="18" charset="0"/>
              </a:rPr>
              <a:t>Juego de supervivencia y control entre dos jugadores</a:t>
            </a:r>
          </a:p>
        </p:txBody>
      </p:sp>
      <p:cxnSp>
        <p:nvCxnSpPr>
          <p:cNvPr id="24" name="Conector recto 23">
            <a:extLst>
              <a:ext uri="{FF2B5EF4-FFF2-40B4-BE49-F238E27FC236}">
                <a16:creationId xmlns:a16="http://schemas.microsoft.com/office/drawing/2014/main" id="{0053A46C-5BC2-9123-516E-DA869976097B}"/>
              </a:ext>
            </a:extLst>
          </p:cNvPr>
          <p:cNvCxnSpPr>
            <a:cxnSpLocks/>
          </p:cNvCxnSpPr>
          <p:nvPr/>
        </p:nvCxnSpPr>
        <p:spPr>
          <a:xfrm>
            <a:off x="928036" y="2091434"/>
            <a:ext cx="12717" cy="340772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B555CDF7-E99C-7A1B-F46A-45C36CBDF552}"/>
              </a:ext>
            </a:extLst>
          </p:cNvPr>
          <p:cNvCxnSpPr>
            <a:cxnSpLocks/>
          </p:cNvCxnSpPr>
          <p:nvPr/>
        </p:nvCxnSpPr>
        <p:spPr>
          <a:xfrm>
            <a:off x="1065883" y="26324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A39E1C70-ABA8-4599-515F-1CFE22D6412F}"/>
              </a:ext>
            </a:extLst>
          </p:cNvPr>
          <p:cNvSpPr txBox="1"/>
          <p:nvPr/>
        </p:nvSpPr>
        <p:spPr>
          <a:xfrm>
            <a:off x="1522967" y="2405726"/>
            <a:ext cx="7395635" cy="830997"/>
          </a:xfrm>
          <a:prstGeom prst="rect">
            <a:avLst/>
          </a:prstGeom>
          <a:noFill/>
        </p:spPr>
        <p:txBody>
          <a:bodyPr wrap="square" rtlCol="0">
            <a:spAutoFit/>
          </a:bodyPr>
          <a:lstStyle/>
          <a:p>
            <a:r>
              <a:rPr lang="es-ES" sz="2400" dirty="0">
                <a:latin typeface="Amasis MT Pro" panose="02040504050005020304" pitchFamily="18" charset="0"/>
              </a:rPr>
              <a:t>Escape rápido de una </a:t>
            </a:r>
            <a:r>
              <a:rPr lang="es-ES" sz="2400" dirty="0">
                <a:solidFill>
                  <a:srgbClr val="0070C0"/>
                </a:solidFill>
                <a:latin typeface="Amasis MT Pro" panose="02040504050005020304" pitchFamily="18" charset="0"/>
              </a:rPr>
              <a:t>región caótica transitoria</a:t>
            </a:r>
          </a:p>
          <a:p>
            <a:endParaRPr lang="es-ES" sz="2400" dirty="0">
              <a:latin typeface="Amasis MT Pro" panose="02040504050005020304" pitchFamily="18" charset="0"/>
            </a:endParaRPr>
          </a:p>
        </p:txBody>
      </p:sp>
      <p:sp>
        <p:nvSpPr>
          <p:cNvPr id="29" name="CuadroTexto 28">
            <a:extLst>
              <a:ext uri="{FF2B5EF4-FFF2-40B4-BE49-F238E27FC236}">
                <a16:creationId xmlns:a16="http://schemas.microsoft.com/office/drawing/2014/main" id="{3FA236F4-FC6A-F70A-982E-A535246D61E1}"/>
              </a:ext>
            </a:extLst>
          </p:cNvPr>
          <p:cNvSpPr txBox="1"/>
          <p:nvPr/>
        </p:nvSpPr>
        <p:spPr>
          <a:xfrm>
            <a:off x="1522967" y="3041093"/>
            <a:ext cx="7395635" cy="830997"/>
          </a:xfrm>
          <a:prstGeom prst="rect">
            <a:avLst/>
          </a:prstGeom>
          <a:noFill/>
        </p:spPr>
        <p:txBody>
          <a:bodyPr wrap="square" rtlCol="0">
            <a:spAutoFit/>
          </a:bodyPr>
          <a:lstStyle/>
          <a:p>
            <a:r>
              <a:rPr lang="es-ES" sz="2400" dirty="0">
                <a:latin typeface="Amasis MT Pro" panose="02040504050005020304" pitchFamily="18" charset="0"/>
              </a:rPr>
              <a:t>Escape controlado, fijando el número de iteraciones hasta el escape.</a:t>
            </a:r>
          </a:p>
        </p:txBody>
      </p:sp>
      <p:cxnSp>
        <p:nvCxnSpPr>
          <p:cNvPr id="30" name="Conector recto 29">
            <a:extLst>
              <a:ext uri="{FF2B5EF4-FFF2-40B4-BE49-F238E27FC236}">
                <a16:creationId xmlns:a16="http://schemas.microsoft.com/office/drawing/2014/main" id="{F6A3F084-3335-A2BB-E3E6-9891F42277EE}"/>
              </a:ext>
            </a:extLst>
          </p:cNvPr>
          <p:cNvCxnSpPr>
            <a:cxnSpLocks/>
          </p:cNvCxnSpPr>
          <p:nvPr/>
        </p:nvCxnSpPr>
        <p:spPr>
          <a:xfrm>
            <a:off x="1065883" y="3267155"/>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65" name="CuadroTexto 64">
            <a:extLst>
              <a:ext uri="{FF2B5EF4-FFF2-40B4-BE49-F238E27FC236}">
                <a16:creationId xmlns:a16="http://schemas.microsoft.com/office/drawing/2014/main" id="{95CAEE30-3796-127B-1C80-4CF69B69CF25}"/>
              </a:ext>
            </a:extLst>
          </p:cNvPr>
          <p:cNvSpPr txBox="1"/>
          <p:nvPr/>
        </p:nvSpPr>
        <p:spPr>
          <a:xfrm>
            <a:off x="1522967" y="3950129"/>
            <a:ext cx="7395635" cy="461665"/>
          </a:xfrm>
          <a:prstGeom prst="rect">
            <a:avLst/>
          </a:prstGeom>
          <a:noFill/>
        </p:spPr>
        <p:txBody>
          <a:bodyPr wrap="square" rtlCol="0">
            <a:spAutoFit/>
          </a:bodyPr>
          <a:lstStyle/>
          <a:p>
            <a:r>
              <a:rPr lang="es-ES" sz="2400" dirty="0">
                <a:latin typeface="Amasis MT Pro" panose="02040504050005020304" pitchFamily="18" charset="0"/>
              </a:rPr>
              <a:t>Trayectorias </a:t>
            </a:r>
            <a:r>
              <a:rPr lang="es-ES" sz="2400" dirty="0" err="1">
                <a:latin typeface="Amasis MT Pro" panose="02040504050005020304" pitchFamily="18" charset="0"/>
              </a:rPr>
              <a:t>cuasiperiódicas</a:t>
            </a:r>
            <a:r>
              <a:rPr lang="es-ES" sz="2400" dirty="0">
                <a:latin typeface="Amasis MT Pro" panose="02040504050005020304" pitchFamily="18" charset="0"/>
              </a:rPr>
              <a:t> en sistemas </a:t>
            </a:r>
            <a:r>
              <a:rPr lang="es-ES" sz="2400" dirty="0" err="1">
                <a:latin typeface="Amasis MT Pro" panose="02040504050005020304" pitchFamily="18" charset="0"/>
              </a:rPr>
              <a:t>multiestables</a:t>
            </a:r>
            <a:endParaRPr lang="es-ES" sz="2400" dirty="0">
              <a:latin typeface="Amasis MT Pro" panose="02040504050005020304" pitchFamily="18" charset="0"/>
            </a:endParaRPr>
          </a:p>
        </p:txBody>
      </p:sp>
      <p:cxnSp>
        <p:nvCxnSpPr>
          <p:cNvPr id="66" name="Conector recto 65">
            <a:extLst>
              <a:ext uri="{FF2B5EF4-FFF2-40B4-BE49-F238E27FC236}">
                <a16:creationId xmlns:a16="http://schemas.microsoft.com/office/drawing/2014/main" id="{4410F0FE-5061-61BC-6E7C-D501E2653227}"/>
              </a:ext>
            </a:extLst>
          </p:cNvPr>
          <p:cNvCxnSpPr>
            <a:cxnSpLocks/>
          </p:cNvCxnSpPr>
          <p:nvPr/>
        </p:nvCxnSpPr>
        <p:spPr>
          <a:xfrm>
            <a:off x="1065883" y="4176191"/>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pic>
        <p:nvPicPr>
          <p:cNvPr id="70" name="Imagen 69" descr="Gráfico, Gráfico radial&#10;&#10;El contenido generado por IA puede ser incorrecto.">
            <a:extLst>
              <a:ext uri="{FF2B5EF4-FFF2-40B4-BE49-F238E27FC236}">
                <a16:creationId xmlns:a16="http://schemas.microsoft.com/office/drawing/2014/main" id="{3BD5FD3F-BF72-FFF1-D0FE-AA5AE9B416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2860" y="4397341"/>
            <a:ext cx="2946932" cy="2455777"/>
          </a:xfrm>
          <a:prstGeom prst="rect">
            <a:avLst/>
          </a:prstGeom>
        </p:spPr>
      </p:pic>
    </p:spTree>
    <p:extLst>
      <p:ext uri="{BB962C8B-B14F-4D97-AF65-F5344CB8AC3E}">
        <p14:creationId xmlns:p14="http://schemas.microsoft.com/office/powerpoint/2010/main" val="447890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8B071-DCF6-ABC1-B062-A9F6DCDFFB0F}"/>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9F92BCE5-4796-BA4C-1555-BA6A58204DD4}"/>
              </a:ext>
            </a:extLst>
          </p:cNvPr>
          <p:cNvSpPr txBox="1"/>
          <p:nvPr/>
        </p:nvSpPr>
        <p:spPr>
          <a:xfrm>
            <a:off x="0" y="1940137"/>
            <a:ext cx="9144000" cy="2308324"/>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Time-dependent effects hinder cooperation on the public goods game</a:t>
            </a:r>
          </a:p>
        </p:txBody>
      </p:sp>
      <p:sp>
        <p:nvSpPr>
          <p:cNvPr id="3" name="Rectángulo: esquinas redondeadas 2">
            <a:extLst>
              <a:ext uri="{FF2B5EF4-FFF2-40B4-BE49-F238E27FC236}">
                <a16:creationId xmlns:a16="http://schemas.microsoft.com/office/drawing/2014/main" id="{309F9282-0B70-BCDC-7B98-DB97F935B682}"/>
              </a:ext>
            </a:extLst>
          </p:cNvPr>
          <p:cNvSpPr/>
          <p:nvPr/>
        </p:nvSpPr>
        <p:spPr>
          <a:xfrm>
            <a:off x="742950" y="4800600"/>
            <a:ext cx="7724775"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2" name="Marcador de número de diapositiva 11">
            <a:extLst>
              <a:ext uri="{FF2B5EF4-FFF2-40B4-BE49-F238E27FC236}">
                <a16:creationId xmlns:a16="http://schemas.microsoft.com/office/drawing/2014/main" id="{901EC481-BF45-87DD-41FC-74F822F6829C}"/>
              </a:ext>
            </a:extLst>
          </p:cNvPr>
          <p:cNvSpPr>
            <a:spLocks noGrp="1"/>
          </p:cNvSpPr>
          <p:nvPr>
            <p:ph type="sldNum" sz="quarter" idx="12"/>
          </p:nvPr>
        </p:nvSpPr>
        <p:spPr/>
        <p:txBody>
          <a:bodyPr/>
          <a:lstStyle/>
          <a:p>
            <a:fld id="{CC057153-B650-4DEB-B370-79DDCFDCE934}" type="slidenum">
              <a:rPr lang="en-US" smtClean="0"/>
              <a:pPr/>
              <a:t>5</a:t>
            </a:fld>
            <a:r>
              <a:rPr lang="en-US"/>
              <a:t>/32</a:t>
            </a:r>
            <a:endParaRPr lang="en-US" dirty="0"/>
          </a:p>
        </p:txBody>
      </p:sp>
      <p:sp>
        <p:nvSpPr>
          <p:cNvPr id="5" name="CuadroTexto 4">
            <a:extLst>
              <a:ext uri="{FF2B5EF4-FFF2-40B4-BE49-F238E27FC236}">
                <a16:creationId xmlns:a16="http://schemas.microsoft.com/office/drawing/2014/main" id="{B19DA592-9B9A-14D5-A007-A834FD34E7B8}"/>
              </a:ext>
            </a:extLst>
          </p:cNvPr>
          <p:cNvSpPr txBox="1"/>
          <p:nvPr/>
        </p:nvSpPr>
        <p:spPr>
          <a:xfrm>
            <a:off x="742949" y="4947920"/>
            <a:ext cx="7724776" cy="1200329"/>
          </a:xfrm>
          <a:prstGeom prst="rect">
            <a:avLst/>
          </a:prstGeom>
          <a:noFill/>
        </p:spPr>
        <p:txBody>
          <a:bodyPr wrap="square" rtlCol="0">
            <a:spAutoFit/>
          </a:bodyPr>
          <a:lstStyle/>
          <a:p>
            <a:pPr algn="ctr"/>
            <a:r>
              <a:rPr lang="en-US" sz="3600" b="0" i="0" u="none" strike="noStrike" baseline="0" dirty="0">
                <a:latin typeface="Amasis MT Pro" panose="02040504050005020304" pitchFamily="18" charset="0"/>
              </a:rPr>
              <a:t>G. Alfaro and M. A. F. Sanjuán, Chaos Solitons Fractals </a:t>
            </a:r>
            <a:r>
              <a:rPr lang="en-US" sz="3600" b="1" i="0" u="none" strike="noStrike" baseline="0" dirty="0">
                <a:latin typeface="Amasis MT Pro" panose="02040504050005020304" pitchFamily="18" charset="0"/>
              </a:rPr>
              <a:t>160</a:t>
            </a:r>
            <a:r>
              <a:rPr lang="en-US" sz="3600" b="0" i="0" u="none" strike="noStrike" baseline="0" dirty="0">
                <a:latin typeface="Amasis MT Pro" panose="02040504050005020304" pitchFamily="18" charset="0"/>
              </a:rPr>
              <a:t>, 112206 (2022).</a:t>
            </a:r>
            <a:endParaRPr lang="es-ES" sz="3600" dirty="0">
              <a:latin typeface="Amasis MT Pro" panose="02040504050005020304" pitchFamily="18" charset="0"/>
            </a:endParaRPr>
          </a:p>
        </p:txBody>
      </p:sp>
    </p:spTree>
    <p:extLst>
      <p:ext uri="{BB962C8B-B14F-4D97-AF65-F5344CB8AC3E}">
        <p14:creationId xmlns:p14="http://schemas.microsoft.com/office/powerpoint/2010/main" val="3389424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724CAB1-E0AB-08F6-E084-514EBF164219}"/>
              </a:ext>
            </a:extLst>
          </p:cNvPr>
          <p:cNvSpPr>
            <a:spLocks noGrp="1"/>
          </p:cNvSpPr>
          <p:nvPr>
            <p:ph type="sldNum" sz="quarter" idx="12"/>
          </p:nvPr>
        </p:nvSpPr>
        <p:spPr/>
        <p:txBody>
          <a:bodyPr/>
          <a:lstStyle/>
          <a:p>
            <a:fld id="{CC057153-B650-4DEB-B370-79DDCFDCE934}" type="slidenum">
              <a:rPr lang="en-US" smtClean="0"/>
              <a:pPr/>
              <a:t>6</a:t>
            </a:fld>
            <a:r>
              <a:rPr lang="en-US"/>
              <a:t>/32</a:t>
            </a:r>
            <a:endParaRPr lang="en-US" dirty="0"/>
          </a:p>
        </p:txBody>
      </p:sp>
      <p:pic>
        <p:nvPicPr>
          <p:cNvPr id="5" name="Imagen 4">
            <a:extLst>
              <a:ext uri="{FF2B5EF4-FFF2-40B4-BE49-F238E27FC236}">
                <a16:creationId xmlns:a16="http://schemas.microsoft.com/office/drawing/2014/main" id="{960BBCDB-4357-088F-DADB-934E2E8F25E3}"/>
              </a:ext>
            </a:extLst>
          </p:cNvPr>
          <p:cNvPicPr>
            <a:picLocks noChangeAspect="1"/>
          </p:cNvPicPr>
          <p:nvPr/>
        </p:nvPicPr>
        <p:blipFill>
          <a:blip r:embed="rId3"/>
          <a:stretch>
            <a:fillRect/>
          </a:stretch>
        </p:blipFill>
        <p:spPr>
          <a:xfrm>
            <a:off x="281001" y="888298"/>
            <a:ext cx="8576302" cy="5081403"/>
          </a:xfrm>
          <a:prstGeom prst="rect">
            <a:avLst/>
          </a:prstGeom>
        </p:spPr>
      </p:pic>
      <p:sp>
        <p:nvSpPr>
          <p:cNvPr id="6" name="CuadroTexto 5">
            <a:extLst>
              <a:ext uri="{FF2B5EF4-FFF2-40B4-BE49-F238E27FC236}">
                <a16:creationId xmlns:a16="http://schemas.microsoft.com/office/drawing/2014/main" id="{4A9DFBBD-D576-56C7-A96A-0F864CCAA6D2}"/>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Juegos sociales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FE9BCD80-B6F0-4C9A-92BA-3B9CC8572967}"/>
              </a:ext>
            </a:extLst>
          </p:cNvPr>
          <p:cNvSpPr txBox="1"/>
          <p:nvPr/>
        </p:nvSpPr>
        <p:spPr>
          <a:xfrm>
            <a:off x="413657" y="5804568"/>
            <a:ext cx="8632371" cy="830997"/>
          </a:xfrm>
          <a:prstGeom prst="rect">
            <a:avLst/>
          </a:prstGeom>
          <a:noFill/>
        </p:spPr>
        <p:txBody>
          <a:bodyPr wrap="square" rtlCol="0">
            <a:spAutoFit/>
          </a:bodyPr>
          <a:lstStyle/>
          <a:p>
            <a:pPr algn="ctr"/>
            <a:r>
              <a:rPr lang="es-ES" sz="2400" b="1" dirty="0">
                <a:latin typeface="Amasis MT Pro" panose="02040504050005020304" pitchFamily="18" charset="0"/>
              </a:rPr>
              <a:t>Objetivo</a:t>
            </a:r>
            <a:r>
              <a:rPr lang="es-ES" sz="2400" dirty="0">
                <a:latin typeface="Amasis MT Pro" panose="02040504050005020304" pitchFamily="18" charset="0"/>
              </a:rPr>
              <a:t>: Comprender comportamiento de las sociedades y la </a:t>
            </a:r>
            <a:r>
              <a:rPr lang="es-ES" sz="2400" dirty="0">
                <a:solidFill>
                  <a:srgbClr val="0070C0"/>
                </a:solidFill>
                <a:latin typeface="Amasis MT Pro" panose="02040504050005020304" pitchFamily="18" charset="0"/>
              </a:rPr>
              <a:t>cooperación</a:t>
            </a:r>
            <a:r>
              <a:rPr lang="es-ES" sz="2400" dirty="0">
                <a:latin typeface="Amasis MT Pro" panose="02040504050005020304" pitchFamily="18" charset="0"/>
              </a:rPr>
              <a:t> entre individuos</a:t>
            </a:r>
          </a:p>
        </p:txBody>
      </p:sp>
      <p:pic>
        <p:nvPicPr>
          <p:cNvPr id="3" name="Imagen 2">
            <a:extLst>
              <a:ext uri="{FF2B5EF4-FFF2-40B4-BE49-F238E27FC236}">
                <a16:creationId xmlns:a16="http://schemas.microsoft.com/office/drawing/2014/main" id="{3CFB3706-8B8F-9AD3-0D7A-96246D6A581C}"/>
              </a:ext>
            </a:extLst>
          </p:cNvPr>
          <p:cNvPicPr>
            <a:picLocks noChangeAspect="1"/>
          </p:cNvPicPr>
          <p:nvPr/>
        </p:nvPicPr>
        <p:blipFill>
          <a:blip r:embed="rId4"/>
          <a:stretch>
            <a:fillRect/>
          </a:stretch>
        </p:blipFill>
        <p:spPr>
          <a:xfrm>
            <a:off x="4157342" y="2421098"/>
            <a:ext cx="829316" cy="1465294"/>
          </a:xfrm>
          <a:prstGeom prst="rect">
            <a:avLst/>
          </a:prstGeom>
        </p:spPr>
      </p:pic>
    </p:spTree>
    <p:extLst>
      <p:ext uri="{BB962C8B-B14F-4D97-AF65-F5344CB8AC3E}">
        <p14:creationId xmlns:p14="http://schemas.microsoft.com/office/powerpoint/2010/main" val="1830341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5ABA1-82E9-D762-82B8-F28D547A4A1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277F0E43-E61B-4CDF-75DA-6C0133C8FD97}"/>
              </a:ext>
            </a:extLst>
          </p:cNvPr>
          <p:cNvSpPr txBox="1"/>
          <p:nvPr/>
        </p:nvSpPr>
        <p:spPr>
          <a:xfrm>
            <a:off x="1641475" y="1291172"/>
            <a:ext cx="1589442" cy="830997"/>
          </a:xfrm>
          <a:prstGeom prst="rect">
            <a:avLst/>
          </a:prstGeom>
          <a:noFill/>
        </p:spPr>
        <p:txBody>
          <a:bodyPr wrap="square" rtlCol="0">
            <a:spAutoFit/>
          </a:bodyPr>
          <a:lstStyle/>
          <a:p>
            <a:pPr algn="ctr"/>
            <a:r>
              <a:rPr lang="es-ES" sz="2400" dirty="0">
                <a:latin typeface="Amasis MT Pro" panose="02040504050005020304" pitchFamily="18" charset="0"/>
              </a:rPr>
              <a:t>Aptitud (fitness)</a:t>
            </a:r>
          </a:p>
        </p:txBody>
      </p:sp>
      <p:sp>
        <p:nvSpPr>
          <p:cNvPr id="5" name="CuadroTexto 4">
            <a:extLst>
              <a:ext uri="{FF2B5EF4-FFF2-40B4-BE49-F238E27FC236}">
                <a16:creationId xmlns:a16="http://schemas.microsoft.com/office/drawing/2014/main" id="{53F317F5-E355-8DC9-DC02-231B1C61C40B}"/>
              </a:ext>
            </a:extLst>
          </p:cNvPr>
          <p:cNvSpPr txBox="1"/>
          <p:nvPr/>
        </p:nvSpPr>
        <p:spPr>
          <a:xfrm>
            <a:off x="4730396" y="1398584"/>
            <a:ext cx="2014538" cy="830997"/>
          </a:xfrm>
          <a:prstGeom prst="rect">
            <a:avLst/>
          </a:prstGeom>
          <a:noFill/>
        </p:spPr>
        <p:txBody>
          <a:bodyPr wrap="square" rtlCol="0">
            <a:spAutoFit/>
          </a:bodyPr>
          <a:lstStyle/>
          <a:p>
            <a:pPr algn="ctr"/>
            <a:r>
              <a:rPr lang="es-ES" sz="2400" dirty="0">
                <a:latin typeface="Amasis MT Pro" panose="02040504050005020304" pitchFamily="18" charset="0"/>
              </a:rPr>
              <a:t>Recompensa (</a:t>
            </a:r>
            <a:r>
              <a:rPr lang="es-ES" sz="2400" dirty="0" err="1">
                <a:latin typeface="Amasis MT Pro" panose="02040504050005020304" pitchFamily="18" charset="0"/>
              </a:rPr>
              <a:t>payoff</a:t>
            </a:r>
            <a:r>
              <a:rPr lang="es-ES" sz="2400" dirty="0">
                <a:latin typeface="Amasis MT Pro" panose="02040504050005020304" pitchFamily="18" charset="0"/>
              </a:rPr>
              <a:t>)</a:t>
            </a:r>
          </a:p>
        </p:txBody>
      </p:sp>
      <p:cxnSp>
        <p:nvCxnSpPr>
          <p:cNvPr id="7" name="Conector recto de flecha 6">
            <a:extLst>
              <a:ext uri="{FF2B5EF4-FFF2-40B4-BE49-F238E27FC236}">
                <a16:creationId xmlns:a16="http://schemas.microsoft.com/office/drawing/2014/main" id="{355CC1C1-CECC-9E54-30DA-A125A5325176}"/>
              </a:ext>
            </a:extLst>
          </p:cNvPr>
          <p:cNvCxnSpPr>
            <a:cxnSpLocks/>
          </p:cNvCxnSpPr>
          <p:nvPr/>
        </p:nvCxnSpPr>
        <p:spPr>
          <a:xfrm flipH="1">
            <a:off x="3395663" y="1706670"/>
            <a:ext cx="1133475"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132D9AA6-104F-106C-84BA-0DF2BFC17536}"/>
              </a:ext>
            </a:extLst>
          </p:cNvPr>
          <p:cNvSpPr txBox="1"/>
          <p:nvPr/>
        </p:nvSpPr>
        <p:spPr>
          <a:xfrm>
            <a:off x="5300662" y="2415384"/>
            <a:ext cx="2674938" cy="461665"/>
          </a:xfrm>
          <a:prstGeom prst="rect">
            <a:avLst/>
          </a:prstGeom>
          <a:noFill/>
        </p:spPr>
        <p:txBody>
          <a:bodyPr wrap="square" rtlCol="0">
            <a:spAutoFit/>
          </a:bodyPr>
          <a:lstStyle/>
          <a:p>
            <a:r>
              <a:rPr lang="es-ES" sz="2400" dirty="0">
                <a:latin typeface="Amasis MT Pro" panose="02040504050005020304" pitchFamily="18" charset="0"/>
              </a:rPr>
              <a:t>Estrategia propia</a:t>
            </a:r>
          </a:p>
        </p:txBody>
      </p:sp>
      <p:sp>
        <p:nvSpPr>
          <p:cNvPr id="9" name="CuadroTexto 8">
            <a:extLst>
              <a:ext uri="{FF2B5EF4-FFF2-40B4-BE49-F238E27FC236}">
                <a16:creationId xmlns:a16="http://schemas.microsoft.com/office/drawing/2014/main" id="{F0513A18-9959-C5FD-D0CF-ED0D1916E096}"/>
              </a:ext>
            </a:extLst>
          </p:cNvPr>
          <p:cNvSpPr txBox="1"/>
          <p:nvPr/>
        </p:nvSpPr>
        <p:spPr>
          <a:xfrm>
            <a:off x="5300662" y="3305710"/>
            <a:ext cx="3055938" cy="461665"/>
          </a:xfrm>
          <a:prstGeom prst="rect">
            <a:avLst/>
          </a:prstGeom>
          <a:noFill/>
        </p:spPr>
        <p:txBody>
          <a:bodyPr wrap="square" rtlCol="0">
            <a:spAutoFit/>
          </a:bodyPr>
          <a:lstStyle/>
          <a:p>
            <a:r>
              <a:rPr lang="es-ES" sz="2400" dirty="0">
                <a:latin typeface="Amasis MT Pro" panose="02040504050005020304" pitchFamily="18" charset="0"/>
              </a:rPr>
              <a:t>Estrategia vecinos</a:t>
            </a:r>
          </a:p>
        </p:txBody>
      </p:sp>
      <p:cxnSp>
        <p:nvCxnSpPr>
          <p:cNvPr id="11" name="Conector recto 10">
            <a:extLst>
              <a:ext uri="{FF2B5EF4-FFF2-40B4-BE49-F238E27FC236}">
                <a16:creationId xmlns:a16="http://schemas.microsoft.com/office/drawing/2014/main" id="{D9C55E56-2F90-59F9-E356-D2DE11B0376F}"/>
              </a:ext>
            </a:extLst>
          </p:cNvPr>
          <p:cNvCxnSpPr/>
          <p:nvPr/>
        </p:nvCxnSpPr>
        <p:spPr>
          <a:xfrm>
            <a:off x="5130800" y="2315735"/>
            <a:ext cx="0" cy="158115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12" name="CuadroTexto 11">
            <a:extLst>
              <a:ext uri="{FF2B5EF4-FFF2-40B4-BE49-F238E27FC236}">
                <a16:creationId xmlns:a16="http://schemas.microsoft.com/office/drawing/2014/main" id="{484E749A-AEF7-F277-9037-EBCF68863547}"/>
              </a:ext>
            </a:extLst>
          </p:cNvPr>
          <p:cNvSpPr txBox="1"/>
          <p:nvPr/>
        </p:nvSpPr>
        <p:spPr>
          <a:xfrm>
            <a:off x="689769" y="4354728"/>
            <a:ext cx="4345781" cy="461665"/>
          </a:xfrm>
          <a:prstGeom prst="rect">
            <a:avLst/>
          </a:prstGeom>
          <a:noFill/>
        </p:spPr>
        <p:txBody>
          <a:bodyPr wrap="square" rtlCol="0">
            <a:spAutoFit/>
          </a:bodyPr>
          <a:lstStyle/>
          <a:p>
            <a:r>
              <a:rPr lang="es-ES" sz="2400" dirty="0">
                <a:latin typeface="Amasis MT Pro" panose="02040504050005020304" pitchFamily="18" charset="0"/>
              </a:rPr>
              <a:t>Dinámica evolutiva: Imitación</a:t>
            </a:r>
          </a:p>
        </p:txBody>
      </p:sp>
      <p:cxnSp>
        <p:nvCxnSpPr>
          <p:cNvPr id="13" name="Conector recto de flecha 12">
            <a:extLst>
              <a:ext uri="{FF2B5EF4-FFF2-40B4-BE49-F238E27FC236}">
                <a16:creationId xmlns:a16="http://schemas.microsoft.com/office/drawing/2014/main" id="{FC0A184A-EDBD-F2B7-559D-306ADB2A47DE}"/>
              </a:ext>
            </a:extLst>
          </p:cNvPr>
          <p:cNvCxnSpPr>
            <a:cxnSpLocks/>
          </p:cNvCxnSpPr>
          <p:nvPr/>
        </p:nvCxnSpPr>
        <p:spPr>
          <a:xfrm>
            <a:off x="2398096" y="2315735"/>
            <a:ext cx="0" cy="177641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0" name="Imagen 9">
            <a:extLst>
              <a:ext uri="{FF2B5EF4-FFF2-40B4-BE49-F238E27FC236}">
                <a16:creationId xmlns:a16="http://schemas.microsoft.com/office/drawing/2014/main" id="{E779DAF9-F9AC-2618-1841-AE7175A11493}"/>
              </a:ext>
            </a:extLst>
          </p:cNvPr>
          <p:cNvPicPr>
            <a:picLocks noChangeAspect="1"/>
          </p:cNvPicPr>
          <p:nvPr/>
        </p:nvPicPr>
        <p:blipFill>
          <a:blip r:embed="rId3"/>
          <a:stretch>
            <a:fillRect/>
          </a:stretch>
        </p:blipFill>
        <p:spPr>
          <a:xfrm>
            <a:off x="2121300" y="5243861"/>
            <a:ext cx="4531119" cy="844154"/>
          </a:xfrm>
          <a:prstGeom prst="rect">
            <a:avLst/>
          </a:prstGeom>
        </p:spPr>
      </p:pic>
      <p:pic>
        <p:nvPicPr>
          <p:cNvPr id="19" name="Imagen 18">
            <a:extLst>
              <a:ext uri="{FF2B5EF4-FFF2-40B4-BE49-F238E27FC236}">
                <a16:creationId xmlns:a16="http://schemas.microsoft.com/office/drawing/2014/main" id="{32674367-BEF8-AFEA-290D-DC9878A9AA60}"/>
              </a:ext>
            </a:extLst>
          </p:cNvPr>
          <p:cNvPicPr>
            <a:picLocks noChangeAspect="1"/>
          </p:cNvPicPr>
          <p:nvPr/>
        </p:nvPicPr>
        <p:blipFill>
          <a:blip r:embed="rId4"/>
          <a:stretch>
            <a:fillRect/>
          </a:stretch>
        </p:blipFill>
        <p:spPr>
          <a:xfrm>
            <a:off x="7924805" y="2535159"/>
            <a:ext cx="268294" cy="222113"/>
          </a:xfrm>
          <a:prstGeom prst="rect">
            <a:avLst/>
          </a:prstGeom>
        </p:spPr>
      </p:pic>
      <p:pic>
        <p:nvPicPr>
          <p:cNvPr id="21" name="Imagen 20">
            <a:extLst>
              <a:ext uri="{FF2B5EF4-FFF2-40B4-BE49-F238E27FC236}">
                <a16:creationId xmlns:a16="http://schemas.microsoft.com/office/drawing/2014/main" id="{E4421A86-9490-ED3F-0659-FCD1F9E2B7EB}"/>
              </a:ext>
            </a:extLst>
          </p:cNvPr>
          <p:cNvPicPr>
            <a:picLocks noChangeAspect="1"/>
          </p:cNvPicPr>
          <p:nvPr/>
        </p:nvPicPr>
        <p:blipFill>
          <a:blip r:embed="rId5"/>
          <a:stretch>
            <a:fillRect/>
          </a:stretch>
        </p:blipFill>
        <p:spPr>
          <a:xfrm>
            <a:off x="7924805" y="3401438"/>
            <a:ext cx="268294" cy="266122"/>
          </a:xfrm>
          <a:prstGeom prst="rect">
            <a:avLst/>
          </a:prstGeom>
        </p:spPr>
      </p:pic>
      <p:sp>
        <p:nvSpPr>
          <p:cNvPr id="14" name="CuadroTexto 13">
            <a:extLst>
              <a:ext uri="{FF2B5EF4-FFF2-40B4-BE49-F238E27FC236}">
                <a16:creationId xmlns:a16="http://schemas.microsoft.com/office/drawing/2014/main" id="{8BB3FB45-9113-0200-D692-163514E63A7D}"/>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Teoría evolutiva de juegos</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16" name="Imagen 15">
            <a:extLst>
              <a:ext uri="{FF2B5EF4-FFF2-40B4-BE49-F238E27FC236}">
                <a16:creationId xmlns:a16="http://schemas.microsoft.com/office/drawing/2014/main" id="{08CF6264-9612-DF7C-37F7-ACD704DC01B5}"/>
              </a:ext>
            </a:extLst>
          </p:cNvPr>
          <p:cNvPicPr>
            <a:picLocks noChangeAspect="1"/>
          </p:cNvPicPr>
          <p:nvPr/>
        </p:nvPicPr>
        <p:blipFill>
          <a:blip r:embed="rId6"/>
          <a:stretch>
            <a:fillRect/>
          </a:stretch>
        </p:blipFill>
        <p:spPr>
          <a:xfrm>
            <a:off x="6946192" y="1652980"/>
            <a:ext cx="339709" cy="319789"/>
          </a:xfrm>
          <a:prstGeom prst="rect">
            <a:avLst/>
          </a:prstGeom>
        </p:spPr>
      </p:pic>
      <p:sp>
        <p:nvSpPr>
          <p:cNvPr id="2" name="Rectángulo: esquinas redondeadas 1">
            <a:extLst>
              <a:ext uri="{FF2B5EF4-FFF2-40B4-BE49-F238E27FC236}">
                <a16:creationId xmlns:a16="http://schemas.microsoft.com/office/drawing/2014/main" id="{4BD8A62A-4554-1DB0-77FC-988DC7E841BD}"/>
              </a:ext>
            </a:extLst>
          </p:cNvPr>
          <p:cNvSpPr/>
          <p:nvPr/>
        </p:nvSpPr>
        <p:spPr>
          <a:xfrm>
            <a:off x="1943100" y="5162550"/>
            <a:ext cx="5003084" cy="1162157"/>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2" name="Marcador de número de diapositiva 21">
            <a:extLst>
              <a:ext uri="{FF2B5EF4-FFF2-40B4-BE49-F238E27FC236}">
                <a16:creationId xmlns:a16="http://schemas.microsoft.com/office/drawing/2014/main" id="{AF0A6E39-32D6-0A55-9519-64D08803F919}"/>
              </a:ext>
            </a:extLst>
          </p:cNvPr>
          <p:cNvSpPr>
            <a:spLocks noGrp="1"/>
          </p:cNvSpPr>
          <p:nvPr>
            <p:ph type="sldNum" sz="quarter" idx="12"/>
          </p:nvPr>
        </p:nvSpPr>
        <p:spPr/>
        <p:txBody>
          <a:bodyPr/>
          <a:lstStyle/>
          <a:p>
            <a:fld id="{CC057153-B650-4DEB-B370-79DDCFDCE934}" type="slidenum">
              <a:rPr lang="en-US" smtClean="0"/>
              <a:pPr/>
              <a:t>7</a:t>
            </a:fld>
            <a:r>
              <a:rPr lang="en-US"/>
              <a:t>/32</a:t>
            </a:r>
            <a:endParaRPr lang="en-US" dirty="0"/>
          </a:p>
        </p:txBody>
      </p:sp>
    </p:spTree>
    <p:extLst>
      <p:ext uri="{BB962C8B-B14F-4D97-AF65-F5344CB8AC3E}">
        <p14:creationId xmlns:p14="http://schemas.microsoft.com/office/powerpoint/2010/main" val="3963325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A7B6D-B382-1EDE-49C0-29736F4D83AF}"/>
            </a:ext>
          </a:extLst>
        </p:cNvPr>
        <p:cNvGrpSpPr/>
        <p:nvPr/>
      </p:nvGrpSpPr>
      <p:grpSpPr>
        <a:xfrm>
          <a:off x="0" y="0"/>
          <a:ext cx="0" cy="0"/>
          <a:chOff x="0" y="0"/>
          <a:chExt cx="0" cy="0"/>
        </a:xfrm>
      </p:grpSpPr>
      <p:sp>
        <p:nvSpPr>
          <p:cNvPr id="16" name="Elipse 15">
            <a:extLst>
              <a:ext uri="{FF2B5EF4-FFF2-40B4-BE49-F238E27FC236}">
                <a16:creationId xmlns:a16="http://schemas.microsoft.com/office/drawing/2014/main" id="{C239B0FD-5618-A425-63B9-9CFD3E0DF6A5}"/>
              </a:ext>
            </a:extLst>
          </p:cNvPr>
          <p:cNvSpPr/>
          <p:nvPr/>
        </p:nvSpPr>
        <p:spPr>
          <a:xfrm>
            <a:off x="3406346" y="2302868"/>
            <a:ext cx="2411730" cy="2411730"/>
          </a:xfrm>
          <a:prstGeom prst="ellipse">
            <a:avLst/>
          </a:prstGeom>
          <a:solidFill>
            <a:srgbClr val="FBEED9"/>
          </a:solidFill>
          <a:ln>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7" name="CuadroTexto 16">
            <a:extLst>
              <a:ext uri="{FF2B5EF4-FFF2-40B4-BE49-F238E27FC236}">
                <a16:creationId xmlns:a16="http://schemas.microsoft.com/office/drawing/2014/main" id="{0BDD4EB0-370F-8B63-BFEA-F3E18727CA57}"/>
              </a:ext>
            </a:extLst>
          </p:cNvPr>
          <p:cNvSpPr txBox="1"/>
          <p:nvPr/>
        </p:nvSpPr>
        <p:spPr>
          <a:xfrm>
            <a:off x="3760574" y="2731300"/>
            <a:ext cx="1703273" cy="830997"/>
          </a:xfrm>
          <a:prstGeom prst="rect">
            <a:avLst/>
          </a:prstGeom>
          <a:noFill/>
          <a:ln>
            <a:noFill/>
          </a:ln>
        </p:spPr>
        <p:txBody>
          <a:bodyPr wrap="square" rtlCol="0">
            <a:spAutoFit/>
          </a:bodyPr>
          <a:lstStyle/>
          <a:p>
            <a:pPr algn="ctr"/>
            <a:r>
              <a:rPr lang="es-ES" sz="2400" dirty="0">
                <a:latin typeface="Amasis MT Pro" panose="02040504050005020304" pitchFamily="18" charset="0"/>
              </a:rPr>
              <a:t>Bien Público</a:t>
            </a:r>
          </a:p>
        </p:txBody>
      </p:sp>
      <p:sp>
        <p:nvSpPr>
          <p:cNvPr id="20" name="Flecha: curvada hacia abajo 19">
            <a:extLst>
              <a:ext uri="{FF2B5EF4-FFF2-40B4-BE49-F238E27FC236}">
                <a16:creationId xmlns:a16="http://schemas.microsoft.com/office/drawing/2014/main" id="{35A03C9D-CD39-9BDE-347B-25BBC5E3DB86}"/>
              </a:ext>
            </a:extLst>
          </p:cNvPr>
          <p:cNvSpPr/>
          <p:nvPr/>
        </p:nvSpPr>
        <p:spPr>
          <a:xfrm rot="2075034">
            <a:off x="3244230" y="1518791"/>
            <a:ext cx="946976" cy="474304"/>
          </a:xfrm>
          <a:prstGeom prst="curvedDown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32F82A7-BC12-96AA-DF22-F1596708B1F3}"/>
                  </a:ext>
                </a:extLst>
              </p:cNvPr>
              <p:cNvSpPr txBox="1"/>
              <p:nvPr/>
            </p:nvSpPr>
            <p:spPr>
              <a:xfrm>
                <a:off x="1498874" y="2645430"/>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rgbClr val="0070C0"/>
                              </a:solidFill>
                              <a:latin typeface="Cambria Math" panose="02040503050406030204" pitchFamily="18" charset="0"/>
                            </a:rPr>
                          </m:ctrlPr>
                        </m:sSubPr>
                        <m:e>
                          <m:sSup>
                            <m:sSupPr>
                              <m:ctrlPr>
                                <a:rPr lang="es-ES" sz="2400" i="1">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a:solidFill>
                                <a:srgbClr val="0070C0"/>
                              </a:solidFill>
                              <a:latin typeface="Cambria Math" panose="02040503050406030204" pitchFamily="18" charset="0"/>
                            </a:rPr>
                            <m:t>𝐶</m:t>
                          </m:r>
                        </m:sub>
                      </m:sSub>
                    </m:oMath>
                  </m:oMathPara>
                </a14:m>
                <a:endParaRPr lang="es-ES" sz="1350" dirty="0"/>
              </a:p>
            </p:txBody>
          </p:sp>
        </mc:Choice>
        <mc:Fallback xmlns="">
          <p:sp>
            <p:nvSpPr>
              <p:cNvPr id="22" name="CuadroTexto 21">
                <a:extLst>
                  <a:ext uri="{FF2B5EF4-FFF2-40B4-BE49-F238E27FC236}">
                    <a16:creationId xmlns:a16="http://schemas.microsoft.com/office/drawing/2014/main" id="{132F82A7-BC12-96AA-DF22-F1596708B1F3}"/>
                  </a:ext>
                </a:extLst>
              </p:cNvPr>
              <p:cNvSpPr txBox="1">
                <a:spLocks noRot="1" noChangeAspect="1" noMove="1" noResize="1" noEditPoints="1" noAdjustHandles="1" noChangeArrowheads="1" noChangeShapeType="1" noTextEdit="1"/>
              </p:cNvSpPr>
              <p:nvPr/>
            </p:nvSpPr>
            <p:spPr>
              <a:xfrm>
                <a:off x="1498874" y="2645430"/>
                <a:ext cx="676852" cy="461665"/>
              </a:xfrm>
              <a:prstGeom prst="rect">
                <a:avLst/>
              </a:prstGeom>
              <a:blipFill>
                <a:blip r:embed="rId3"/>
                <a:stretch>
                  <a:fillRect l="-2703" r="-3604" b="-263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B14190DD-B795-71FC-B798-53F4DAA2284F}"/>
                  </a:ext>
                </a:extLst>
              </p:cNvPr>
              <p:cNvSpPr txBox="1"/>
              <p:nvPr/>
            </p:nvSpPr>
            <p:spPr>
              <a:xfrm>
                <a:off x="6654159" y="3905643"/>
                <a:ext cx="7225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5"/>
                              </a:solidFill>
                              <a:latin typeface="Cambria Math" panose="02040503050406030204" pitchFamily="18" charset="0"/>
                            </a:rPr>
                          </m:ctrlPr>
                        </m:sSubPr>
                        <m:e>
                          <m:sSup>
                            <m:sSupPr>
                              <m:ctrlPr>
                                <a:rPr lang="es-ES" sz="2400" i="1">
                                  <a:solidFill>
                                    <a:schemeClr val="accent5"/>
                                  </a:solidFill>
                                  <a:latin typeface="Cambria Math" panose="02040503050406030204" pitchFamily="18" charset="0"/>
                                </a:rPr>
                              </m:ctrlPr>
                            </m:sSupPr>
                            <m:e>
                              <m:r>
                                <a:rPr lang="es-ES" sz="2400" i="1">
                                  <a:solidFill>
                                    <a:schemeClr val="accent5"/>
                                  </a:solidFill>
                                  <a:latin typeface="Cambria Math" panose="02040503050406030204" pitchFamily="18" charset="0"/>
                                </a:rPr>
                                <m:t>𝑁</m:t>
                              </m:r>
                            </m:e>
                            <m:sup>
                              <m:r>
                                <a:rPr lang="es-ES" sz="2400" i="1">
                                  <a:solidFill>
                                    <a:schemeClr val="accent5"/>
                                  </a:solidFill>
                                  <a:latin typeface="Cambria Math" panose="02040503050406030204" pitchFamily="18" charset="0"/>
                                </a:rPr>
                                <m:t>𝑔</m:t>
                              </m:r>
                            </m:sup>
                          </m:sSup>
                        </m:e>
                        <m:sub>
                          <m:r>
                            <a:rPr lang="es-ES" sz="2400" i="1">
                              <a:solidFill>
                                <a:schemeClr val="accent5"/>
                              </a:solidFill>
                              <a:latin typeface="Cambria Math" panose="02040503050406030204" pitchFamily="18" charset="0"/>
                            </a:rPr>
                            <m:t>𝐷</m:t>
                          </m:r>
                        </m:sub>
                      </m:sSub>
                    </m:oMath>
                  </m:oMathPara>
                </a14:m>
                <a:endParaRPr lang="es-ES" sz="1350" dirty="0"/>
              </a:p>
            </p:txBody>
          </p:sp>
        </mc:Choice>
        <mc:Fallback xmlns="">
          <p:sp>
            <p:nvSpPr>
              <p:cNvPr id="41" name="CuadroTexto 40">
                <a:extLst>
                  <a:ext uri="{FF2B5EF4-FFF2-40B4-BE49-F238E27FC236}">
                    <a16:creationId xmlns:a16="http://schemas.microsoft.com/office/drawing/2014/main" id="{B14190DD-B795-71FC-B798-53F4DAA2284F}"/>
                  </a:ext>
                </a:extLst>
              </p:cNvPr>
              <p:cNvSpPr txBox="1">
                <a:spLocks noRot="1" noChangeAspect="1" noMove="1" noResize="1" noEditPoints="1" noAdjustHandles="1" noChangeArrowheads="1" noChangeShapeType="1" noTextEdit="1"/>
              </p:cNvSpPr>
              <p:nvPr/>
            </p:nvSpPr>
            <p:spPr>
              <a:xfrm>
                <a:off x="6654159" y="3905643"/>
                <a:ext cx="722572" cy="461665"/>
              </a:xfrm>
              <a:prstGeom prst="rect">
                <a:avLst/>
              </a:prstGeom>
              <a:blipFill>
                <a:blip r:embed="rId4"/>
                <a:stretch>
                  <a:fillRect l="-2542" r="-847" b="-2667"/>
                </a:stretch>
              </a:blipFill>
            </p:spPr>
            <p:txBody>
              <a:bodyPr/>
              <a:lstStyle/>
              <a:p>
                <a:r>
                  <a:rPr lang="es-ES">
                    <a:noFill/>
                  </a:rPr>
                  <a:t> </a:t>
                </a:r>
              </a:p>
            </p:txBody>
          </p:sp>
        </mc:Fallback>
      </mc:AlternateContent>
      <p:sp>
        <p:nvSpPr>
          <p:cNvPr id="47" name="Flecha: curvada hacia abajo 46">
            <a:extLst>
              <a:ext uri="{FF2B5EF4-FFF2-40B4-BE49-F238E27FC236}">
                <a16:creationId xmlns:a16="http://schemas.microsoft.com/office/drawing/2014/main" id="{FF6AA1CD-18C7-B517-A773-91133E029D38}"/>
              </a:ext>
            </a:extLst>
          </p:cNvPr>
          <p:cNvSpPr/>
          <p:nvPr/>
        </p:nvSpPr>
        <p:spPr>
          <a:xfrm rot="1826593" flipH="1" flipV="1">
            <a:off x="2093795" y="3365132"/>
            <a:ext cx="998360" cy="501827"/>
          </a:xfrm>
          <a:prstGeom prst="curvedDownArrow">
            <a:avLst>
              <a:gd name="adj1" fmla="val 25000"/>
              <a:gd name="adj2" fmla="val 50000"/>
              <a:gd name="adj3" fmla="val 31735"/>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52" name="Flecha: curvada hacia abajo 51">
            <a:extLst>
              <a:ext uri="{FF2B5EF4-FFF2-40B4-BE49-F238E27FC236}">
                <a16:creationId xmlns:a16="http://schemas.microsoft.com/office/drawing/2014/main" id="{D78BBAA4-A22B-7CDB-FFA9-6C04AA23A7C1}"/>
              </a:ext>
            </a:extLst>
          </p:cNvPr>
          <p:cNvSpPr/>
          <p:nvPr/>
        </p:nvSpPr>
        <p:spPr>
          <a:xfrm rot="896436">
            <a:off x="5873810" y="1761483"/>
            <a:ext cx="1085899" cy="574755"/>
          </a:xfrm>
          <a:prstGeom prst="curvedDownArrow">
            <a:avLst>
              <a:gd name="adj1" fmla="val 25000"/>
              <a:gd name="adj2" fmla="val 50000"/>
              <a:gd name="adj3" fmla="val 3173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pic>
        <p:nvPicPr>
          <p:cNvPr id="30" name="Imagen 29">
            <a:extLst>
              <a:ext uri="{FF2B5EF4-FFF2-40B4-BE49-F238E27FC236}">
                <a16:creationId xmlns:a16="http://schemas.microsoft.com/office/drawing/2014/main" id="{63A68F1D-8A07-4819-BE06-F87F6B461FA4}"/>
              </a:ext>
            </a:extLst>
          </p:cNvPr>
          <p:cNvPicPr>
            <a:picLocks noChangeAspect="1"/>
          </p:cNvPicPr>
          <p:nvPr/>
        </p:nvPicPr>
        <p:blipFill>
          <a:blip r:embed="rId5"/>
          <a:stretch>
            <a:fillRect/>
          </a:stretch>
        </p:blipFill>
        <p:spPr>
          <a:xfrm>
            <a:off x="6232225" y="2538471"/>
            <a:ext cx="1445915" cy="1414176"/>
          </a:xfrm>
          <a:prstGeom prst="rect">
            <a:avLst/>
          </a:prstGeom>
        </p:spPr>
      </p:pic>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073E0CE-332C-4D4C-72BB-8BFD6E7F5720}"/>
                  </a:ext>
                </a:extLst>
              </p:cNvPr>
              <p:cNvSpPr txBox="1"/>
              <p:nvPr/>
            </p:nvSpPr>
            <p:spPr>
              <a:xfrm>
                <a:off x="3489043" y="3490982"/>
                <a:ext cx="550069" cy="461665"/>
              </a:xfrm>
              <a:prstGeom prst="rect">
                <a:avLst/>
              </a:prstGeom>
              <a:noFill/>
            </p:spPr>
            <p:txBody>
              <a:bodyPr wrap="square">
                <a:spAutoFit/>
              </a:bodyPr>
              <a:lstStyle/>
              <a:p>
                <a:pPr algn="ctr"/>
                <a14:m>
                  <m:oMath xmlns:m="http://schemas.openxmlformats.org/officeDocument/2006/math">
                    <m:r>
                      <a:rPr lang="es-ES" sz="2400" i="1" smtClean="0">
                        <a:solidFill>
                          <a:schemeClr val="tx1"/>
                        </a:solidFill>
                        <a:latin typeface="Cambria Math" panose="02040503050406030204" pitchFamily="18" charset="0"/>
                      </a:rPr>
                      <m:t>𝑟</m:t>
                    </m:r>
                    <m:r>
                      <a:rPr lang="es-ES" sz="2400" i="1">
                        <a:solidFill>
                          <a:schemeClr val="tx1"/>
                        </a:solidFill>
                        <a:latin typeface="Cambria Math" panose="02040503050406030204" pitchFamily="18" charset="0"/>
                        <a:ea typeface="Cambria Math" panose="02040503050406030204" pitchFamily="18" charset="0"/>
                      </a:rPr>
                      <m:t>×</m:t>
                    </m:r>
                  </m:oMath>
                </a14:m>
                <a:r>
                  <a:rPr lang="es-ES" sz="2400" dirty="0">
                    <a:solidFill>
                      <a:schemeClr val="tx1"/>
                    </a:solidFill>
                  </a:rPr>
                  <a:t> </a:t>
                </a:r>
              </a:p>
            </p:txBody>
          </p:sp>
        </mc:Choice>
        <mc:Fallback xmlns="">
          <p:sp>
            <p:nvSpPr>
              <p:cNvPr id="2" name="CuadroTexto 1">
                <a:extLst>
                  <a:ext uri="{FF2B5EF4-FFF2-40B4-BE49-F238E27FC236}">
                    <a16:creationId xmlns:a16="http://schemas.microsoft.com/office/drawing/2014/main" id="{1073E0CE-332C-4D4C-72BB-8BFD6E7F5720}"/>
                  </a:ext>
                </a:extLst>
              </p:cNvPr>
              <p:cNvSpPr txBox="1">
                <a:spLocks noRot="1" noChangeAspect="1" noMove="1" noResize="1" noEditPoints="1" noAdjustHandles="1" noChangeArrowheads="1" noChangeShapeType="1" noTextEdit="1"/>
              </p:cNvSpPr>
              <p:nvPr/>
            </p:nvSpPr>
            <p:spPr>
              <a:xfrm>
                <a:off x="3489043" y="3490982"/>
                <a:ext cx="550069" cy="461665"/>
              </a:xfrm>
              <a:prstGeom prst="rect">
                <a:avLst/>
              </a:prstGeom>
              <a:blipFill>
                <a:blip r:embed="rId7"/>
                <a:stretch>
                  <a:fillRect l="-3297" r="-5495"/>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FA813E2E-3C7D-5F44-C732-DC73459C8730}"/>
                  </a:ext>
                </a:extLst>
              </p:cNvPr>
              <p:cNvSpPr txBox="1"/>
              <p:nvPr/>
            </p:nvSpPr>
            <p:spPr>
              <a:xfrm>
                <a:off x="3902583" y="3470238"/>
                <a:ext cx="1998190" cy="503151"/>
              </a:xfrm>
              <a:prstGeom prst="rect">
                <a:avLst/>
              </a:prstGeom>
              <a:noFill/>
            </p:spPr>
            <p:txBody>
              <a:bodyPr wrap="square">
                <a:spAutoFit/>
              </a:bodyPr>
              <a:lstStyle/>
              <a:p>
                <a:pPr algn="ctr"/>
                <a14:m>
                  <m:oMath xmlns:m="http://schemas.openxmlformats.org/officeDocument/2006/math">
                    <m:sSub>
                      <m:sSubPr>
                        <m:ctrlPr>
                          <a:rPr lang="es-ES" sz="2400" i="1" smtClean="0">
                            <a:solidFill>
                              <a:srgbClr val="0070C0"/>
                            </a:solidFill>
                            <a:latin typeface="Cambria Math" panose="02040503050406030204" pitchFamily="18" charset="0"/>
                          </a:rPr>
                        </m:ctrlPr>
                      </m:sSubPr>
                      <m:e>
                        <m:r>
                          <a:rPr lang="es-ES" sz="2400" i="1" smtClean="0">
                            <a:solidFill>
                              <a:schemeClr val="tx1"/>
                            </a:solidFill>
                            <a:latin typeface="Cambria Math" panose="02040503050406030204" pitchFamily="18" charset="0"/>
                          </a:rPr>
                          <m:t>(</m:t>
                        </m:r>
                        <m:sSup>
                          <m:sSupPr>
                            <m:ctrlPr>
                              <a:rPr lang="es-ES" sz="2400" i="1" smtClean="0">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smtClean="0">
                            <a:solidFill>
                              <a:srgbClr val="0070C0"/>
                            </a:solidFill>
                            <a:latin typeface="Cambria Math" panose="02040503050406030204" pitchFamily="18" charset="0"/>
                          </a:rPr>
                          <m:t>𝐶</m:t>
                        </m:r>
                      </m:sub>
                    </m:sSub>
                    <m:r>
                      <a:rPr lang="es-ES" sz="2400" i="1" smtClean="0">
                        <a:solidFill>
                          <a:schemeClr val="tx1"/>
                        </a:solidFill>
                        <a:latin typeface="Cambria Math" panose="02040503050406030204" pitchFamily="18" charset="0"/>
                      </a:rPr>
                      <m:t>+</m:t>
                    </m:r>
                  </m:oMath>
                </a14:m>
                <a:r>
                  <a:rPr lang="es-ES" sz="2400" dirty="0">
                    <a:solidFill>
                      <a:schemeClr val="bg2">
                        <a:lumMod val="10000"/>
                      </a:schemeClr>
                    </a:solidFill>
                    <a:latin typeface="Amasis MT Pro" panose="02040504050005020304" pitchFamily="18" charset="0"/>
                  </a:rPr>
                  <a:t> </a:t>
                </a:r>
                <a14:m>
                  <m:oMath xmlns:m="http://schemas.openxmlformats.org/officeDocument/2006/math">
                    <m:sSub>
                      <m:sSubPr>
                        <m:ctrlPr>
                          <a:rPr lang="es-ES" sz="2400" i="1">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i="1">
                            <a:solidFill>
                              <a:schemeClr val="accent6"/>
                            </a:solidFill>
                            <a:latin typeface="Cambria Math" panose="02040503050406030204" pitchFamily="18" charset="0"/>
                          </a:rPr>
                          <m:t>𝑃</m:t>
                        </m:r>
                      </m:sub>
                    </m:sSub>
                    <m:r>
                      <a:rPr lang="es-ES" sz="2400" i="1" smtClean="0">
                        <a:solidFill>
                          <a:schemeClr val="tx1"/>
                        </a:solidFill>
                        <a:latin typeface="Cambria Math" panose="02040503050406030204" pitchFamily="18" charset="0"/>
                      </a:rPr>
                      <m:t>)</m:t>
                    </m:r>
                  </m:oMath>
                </a14:m>
                <a:endParaRPr lang="es-ES" sz="2400" dirty="0">
                  <a:solidFill>
                    <a:schemeClr val="accent5">
                      <a:lumMod val="50000"/>
                    </a:schemeClr>
                  </a:solidFill>
                  <a:latin typeface="Amasis MT Pro" panose="02040504050005020304" pitchFamily="18" charset="0"/>
                </a:endParaRPr>
              </a:p>
            </p:txBody>
          </p:sp>
        </mc:Choice>
        <mc:Fallback xmlns="">
          <p:sp>
            <p:nvSpPr>
              <p:cNvPr id="4" name="CuadroTexto 3">
                <a:extLst>
                  <a:ext uri="{FF2B5EF4-FFF2-40B4-BE49-F238E27FC236}">
                    <a16:creationId xmlns:a16="http://schemas.microsoft.com/office/drawing/2014/main" id="{FA813E2E-3C7D-5F44-C732-DC73459C8730}"/>
                  </a:ext>
                </a:extLst>
              </p:cNvPr>
              <p:cNvSpPr txBox="1">
                <a:spLocks noRot="1" noChangeAspect="1" noMove="1" noResize="1" noEditPoints="1" noAdjustHandles="1" noChangeArrowheads="1" noChangeShapeType="1" noTextEdit="1"/>
              </p:cNvSpPr>
              <p:nvPr/>
            </p:nvSpPr>
            <p:spPr>
              <a:xfrm>
                <a:off x="3902583" y="3470238"/>
                <a:ext cx="1998190" cy="503151"/>
              </a:xfrm>
              <a:prstGeom prst="rect">
                <a:avLst/>
              </a:prstGeom>
              <a:blipFill>
                <a:blip r:embed="rId8"/>
                <a:stretch>
                  <a:fillRect b="-8434"/>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3DD181D6-2ED8-993B-188C-49F9A8B731B5}"/>
                  </a:ext>
                </a:extLst>
              </p:cNvPr>
              <p:cNvSpPr txBox="1"/>
              <p:nvPr/>
            </p:nvSpPr>
            <p:spPr>
              <a:xfrm>
                <a:off x="167877" y="6330038"/>
                <a:ext cx="3841786" cy="64633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s-ES" sz="2800" i="1" smtClean="0">
                          <a:solidFill>
                            <a:schemeClr val="tx1"/>
                          </a:solidFill>
                          <a:latin typeface="Cambria Math" panose="02040503050406030204" pitchFamily="18" charset="0"/>
                        </a:rPr>
                        <m:t>𝐺</m:t>
                      </m:r>
                      <m:r>
                        <a:rPr lang="es-ES" sz="2800" i="1" smtClean="0">
                          <a:solidFill>
                            <a:schemeClr val="tx1"/>
                          </a:solidFill>
                          <a:latin typeface="Cambria Math" panose="02040503050406030204" pitchFamily="18" charset="0"/>
                        </a:rPr>
                        <m:t>=</m:t>
                      </m:r>
                      <m:sSub>
                        <m:sSubPr>
                          <m:ctrlPr>
                            <a:rPr lang="es-ES" sz="2800" i="1" smtClean="0">
                              <a:solidFill>
                                <a:srgbClr val="0070C0"/>
                              </a:solidFill>
                              <a:latin typeface="Cambria Math" panose="02040503050406030204" pitchFamily="18" charset="0"/>
                            </a:rPr>
                          </m:ctrlPr>
                        </m:sSubPr>
                        <m:e>
                          <m:sSup>
                            <m:sSupPr>
                              <m:ctrlPr>
                                <a:rPr lang="es-ES" sz="2800" i="1">
                                  <a:solidFill>
                                    <a:srgbClr val="0070C0"/>
                                  </a:solidFill>
                                  <a:latin typeface="Cambria Math" panose="02040503050406030204" pitchFamily="18" charset="0"/>
                                </a:rPr>
                              </m:ctrlPr>
                            </m:sSupPr>
                            <m:e>
                              <m:r>
                                <a:rPr lang="es-ES" sz="2800" i="1">
                                  <a:solidFill>
                                    <a:srgbClr val="0070C0"/>
                                  </a:solidFill>
                                  <a:latin typeface="Cambria Math" panose="02040503050406030204" pitchFamily="18" charset="0"/>
                                </a:rPr>
                                <m:t>𝑁</m:t>
                              </m:r>
                            </m:e>
                            <m:sup>
                              <m:r>
                                <a:rPr lang="es-ES" sz="2800" i="1">
                                  <a:solidFill>
                                    <a:srgbClr val="0070C0"/>
                                  </a:solidFill>
                                  <a:latin typeface="Cambria Math" panose="02040503050406030204" pitchFamily="18" charset="0"/>
                                </a:rPr>
                                <m:t>𝑔</m:t>
                              </m:r>
                            </m:sup>
                          </m:sSup>
                        </m:e>
                        <m:sub>
                          <m:r>
                            <a:rPr lang="es-ES" sz="2800" i="1">
                              <a:solidFill>
                                <a:srgbClr val="0070C0"/>
                              </a:solidFill>
                              <a:latin typeface="Cambria Math" panose="02040503050406030204" pitchFamily="18" charset="0"/>
                            </a:rPr>
                            <m:t>𝐶</m:t>
                          </m:r>
                        </m:sub>
                      </m:sSub>
                      <m:r>
                        <a:rPr lang="es-ES" sz="2800" i="1" smtClean="0">
                          <a:solidFill>
                            <a:schemeClr val="tx1"/>
                          </a:solidFill>
                          <a:latin typeface="Cambria Math" panose="02040503050406030204" pitchFamily="18" charset="0"/>
                        </a:rPr>
                        <m:t>+</m:t>
                      </m:r>
                      <m:sSub>
                        <m:sSubPr>
                          <m:ctrlPr>
                            <a:rPr lang="es-ES" sz="2800" i="1" smtClean="0">
                              <a:solidFill>
                                <a:schemeClr val="accent5"/>
                              </a:solidFill>
                              <a:latin typeface="Cambria Math" panose="02040503050406030204" pitchFamily="18" charset="0"/>
                            </a:rPr>
                          </m:ctrlPr>
                        </m:sSubPr>
                        <m:e>
                          <m:sSup>
                            <m:sSupPr>
                              <m:ctrlPr>
                                <a:rPr lang="es-ES" sz="2800" i="1">
                                  <a:solidFill>
                                    <a:schemeClr val="accent5"/>
                                  </a:solidFill>
                                  <a:latin typeface="Cambria Math" panose="02040503050406030204" pitchFamily="18" charset="0"/>
                                </a:rPr>
                              </m:ctrlPr>
                            </m:sSupPr>
                            <m:e>
                              <m:r>
                                <a:rPr lang="es-ES" sz="2800" i="1">
                                  <a:solidFill>
                                    <a:schemeClr val="accent5"/>
                                  </a:solidFill>
                                  <a:latin typeface="Cambria Math" panose="02040503050406030204" pitchFamily="18" charset="0"/>
                                </a:rPr>
                                <m:t>𝑁</m:t>
                              </m:r>
                            </m:e>
                            <m:sup>
                              <m:r>
                                <a:rPr lang="es-ES" sz="2800" i="1">
                                  <a:solidFill>
                                    <a:schemeClr val="accent5"/>
                                  </a:solidFill>
                                  <a:latin typeface="Cambria Math" panose="02040503050406030204" pitchFamily="18" charset="0"/>
                                </a:rPr>
                                <m:t>𝑔</m:t>
                              </m:r>
                            </m:sup>
                          </m:sSup>
                        </m:e>
                        <m:sub>
                          <m:r>
                            <a:rPr lang="es-ES" sz="2800" i="1">
                              <a:solidFill>
                                <a:schemeClr val="accent5"/>
                              </a:solidFill>
                              <a:latin typeface="Cambria Math" panose="02040503050406030204" pitchFamily="18" charset="0"/>
                            </a:rPr>
                            <m:t>𝐷</m:t>
                          </m:r>
                        </m:sub>
                      </m:sSub>
                      <m:r>
                        <m:rPr>
                          <m:nor/>
                        </m:rPr>
                        <a:rPr lang="es-ES" sz="2800" dirty="0">
                          <a:solidFill>
                            <a:schemeClr val="bg2">
                              <a:lumMod val="10000"/>
                            </a:schemeClr>
                          </a:solidFill>
                          <a:latin typeface="Amasis MT Pro" panose="02040504050005020304" pitchFamily="18" charset="0"/>
                        </a:rPr>
                        <m:t> </m:t>
                      </m:r>
                      <m:r>
                        <m:rPr>
                          <m:nor/>
                        </m:rPr>
                        <a:rPr lang="es-ES" sz="2800" dirty="0" smtClean="0">
                          <a:solidFill>
                            <a:schemeClr val="tx1"/>
                          </a:solidFill>
                          <a:latin typeface="Amasis MT Pro" panose="02040504050005020304" pitchFamily="18" charset="0"/>
                        </a:rPr>
                        <m:t>+</m:t>
                      </m:r>
                      <m:r>
                        <m:rPr>
                          <m:nor/>
                        </m:rPr>
                        <a:rPr lang="es-ES" sz="2800" dirty="0">
                          <a:solidFill>
                            <a:schemeClr val="bg2">
                              <a:lumMod val="10000"/>
                            </a:schemeClr>
                          </a:solidFill>
                          <a:latin typeface="Amasis MT Pro" panose="02040504050005020304" pitchFamily="18" charset="0"/>
                        </a:rPr>
                        <m:t> </m:t>
                      </m:r>
                      <m:sSub>
                        <m:sSubPr>
                          <m:ctrlPr>
                            <a:rPr lang="es-ES" sz="2800" i="1" smtClean="0">
                              <a:solidFill>
                                <a:schemeClr val="accent6"/>
                              </a:solidFill>
                              <a:latin typeface="Cambria Math" panose="02040503050406030204" pitchFamily="18" charset="0"/>
                            </a:rPr>
                          </m:ctrlPr>
                        </m:sSubPr>
                        <m:e>
                          <m:sSup>
                            <m:sSupPr>
                              <m:ctrlPr>
                                <a:rPr lang="es-ES" sz="2800" i="1">
                                  <a:solidFill>
                                    <a:schemeClr val="accent6"/>
                                  </a:solidFill>
                                  <a:latin typeface="Cambria Math" panose="02040503050406030204" pitchFamily="18" charset="0"/>
                                </a:rPr>
                              </m:ctrlPr>
                            </m:sSupPr>
                            <m:e>
                              <m:r>
                                <a:rPr lang="es-ES" sz="2800" i="1">
                                  <a:solidFill>
                                    <a:schemeClr val="accent6"/>
                                  </a:solidFill>
                                  <a:latin typeface="Cambria Math" panose="02040503050406030204" pitchFamily="18" charset="0"/>
                                </a:rPr>
                                <m:t>𝑁</m:t>
                              </m:r>
                            </m:e>
                            <m:sup>
                              <m:r>
                                <a:rPr lang="es-ES" sz="2800" i="1">
                                  <a:solidFill>
                                    <a:schemeClr val="accent6"/>
                                  </a:solidFill>
                                  <a:latin typeface="Cambria Math" panose="02040503050406030204" pitchFamily="18" charset="0"/>
                                </a:rPr>
                                <m:t>𝑔</m:t>
                              </m:r>
                            </m:sup>
                          </m:sSup>
                        </m:e>
                        <m:sub>
                          <m:r>
                            <a:rPr lang="es-ES" sz="2800" i="1">
                              <a:solidFill>
                                <a:schemeClr val="accent6"/>
                              </a:solidFill>
                              <a:latin typeface="Cambria Math" panose="02040503050406030204" pitchFamily="18" charset="0"/>
                            </a:rPr>
                            <m:t>𝑃</m:t>
                          </m:r>
                        </m:sub>
                      </m:sSub>
                      <m:r>
                        <m:rPr>
                          <m:nor/>
                        </m:rPr>
                        <a:rPr lang="es-ES" sz="2800" dirty="0">
                          <a:solidFill>
                            <a:schemeClr val="accent6"/>
                          </a:solidFill>
                          <a:latin typeface="Amasis MT Pro" panose="02040504050005020304" pitchFamily="18" charset="0"/>
                        </a:rPr>
                        <m:t> </m:t>
                      </m:r>
                    </m:oMath>
                  </m:oMathPara>
                </a14:m>
                <a:endParaRPr lang="es-ES" sz="2800" dirty="0">
                  <a:solidFill>
                    <a:schemeClr val="accent6"/>
                  </a:solidFill>
                  <a:latin typeface="Amasis MT Pro" panose="02040504050005020304" pitchFamily="18" charset="0"/>
                </a:endParaRPr>
              </a:p>
              <a:p>
                <a:endParaRPr lang="es-ES" sz="1400" dirty="0">
                  <a:solidFill>
                    <a:schemeClr val="bg2">
                      <a:lumMod val="10000"/>
                    </a:schemeClr>
                  </a:solidFill>
                  <a:latin typeface="Amasis MT Pro" panose="02040504050005020304" pitchFamily="18" charset="0"/>
                </a:endParaRPr>
              </a:p>
            </p:txBody>
          </p:sp>
        </mc:Choice>
        <mc:Fallback xmlns="">
          <p:sp>
            <p:nvSpPr>
              <p:cNvPr id="6" name="CuadroTexto 5">
                <a:extLst>
                  <a:ext uri="{FF2B5EF4-FFF2-40B4-BE49-F238E27FC236}">
                    <a16:creationId xmlns:a16="http://schemas.microsoft.com/office/drawing/2014/main" id="{3DD181D6-2ED8-993B-188C-49F9A8B731B5}"/>
                  </a:ext>
                </a:extLst>
              </p:cNvPr>
              <p:cNvSpPr txBox="1">
                <a:spLocks noRot="1" noChangeAspect="1" noMove="1" noResize="1" noEditPoints="1" noAdjustHandles="1" noChangeArrowheads="1" noChangeShapeType="1" noTextEdit="1"/>
              </p:cNvSpPr>
              <p:nvPr/>
            </p:nvSpPr>
            <p:spPr>
              <a:xfrm>
                <a:off x="167877" y="6330038"/>
                <a:ext cx="3841786" cy="646331"/>
              </a:xfrm>
              <a:prstGeom prst="rect">
                <a:avLst/>
              </a:prstGeom>
              <a:blipFill>
                <a:blip r:embed="rId9"/>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2801F018-4CB2-5723-6269-C367DF30A350}"/>
                  </a:ext>
                </a:extLst>
              </p:cNvPr>
              <p:cNvSpPr txBox="1"/>
              <p:nvPr/>
            </p:nvSpPr>
            <p:spPr>
              <a:xfrm>
                <a:off x="5373857" y="912388"/>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tx1"/>
                          </a:solidFill>
                          <a:latin typeface="Cambria Math" panose="02040503050406030204" pitchFamily="18" charset="0"/>
                        </a:rPr>
                        <m:t>+</m:t>
                      </m:r>
                      <m:f>
                        <m:fPr>
                          <m:ctrlPr>
                            <a:rPr lang="es-ES" sz="2000" i="1">
                              <a:solidFill>
                                <a:schemeClr val="tx1"/>
                              </a:solidFill>
                              <a:latin typeface="Cambria Math" panose="02040503050406030204" pitchFamily="18" charset="0"/>
                            </a:rPr>
                          </m:ctrlPr>
                        </m:fPr>
                        <m:num>
                          <m:r>
                            <a:rPr lang="es-ES" sz="2000" i="1">
                              <a:solidFill>
                                <a:schemeClr val="tx1"/>
                              </a:solidFill>
                              <a:latin typeface="Cambria Math" panose="02040503050406030204" pitchFamily="18" charset="0"/>
                            </a:rPr>
                            <m:t>𝑟</m:t>
                          </m:r>
                          <m:r>
                            <a:rPr lang="es-ES" sz="2000" i="1">
                              <a:solidFill>
                                <a:schemeClr val="tx1"/>
                              </a:solidFill>
                              <a:latin typeface="Cambria Math" panose="02040503050406030204" pitchFamily="18" charset="0"/>
                              <a:ea typeface="Cambria Math" panose="02040503050406030204" pitchFamily="18" charset="0"/>
                            </a:rPr>
                            <m:t>×</m:t>
                          </m:r>
                          <m:sSub>
                            <m:sSubPr>
                              <m:ctrlPr>
                                <a:rPr lang="es-ES" sz="2000" i="1" smtClean="0">
                                  <a:solidFill>
                                    <a:srgbClr val="0070C0"/>
                                  </a:solidFill>
                                  <a:latin typeface="Cambria Math" panose="02040503050406030204" pitchFamily="18" charset="0"/>
                                </a:rPr>
                              </m:ctrlPr>
                            </m:sSubPr>
                            <m:e>
                              <m:r>
                                <a:rPr lang="es-ES" sz="2000" i="1" smtClean="0">
                                  <a:solidFill>
                                    <a:schemeClr val="tx1"/>
                                  </a:solidFill>
                                  <a:latin typeface="Cambria Math" panose="02040503050406030204" pitchFamily="18" charset="0"/>
                                </a:rPr>
                                <m:t>(</m:t>
                              </m:r>
                              <m:sSup>
                                <m:sSupPr>
                                  <m:ctrlPr>
                                    <a:rPr lang="es-ES" sz="2000" i="1" smtClean="0">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𝑁</m:t>
                                  </m:r>
                                </m:e>
                                <m:sup>
                                  <m:r>
                                    <a:rPr lang="es-ES" sz="2000" i="1">
                                      <a:solidFill>
                                        <a:srgbClr val="0070C0"/>
                                      </a:solidFill>
                                      <a:latin typeface="Cambria Math" panose="02040503050406030204" pitchFamily="18" charset="0"/>
                                    </a:rPr>
                                    <m:t>𝑔</m:t>
                                  </m:r>
                                </m:sup>
                              </m:sSup>
                            </m:e>
                            <m:sub>
                              <m:r>
                                <a:rPr lang="es-ES" sz="2000" i="1" smtClean="0">
                                  <a:solidFill>
                                    <a:srgbClr val="0070C0"/>
                                  </a:solidFill>
                                  <a:latin typeface="Cambria Math" panose="02040503050406030204" pitchFamily="18" charset="0"/>
                                </a:rPr>
                                <m:t>𝐶</m:t>
                              </m:r>
                            </m:sub>
                          </m:sSub>
                          <m:r>
                            <a:rPr lang="es-ES" sz="2000" i="1">
                              <a:solidFill>
                                <a:schemeClr val="tx1"/>
                              </a:solidFill>
                              <a:latin typeface="Cambria Math" panose="02040503050406030204" pitchFamily="18" charset="0"/>
                            </a:rPr>
                            <m:t>+</m:t>
                          </m:r>
                          <m:r>
                            <m:rPr>
                              <m:nor/>
                            </m:rPr>
                            <a:rPr lang="es-ES" sz="2000" dirty="0">
                              <a:solidFill>
                                <a:schemeClr val="tx1"/>
                              </a:solidFill>
                              <a:latin typeface="Amasis MT Pro" panose="02040504050005020304" pitchFamily="18" charset="0"/>
                            </a:rPr>
                            <m:t> </m:t>
                          </m:r>
                          <m:sSub>
                            <m:sSubPr>
                              <m:ctrlPr>
                                <a:rPr lang="es-ES" sz="2000" i="1" smtClean="0">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tx1"/>
                              </a:solidFill>
                              <a:latin typeface="Cambria Math" panose="02040503050406030204" pitchFamily="18" charset="0"/>
                            </a:rPr>
                            <m:t>)</m:t>
                          </m:r>
                        </m:num>
                        <m:den>
                          <m:r>
                            <a:rPr lang="es-ES" sz="2000" i="1">
                              <a:solidFill>
                                <a:schemeClr val="tx1"/>
                              </a:solidFill>
                              <a:latin typeface="Cambria Math" panose="02040503050406030204" pitchFamily="18" charset="0"/>
                            </a:rPr>
                            <m:t>𝐺</m:t>
                          </m:r>
                        </m:den>
                      </m:f>
                    </m:oMath>
                  </m:oMathPara>
                </a14:m>
                <a:endParaRPr lang="es-ES" sz="2000" dirty="0">
                  <a:solidFill>
                    <a:schemeClr val="tx1"/>
                  </a:solidFill>
                  <a:latin typeface="Amasis MT Pro" panose="02040504050005020304" pitchFamily="18" charset="0"/>
                </a:endParaRPr>
              </a:p>
              <a:p>
                <a:endParaRPr lang="es-ES" sz="1350" dirty="0">
                  <a:solidFill>
                    <a:schemeClr val="accent1"/>
                  </a:solidFill>
                </a:endParaRPr>
              </a:p>
            </p:txBody>
          </p:sp>
        </mc:Choice>
        <mc:Fallback xmlns="">
          <p:sp>
            <p:nvSpPr>
              <p:cNvPr id="7" name="CuadroTexto 6">
                <a:extLst>
                  <a:ext uri="{FF2B5EF4-FFF2-40B4-BE49-F238E27FC236}">
                    <a16:creationId xmlns:a16="http://schemas.microsoft.com/office/drawing/2014/main" id="{2801F018-4CB2-5723-6269-C367DF30A350}"/>
                  </a:ext>
                </a:extLst>
              </p:cNvPr>
              <p:cNvSpPr txBox="1">
                <a:spLocks noRot="1" noChangeAspect="1" noMove="1" noResize="1" noEditPoints="1" noAdjustHandles="1" noChangeArrowheads="1" noChangeShapeType="1" noTextEdit="1"/>
              </p:cNvSpPr>
              <p:nvPr/>
            </p:nvSpPr>
            <p:spPr>
              <a:xfrm>
                <a:off x="5373857" y="912388"/>
                <a:ext cx="2737091" cy="911596"/>
              </a:xfrm>
              <a:prstGeom prst="rect">
                <a:avLst/>
              </a:prstGeom>
              <a:blipFill>
                <a:blip r:embed="rId10"/>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76A4A7E-3DE1-A9F1-ED3B-C263A46859A0}"/>
                  </a:ext>
                </a:extLst>
              </p:cNvPr>
              <p:cNvSpPr txBox="1"/>
              <p:nvPr/>
            </p:nvSpPr>
            <p:spPr>
              <a:xfrm>
                <a:off x="211374" y="3835831"/>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tx1"/>
                          </a:solidFill>
                          <a:latin typeface="Cambria Math" panose="02040503050406030204" pitchFamily="18" charset="0"/>
                        </a:rPr>
                        <m:t>+</m:t>
                      </m:r>
                      <m:f>
                        <m:fPr>
                          <m:ctrlPr>
                            <a:rPr lang="es-ES" sz="2000" i="1">
                              <a:solidFill>
                                <a:schemeClr val="tx1"/>
                              </a:solidFill>
                              <a:latin typeface="Cambria Math" panose="02040503050406030204" pitchFamily="18" charset="0"/>
                            </a:rPr>
                          </m:ctrlPr>
                        </m:fPr>
                        <m:num>
                          <m:r>
                            <a:rPr lang="es-ES" sz="2000" i="1" smtClean="0">
                              <a:solidFill>
                                <a:schemeClr val="tx1"/>
                              </a:solidFill>
                              <a:latin typeface="Cambria Math" panose="02040503050406030204" pitchFamily="18" charset="0"/>
                            </a:rPr>
                            <m:t>𝑟</m:t>
                          </m:r>
                          <m:r>
                            <a:rPr lang="es-ES" sz="2000" i="1">
                              <a:solidFill>
                                <a:schemeClr val="tx1"/>
                              </a:solidFill>
                              <a:latin typeface="Cambria Math" panose="02040503050406030204" pitchFamily="18" charset="0"/>
                              <a:ea typeface="Cambria Math" panose="02040503050406030204" pitchFamily="18" charset="0"/>
                            </a:rPr>
                            <m:t>×</m:t>
                          </m:r>
                          <m:sSub>
                            <m:sSubPr>
                              <m:ctrlPr>
                                <a:rPr lang="es-ES" sz="2000" i="1" smtClean="0">
                                  <a:solidFill>
                                    <a:srgbClr val="0070C0"/>
                                  </a:solidFill>
                                  <a:latin typeface="Cambria Math" panose="02040503050406030204" pitchFamily="18" charset="0"/>
                                </a:rPr>
                              </m:ctrlPr>
                            </m:sSubPr>
                            <m:e>
                              <m:r>
                                <a:rPr lang="es-ES" sz="2000" i="1" smtClean="0">
                                  <a:solidFill>
                                    <a:schemeClr val="tx1"/>
                                  </a:solidFill>
                                  <a:latin typeface="Cambria Math" panose="02040503050406030204" pitchFamily="18" charset="0"/>
                                </a:rPr>
                                <m:t>(</m:t>
                              </m:r>
                              <m:sSup>
                                <m:sSupPr>
                                  <m:ctrlPr>
                                    <a:rPr lang="es-ES" sz="2000" i="1" smtClean="0">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𝑁</m:t>
                                  </m:r>
                                </m:e>
                                <m:sup>
                                  <m:r>
                                    <a:rPr lang="es-ES" sz="2000" i="1">
                                      <a:solidFill>
                                        <a:srgbClr val="0070C0"/>
                                      </a:solidFill>
                                      <a:latin typeface="Cambria Math" panose="02040503050406030204" pitchFamily="18" charset="0"/>
                                    </a:rPr>
                                    <m:t>𝑔</m:t>
                                  </m:r>
                                </m:sup>
                              </m:sSup>
                            </m:e>
                            <m:sub>
                              <m:r>
                                <a:rPr lang="es-ES" sz="2000" i="1" smtClean="0">
                                  <a:solidFill>
                                    <a:srgbClr val="0070C0"/>
                                  </a:solidFill>
                                  <a:latin typeface="Cambria Math" panose="02040503050406030204" pitchFamily="18" charset="0"/>
                                </a:rPr>
                                <m:t>𝐶</m:t>
                              </m:r>
                            </m:sub>
                          </m:sSub>
                          <m:r>
                            <a:rPr lang="es-ES" sz="2000" i="1">
                              <a:solidFill>
                                <a:schemeClr val="tx1"/>
                              </a:solidFill>
                              <a:latin typeface="Cambria Math" panose="02040503050406030204" pitchFamily="18" charset="0"/>
                            </a:rPr>
                            <m:t>+</m:t>
                          </m:r>
                          <m:r>
                            <m:rPr>
                              <m:nor/>
                            </m:rPr>
                            <a:rPr lang="es-ES" sz="2000" dirty="0">
                              <a:solidFill>
                                <a:schemeClr val="tx1"/>
                              </a:solidFill>
                              <a:latin typeface="Amasis MT Pro" panose="02040504050005020304" pitchFamily="18" charset="0"/>
                            </a:rPr>
                            <m:t> </m:t>
                          </m:r>
                          <m:sSub>
                            <m:sSubPr>
                              <m:ctrlPr>
                                <a:rPr lang="es-ES" sz="2000" i="1" smtClean="0">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tx1"/>
                              </a:solidFill>
                              <a:latin typeface="Cambria Math" panose="02040503050406030204" pitchFamily="18" charset="0"/>
                            </a:rPr>
                            <m:t>)</m:t>
                          </m:r>
                        </m:num>
                        <m:den>
                          <m:r>
                            <a:rPr lang="es-ES" sz="2000" i="1" smtClean="0">
                              <a:solidFill>
                                <a:schemeClr val="tx1"/>
                              </a:solidFill>
                              <a:latin typeface="Cambria Math" panose="02040503050406030204" pitchFamily="18" charset="0"/>
                            </a:rPr>
                            <m:t>𝐺</m:t>
                          </m:r>
                        </m:den>
                      </m:f>
                    </m:oMath>
                  </m:oMathPara>
                </a14:m>
                <a:endParaRPr lang="es-ES" sz="2000" dirty="0">
                  <a:solidFill>
                    <a:schemeClr val="tx1"/>
                  </a:solidFill>
                  <a:latin typeface="Amasis MT Pro" panose="02040504050005020304" pitchFamily="18" charset="0"/>
                </a:endParaRPr>
              </a:p>
              <a:p>
                <a:endParaRPr lang="es-ES" sz="1350" dirty="0">
                  <a:solidFill>
                    <a:schemeClr val="accent1"/>
                  </a:solidFill>
                </a:endParaRPr>
              </a:p>
            </p:txBody>
          </p:sp>
        </mc:Choice>
        <mc:Fallback xmlns="">
          <p:sp>
            <p:nvSpPr>
              <p:cNvPr id="9" name="CuadroTexto 8">
                <a:extLst>
                  <a:ext uri="{FF2B5EF4-FFF2-40B4-BE49-F238E27FC236}">
                    <a16:creationId xmlns:a16="http://schemas.microsoft.com/office/drawing/2014/main" id="{276A4A7E-3DE1-A9F1-ED3B-C263A46859A0}"/>
                  </a:ext>
                </a:extLst>
              </p:cNvPr>
              <p:cNvSpPr txBox="1">
                <a:spLocks noRot="1" noChangeAspect="1" noMove="1" noResize="1" noEditPoints="1" noAdjustHandles="1" noChangeArrowheads="1" noChangeShapeType="1" noTextEdit="1"/>
              </p:cNvSpPr>
              <p:nvPr/>
            </p:nvSpPr>
            <p:spPr>
              <a:xfrm>
                <a:off x="211374" y="3835831"/>
                <a:ext cx="2737091" cy="911596"/>
              </a:xfrm>
              <a:prstGeom prst="rect">
                <a:avLst/>
              </a:prstGeom>
              <a:blipFill>
                <a:blip r:embed="rId11"/>
                <a:stretch>
                  <a:fillRect/>
                </a:stretch>
              </a:blipFill>
            </p:spPr>
            <p:txBody>
              <a:bodyPr/>
              <a:lstStyle/>
              <a:p>
                <a:r>
                  <a:rPr lang="es-ES">
                    <a:noFill/>
                  </a:rPr>
                  <a:t> </a:t>
                </a:r>
              </a:p>
            </p:txBody>
          </p:sp>
        </mc:Fallback>
      </mc:AlternateContent>
      <p:sp>
        <p:nvSpPr>
          <p:cNvPr id="10" name="Flecha: curvada hacia abajo 9">
            <a:extLst>
              <a:ext uri="{FF2B5EF4-FFF2-40B4-BE49-F238E27FC236}">
                <a16:creationId xmlns:a16="http://schemas.microsoft.com/office/drawing/2014/main" id="{2EAA375A-4617-A3EF-2110-0E2823D976A8}"/>
              </a:ext>
            </a:extLst>
          </p:cNvPr>
          <p:cNvSpPr/>
          <p:nvPr/>
        </p:nvSpPr>
        <p:spPr>
          <a:xfrm rot="18303438" flipH="1" flipV="1">
            <a:off x="4093406" y="5152149"/>
            <a:ext cx="1252208" cy="502571"/>
          </a:xfrm>
          <a:prstGeom prst="curvedDownArrow">
            <a:avLst>
              <a:gd name="adj1" fmla="val 25000"/>
              <a:gd name="adj2" fmla="val 50000"/>
              <a:gd name="adj3" fmla="val 31735"/>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11" name="Flecha: curvada hacia abajo 10">
            <a:extLst>
              <a:ext uri="{FF2B5EF4-FFF2-40B4-BE49-F238E27FC236}">
                <a16:creationId xmlns:a16="http://schemas.microsoft.com/office/drawing/2014/main" id="{053402D2-5D32-60C3-EFDD-AD00E9D1D843}"/>
              </a:ext>
            </a:extLst>
          </p:cNvPr>
          <p:cNvSpPr/>
          <p:nvPr/>
        </p:nvSpPr>
        <p:spPr>
          <a:xfrm rot="19248949" flipV="1">
            <a:off x="3953232" y="4931514"/>
            <a:ext cx="848830" cy="41281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C0AEB49F-C594-C2C3-19EB-9A022DC8BF26}"/>
                  </a:ext>
                </a:extLst>
              </p:cNvPr>
              <p:cNvSpPr txBox="1"/>
              <p:nvPr/>
            </p:nvSpPr>
            <p:spPr>
              <a:xfrm>
                <a:off x="3918648" y="4747427"/>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chemeClr val="accent6"/>
                          </a:solidFill>
                          <a:latin typeface="Cambria Math" panose="02040503050406030204" pitchFamily="18" charset="0"/>
                        </a:rPr>
                        <m:t>+1</m:t>
                      </m:r>
                    </m:oMath>
                  </m:oMathPara>
                </a14:m>
                <a:endParaRPr lang="es-ES" sz="2400" dirty="0">
                  <a:solidFill>
                    <a:schemeClr val="accent6"/>
                  </a:solidFill>
                  <a:latin typeface="Amasis MT Pro" panose="02040504050005020304" pitchFamily="18" charset="0"/>
                </a:endParaRPr>
              </a:p>
            </p:txBody>
          </p:sp>
        </mc:Choice>
        <mc:Fallback xmlns="">
          <p:sp>
            <p:nvSpPr>
              <p:cNvPr id="12" name="CuadroTexto 11">
                <a:extLst>
                  <a:ext uri="{FF2B5EF4-FFF2-40B4-BE49-F238E27FC236}">
                    <a16:creationId xmlns:a16="http://schemas.microsoft.com/office/drawing/2014/main" id="{C0AEB49F-C594-C2C3-19EB-9A022DC8BF26}"/>
                  </a:ext>
                </a:extLst>
              </p:cNvPr>
              <p:cNvSpPr txBox="1">
                <a:spLocks noRot="1" noChangeAspect="1" noMove="1" noResize="1" noEditPoints="1" noAdjustHandles="1" noChangeArrowheads="1" noChangeShapeType="1" noTextEdit="1"/>
              </p:cNvSpPr>
              <p:nvPr/>
            </p:nvSpPr>
            <p:spPr>
              <a:xfrm>
                <a:off x="3918648" y="4747427"/>
                <a:ext cx="594074" cy="461665"/>
              </a:xfrm>
              <a:prstGeom prst="rect">
                <a:avLst/>
              </a:prstGeom>
              <a:blipFill>
                <a:blip r:embed="rId12"/>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D8B0B40-3AF7-0950-37E2-0862831BD8D4}"/>
                  </a:ext>
                </a:extLst>
              </p:cNvPr>
              <p:cNvSpPr txBox="1"/>
              <p:nvPr/>
            </p:nvSpPr>
            <p:spPr>
              <a:xfrm>
                <a:off x="3291840" y="1541796"/>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rgbClr val="0070C0"/>
                          </a:solidFill>
                          <a:latin typeface="Cambria Math" panose="02040503050406030204" pitchFamily="18" charset="0"/>
                        </a:rPr>
                        <m:t>+1</m:t>
                      </m:r>
                    </m:oMath>
                  </m:oMathPara>
                </a14:m>
                <a:endParaRPr lang="es-ES" sz="2400" dirty="0">
                  <a:solidFill>
                    <a:srgbClr val="0070C0"/>
                  </a:solidFill>
                  <a:latin typeface="Amasis MT Pro" panose="02040504050005020304" pitchFamily="18" charset="0"/>
                </a:endParaRPr>
              </a:p>
            </p:txBody>
          </p:sp>
        </mc:Choice>
        <mc:Fallback xmlns="">
          <p:sp>
            <p:nvSpPr>
              <p:cNvPr id="13" name="CuadroTexto 12">
                <a:extLst>
                  <a:ext uri="{FF2B5EF4-FFF2-40B4-BE49-F238E27FC236}">
                    <a16:creationId xmlns:a16="http://schemas.microsoft.com/office/drawing/2014/main" id="{ED8B0B40-3AF7-0950-37E2-0862831BD8D4}"/>
                  </a:ext>
                </a:extLst>
              </p:cNvPr>
              <p:cNvSpPr txBox="1">
                <a:spLocks noRot="1" noChangeAspect="1" noMove="1" noResize="1" noEditPoints="1" noAdjustHandles="1" noChangeArrowheads="1" noChangeShapeType="1" noTextEdit="1"/>
              </p:cNvSpPr>
              <p:nvPr/>
            </p:nvSpPr>
            <p:spPr>
              <a:xfrm>
                <a:off x="3291840" y="1541796"/>
                <a:ext cx="594074" cy="461665"/>
              </a:xfrm>
              <a:prstGeom prst="rect">
                <a:avLst/>
              </a:prstGeom>
              <a:blipFill>
                <a:blip r:embed="rId13"/>
                <a:stretch>
                  <a:fillRect r="-2062"/>
                </a:stretch>
              </a:blipFill>
            </p:spPr>
            <p:txBody>
              <a:bodyPr/>
              <a:lstStyle/>
              <a:p>
                <a:r>
                  <a:rPr lang="es-ES">
                    <a:noFill/>
                  </a:rPr>
                  <a:t> </a:t>
                </a:r>
              </a:p>
            </p:txBody>
          </p:sp>
        </mc:Fallback>
      </mc:AlternateContent>
      <p:sp>
        <p:nvSpPr>
          <p:cNvPr id="14" name="Flecha: curvada hacia abajo 13">
            <a:extLst>
              <a:ext uri="{FF2B5EF4-FFF2-40B4-BE49-F238E27FC236}">
                <a16:creationId xmlns:a16="http://schemas.microsoft.com/office/drawing/2014/main" id="{59BB3CC7-5C69-BF61-8B03-100AAC6611A5}"/>
              </a:ext>
            </a:extLst>
          </p:cNvPr>
          <p:cNvSpPr/>
          <p:nvPr/>
        </p:nvSpPr>
        <p:spPr>
          <a:xfrm rot="8861414" flipH="1">
            <a:off x="4743237" y="5076106"/>
            <a:ext cx="3446225" cy="901915"/>
          </a:xfrm>
          <a:prstGeom prst="curvedDownArrow">
            <a:avLst>
              <a:gd name="adj1" fmla="val 28660"/>
              <a:gd name="adj2" fmla="val 50000"/>
              <a:gd name="adj3" fmla="val 15721"/>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21746ED-B31F-BD81-6DB8-9266EC8E2A8C}"/>
                  </a:ext>
                </a:extLst>
              </p:cNvPr>
              <p:cNvSpPr txBox="1"/>
              <p:nvPr/>
            </p:nvSpPr>
            <p:spPr>
              <a:xfrm>
                <a:off x="6661354" y="5771613"/>
                <a:ext cx="2482646" cy="369332"/>
              </a:xfrm>
              <a:prstGeom prst="rect">
                <a:avLst/>
              </a:prstGeom>
              <a:noFill/>
            </p:spPr>
            <p:txBody>
              <a:bodyPr wrap="square" rtlCol="0">
                <a:spAutoFit/>
              </a:bodyPr>
              <a:lstStyle/>
              <a:p>
                <a14:m>
                  <m:oMath xmlns:m="http://schemas.openxmlformats.org/officeDocument/2006/math">
                    <m:r>
                      <a:rPr lang="es-ES" i="1" smtClean="0">
                        <a:solidFill>
                          <a:schemeClr val="tx1"/>
                        </a:solidFill>
                        <a:latin typeface="Cambria Math" panose="02040503050406030204" pitchFamily="18" charset="0"/>
                      </a:rPr>
                      <m:t>−</m:t>
                    </m:r>
                  </m:oMath>
                </a14:m>
                <a:r>
                  <a:rPr lang="es-ES" dirty="0">
                    <a:solidFill>
                      <a:schemeClr val="tx1"/>
                    </a:solidFill>
                    <a:latin typeface="Amasis MT Pro" panose="02040504050005020304" pitchFamily="18" charset="0"/>
                  </a:rPr>
                  <a:t> </a:t>
                </a:r>
                <a:r>
                  <a:rPr lang="el-GR" dirty="0">
                    <a:solidFill>
                      <a:schemeClr val="tx1"/>
                    </a:solidFill>
                    <a:latin typeface="Amasis MT Pro" panose="02040504050005020304" pitchFamily="18" charset="0"/>
                    <a:cs typeface="Adobe Devanagari" panose="02040503050201020203" pitchFamily="18" charset="0"/>
                  </a:rPr>
                  <a:t>β</a:t>
                </a:r>
                <a:r>
                  <a:rPr lang="es-ES" dirty="0">
                    <a:solidFill>
                      <a:schemeClr val="tx1"/>
                    </a:solidFill>
                    <a:latin typeface="Amasis MT Pro" panose="02040504050005020304" pitchFamily="18" charset="0"/>
                    <a:cs typeface="Times New Roman" panose="02020603050405020304" pitchFamily="18" charset="0"/>
                  </a:rPr>
                  <a:t> </a:t>
                </a:r>
                <a:r>
                  <a:rPr lang="es-ES" dirty="0">
                    <a:solidFill>
                      <a:schemeClr val="tx1"/>
                    </a:solidFill>
                    <a:latin typeface="Amasis MT Pro" panose="02040504050005020304" pitchFamily="18" charset="0"/>
                    <a:cs typeface="Adobe Devanagari" panose="02040503050201020203" pitchFamily="18" charset="0"/>
                  </a:rPr>
                  <a:t>Pool </a:t>
                </a:r>
                <a:r>
                  <a:rPr lang="es-ES" dirty="0" err="1">
                    <a:solidFill>
                      <a:schemeClr val="tx1"/>
                    </a:solidFill>
                    <a:latin typeface="Amasis MT Pro" panose="02040504050005020304" pitchFamily="18" charset="0"/>
                    <a:cs typeface="Adobe Devanagari" panose="02040503050201020203" pitchFamily="18" charset="0"/>
                  </a:rPr>
                  <a:t>Punishment</a:t>
                </a:r>
                <a:endParaRPr lang="es-ES"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15" name="CuadroTexto 14">
                <a:extLst>
                  <a:ext uri="{FF2B5EF4-FFF2-40B4-BE49-F238E27FC236}">
                    <a16:creationId xmlns:a16="http://schemas.microsoft.com/office/drawing/2014/main" id="{D21746ED-B31F-BD81-6DB8-9266EC8E2A8C}"/>
                  </a:ext>
                </a:extLst>
              </p:cNvPr>
              <p:cNvSpPr txBox="1">
                <a:spLocks noRot="1" noChangeAspect="1" noMove="1" noResize="1" noEditPoints="1" noAdjustHandles="1" noChangeArrowheads="1" noChangeShapeType="1" noTextEdit="1"/>
              </p:cNvSpPr>
              <p:nvPr/>
            </p:nvSpPr>
            <p:spPr>
              <a:xfrm>
                <a:off x="6661354" y="5771613"/>
                <a:ext cx="2482646" cy="369332"/>
              </a:xfrm>
              <a:prstGeom prst="rect">
                <a:avLst/>
              </a:prstGeom>
              <a:blipFill>
                <a:blip r:embed="rId14"/>
                <a:stretch>
                  <a:fillRect t="-11667" b="-2666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9FB9068B-F4B2-3E67-AE94-D3FF9964E036}"/>
                  </a:ext>
                </a:extLst>
              </p:cNvPr>
              <p:cNvSpPr txBox="1"/>
              <p:nvPr/>
            </p:nvSpPr>
            <p:spPr>
              <a:xfrm>
                <a:off x="6661354" y="6174957"/>
                <a:ext cx="1794985" cy="673518"/>
              </a:xfrm>
              <a:prstGeom prst="rect">
                <a:avLst/>
              </a:prstGeom>
              <a:noFill/>
            </p:spPr>
            <p:txBody>
              <a:bodyPr wrap="square">
                <a:spAutoFit/>
              </a:bodyPr>
              <a:lstStyle/>
              <a:p>
                <a:pPr algn="r"/>
                <a14:m>
                  <m:oMath xmlns:m="http://schemas.openxmlformats.org/officeDocument/2006/math">
                    <m:r>
                      <a:rPr lang="es-ES" i="1" smtClean="0">
                        <a:solidFill>
                          <a:schemeClr val="tx1"/>
                        </a:solidFill>
                        <a:latin typeface="Cambria Math" panose="02040503050406030204" pitchFamily="18" charset="0"/>
                        <a:cs typeface="Times New Roman" panose="02020603050405020304" pitchFamily="18" charset="0"/>
                      </a:rPr>
                      <m:t>−</m:t>
                    </m:r>
                    <m:sSub>
                      <m:sSubPr>
                        <m:ctrlPr>
                          <a:rPr lang="es-ES" i="1">
                            <a:solidFill>
                              <a:schemeClr val="tx1"/>
                            </a:solidFill>
                            <a:latin typeface="Cambria Math" panose="02040503050406030204" pitchFamily="18" charset="0"/>
                          </a:rPr>
                        </m:ctrlPr>
                      </m:sSubPr>
                      <m:e>
                        <m:sSup>
                          <m:sSupPr>
                            <m:ctrlPr>
                              <a:rPr lang="es-ES" i="1">
                                <a:solidFill>
                                  <a:schemeClr val="tx1"/>
                                </a:solidFill>
                                <a:latin typeface="Cambria Math" panose="02040503050406030204" pitchFamily="18" charset="0"/>
                              </a:rPr>
                            </m:ctrlPr>
                          </m:sSupPr>
                          <m:e>
                            <m:r>
                              <m:rPr>
                                <m:nor/>
                              </m:rPr>
                              <a:rPr lang="es-ES">
                                <a:solidFill>
                                  <a:schemeClr val="tx1"/>
                                </a:solidFill>
                                <a:latin typeface="Amasis MT Pro" panose="02040504050005020304" pitchFamily="18" charset="0"/>
                              </a:rPr>
                              <m:t> </m:t>
                            </m:r>
                            <m:r>
                              <m:rPr>
                                <m:nor/>
                              </m:rPr>
                              <a:rPr lang="el-GR" dirty="0">
                                <a:solidFill>
                                  <a:schemeClr val="tx1"/>
                                </a:solidFill>
                                <a:latin typeface="Amasis MT Pro" panose="02040504050005020304" pitchFamily="18" charset="0"/>
                                <a:cs typeface="Adobe Devanagari" panose="02040503050201020203" pitchFamily="18" charset="0"/>
                              </a:rPr>
                              <m:t>β</m:t>
                            </m:r>
                            <m:r>
                              <a:rPr lang="el-GR" i="1">
                                <a:solidFill>
                                  <a:schemeClr val="tx1"/>
                                </a:solidFill>
                                <a:latin typeface="Cambria Math" panose="02040503050406030204" pitchFamily="18" charset="0"/>
                                <a:ea typeface="Cambria Math" panose="02040503050406030204" pitchFamily="18" charset="0"/>
                              </a:rPr>
                              <m:t>×</m:t>
                            </m:r>
                            <m:r>
                              <a:rPr lang="es-ES" i="1" smtClean="0">
                                <a:solidFill>
                                  <a:schemeClr val="accent6"/>
                                </a:solidFill>
                                <a:latin typeface="Cambria Math" panose="02040503050406030204" pitchFamily="18" charset="0"/>
                              </a:rPr>
                              <m:t>𝑁</m:t>
                            </m:r>
                          </m:e>
                          <m:sup>
                            <m:r>
                              <a:rPr lang="es-ES" i="1" smtClean="0">
                                <a:solidFill>
                                  <a:schemeClr val="accent6"/>
                                </a:solidFill>
                                <a:latin typeface="Cambria Math" panose="02040503050406030204" pitchFamily="18" charset="0"/>
                              </a:rPr>
                              <m:t>𝑔</m:t>
                            </m:r>
                          </m:sup>
                        </m:sSup>
                      </m:e>
                      <m:sub>
                        <m:r>
                          <a:rPr lang="es-ES" i="1" smtClean="0">
                            <a:solidFill>
                              <a:schemeClr val="accent6"/>
                            </a:solidFill>
                            <a:latin typeface="Cambria Math" panose="02040503050406030204" pitchFamily="18" charset="0"/>
                          </a:rPr>
                          <m:t>𝑃</m:t>
                        </m:r>
                      </m:sub>
                    </m:sSub>
                  </m:oMath>
                </a14:m>
                <a:r>
                  <a:rPr lang="es-ES" dirty="0">
                    <a:solidFill>
                      <a:schemeClr val="tx1"/>
                    </a:solidFill>
                    <a:latin typeface="Amasis MT Pro" panose="02040504050005020304" pitchFamily="18" charset="0"/>
                    <a:cs typeface="Adobe Devanagari" panose="02040503050201020203" pitchFamily="18" charset="0"/>
                  </a:rPr>
                  <a:t> </a:t>
                </a:r>
                <a14:m>
                  <m:oMath xmlns:m="http://schemas.openxmlformats.org/officeDocument/2006/math">
                    <m:r>
                      <m:rPr>
                        <m:nor/>
                      </m:rPr>
                      <a:rPr lang="es-ES" dirty="0">
                        <a:solidFill>
                          <a:schemeClr val="tx1"/>
                        </a:solidFill>
                        <a:latin typeface="Amasis MT Pro" panose="02040504050005020304" pitchFamily="18" charset="0"/>
                        <a:cs typeface="Adobe Devanagari" panose="02040503050201020203" pitchFamily="18" charset="0"/>
                      </a:rPr>
                      <m:t>Peer</m:t>
                    </m:r>
                    <m:r>
                      <m:rPr>
                        <m:nor/>
                      </m:rPr>
                      <a:rPr lang="es-ES" b="0" i="0" dirty="0" smtClean="0">
                        <a:solidFill>
                          <a:schemeClr val="tx1"/>
                        </a:solidFill>
                        <a:latin typeface="Amasis MT Pro" panose="02040504050005020304" pitchFamily="18" charset="0"/>
                        <a:cs typeface="Adobe Devanagari" panose="02040503050201020203" pitchFamily="18" charset="0"/>
                      </a:rPr>
                      <m:t> </m:t>
                    </m:r>
                    <m:r>
                      <m:rPr>
                        <m:nor/>
                      </m:rPr>
                      <a:rPr lang="es-ES" dirty="0">
                        <a:solidFill>
                          <a:schemeClr val="tx1"/>
                        </a:solidFill>
                        <a:latin typeface="Amasis MT Pro" panose="02040504050005020304" pitchFamily="18" charset="0"/>
                        <a:cs typeface="Adobe Devanagari" panose="02040503050201020203" pitchFamily="18" charset="0"/>
                      </a:rPr>
                      <m:t>Punishment</m:t>
                    </m:r>
                    <m:r>
                      <m:rPr>
                        <m:nor/>
                      </m:rPr>
                      <a:rPr lang="es-ES" dirty="0">
                        <a:solidFill>
                          <a:schemeClr val="tx1"/>
                        </a:solidFill>
                        <a:latin typeface="Amasis MT Pro" panose="02040504050005020304" pitchFamily="18" charset="0"/>
                        <a:cs typeface="Adobe Devanagari" panose="02040503050201020203" pitchFamily="18" charset="0"/>
                      </a:rPr>
                      <m:t> </m:t>
                    </m:r>
                  </m:oMath>
                </a14:m>
                <a:endParaRPr lang="es-ES"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18" name="CuadroTexto 17">
                <a:extLst>
                  <a:ext uri="{FF2B5EF4-FFF2-40B4-BE49-F238E27FC236}">
                    <a16:creationId xmlns:a16="http://schemas.microsoft.com/office/drawing/2014/main" id="{9FB9068B-F4B2-3E67-AE94-D3FF9964E036}"/>
                  </a:ext>
                </a:extLst>
              </p:cNvPr>
              <p:cNvSpPr txBox="1">
                <a:spLocks noRot="1" noChangeAspect="1" noMove="1" noResize="1" noEditPoints="1" noAdjustHandles="1" noChangeArrowheads="1" noChangeShapeType="1" noTextEdit="1"/>
              </p:cNvSpPr>
              <p:nvPr/>
            </p:nvSpPr>
            <p:spPr>
              <a:xfrm>
                <a:off x="6661354" y="6174957"/>
                <a:ext cx="1794985" cy="673518"/>
              </a:xfrm>
              <a:prstGeom prst="rect">
                <a:avLst/>
              </a:prstGeom>
              <a:blipFill>
                <a:blip r:embed="rId15"/>
                <a:stretch>
                  <a:fillRect/>
                </a:stretch>
              </a:blipFill>
            </p:spPr>
            <p:txBody>
              <a:bodyPr/>
              <a:lstStyle/>
              <a:p>
                <a:r>
                  <a:rPr lang="es-ES">
                    <a:noFill/>
                  </a:rPr>
                  <a:t> </a:t>
                </a:r>
              </a:p>
            </p:txBody>
          </p:sp>
        </mc:Fallback>
      </mc:AlternateContent>
      <p:pic>
        <p:nvPicPr>
          <p:cNvPr id="24" name="Imagen 23">
            <a:extLst>
              <a:ext uri="{FF2B5EF4-FFF2-40B4-BE49-F238E27FC236}">
                <a16:creationId xmlns:a16="http://schemas.microsoft.com/office/drawing/2014/main" id="{229AC1AF-F187-15DA-39D6-6ABD7BBFC965}"/>
              </a:ext>
            </a:extLst>
          </p:cNvPr>
          <p:cNvPicPr>
            <a:picLocks noChangeAspect="1"/>
          </p:cNvPicPr>
          <p:nvPr/>
        </p:nvPicPr>
        <p:blipFill>
          <a:blip r:embed="rId16"/>
          <a:stretch>
            <a:fillRect/>
          </a:stretch>
        </p:blipFill>
        <p:spPr>
          <a:xfrm>
            <a:off x="2600335" y="4709778"/>
            <a:ext cx="1130656" cy="1234419"/>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B2B9B38E-9821-89CD-D7AF-FD5A55EA98CB}"/>
                  </a:ext>
                </a:extLst>
              </p:cNvPr>
              <p:cNvSpPr txBox="1"/>
              <p:nvPr/>
            </p:nvSpPr>
            <p:spPr>
              <a:xfrm>
                <a:off x="4742991" y="4618375"/>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tx1"/>
                          </a:solidFill>
                          <a:latin typeface="Cambria Math" panose="02040503050406030204" pitchFamily="18" charset="0"/>
                        </a:rPr>
                        <m:t>+</m:t>
                      </m:r>
                      <m:f>
                        <m:fPr>
                          <m:ctrlPr>
                            <a:rPr lang="es-ES" sz="2000" i="1">
                              <a:solidFill>
                                <a:schemeClr val="tx1"/>
                              </a:solidFill>
                              <a:latin typeface="Cambria Math" panose="02040503050406030204" pitchFamily="18" charset="0"/>
                            </a:rPr>
                          </m:ctrlPr>
                        </m:fPr>
                        <m:num>
                          <m:r>
                            <a:rPr lang="es-ES" sz="2000" i="1">
                              <a:solidFill>
                                <a:schemeClr val="tx1"/>
                              </a:solidFill>
                              <a:latin typeface="Cambria Math" panose="02040503050406030204" pitchFamily="18" charset="0"/>
                            </a:rPr>
                            <m:t>𝑟</m:t>
                          </m:r>
                          <m:r>
                            <a:rPr lang="es-ES" sz="2000" i="1">
                              <a:solidFill>
                                <a:schemeClr val="tx1"/>
                              </a:solidFill>
                              <a:latin typeface="Cambria Math" panose="02040503050406030204" pitchFamily="18" charset="0"/>
                              <a:ea typeface="Cambria Math" panose="02040503050406030204" pitchFamily="18" charset="0"/>
                            </a:rPr>
                            <m:t>×</m:t>
                          </m:r>
                          <m:sSub>
                            <m:sSubPr>
                              <m:ctrlPr>
                                <a:rPr lang="es-ES" sz="2000" i="1" smtClean="0">
                                  <a:solidFill>
                                    <a:srgbClr val="0070C0"/>
                                  </a:solidFill>
                                  <a:latin typeface="Cambria Math" panose="02040503050406030204" pitchFamily="18" charset="0"/>
                                </a:rPr>
                              </m:ctrlPr>
                            </m:sSubPr>
                            <m:e>
                              <m:r>
                                <a:rPr lang="es-ES" sz="2000" i="1" smtClean="0">
                                  <a:solidFill>
                                    <a:schemeClr val="tx1"/>
                                  </a:solidFill>
                                  <a:latin typeface="Cambria Math" panose="02040503050406030204" pitchFamily="18" charset="0"/>
                                </a:rPr>
                                <m:t>(</m:t>
                              </m:r>
                              <m:sSup>
                                <m:sSupPr>
                                  <m:ctrlPr>
                                    <a:rPr lang="es-ES" sz="2000" i="1" smtClean="0">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𝑁</m:t>
                                  </m:r>
                                </m:e>
                                <m:sup>
                                  <m:r>
                                    <a:rPr lang="es-ES" sz="2000" i="1">
                                      <a:solidFill>
                                        <a:srgbClr val="0070C0"/>
                                      </a:solidFill>
                                      <a:latin typeface="Cambria Math" panose="02040503050406030204" pitchFamily="18" charset="0"/>
                                    </a:rPr>
                                    <m:t>𝑔</m:t>
                                  </m:r>
                                </m:sup>
                              </m:sSup>
                            </m:e>
                            <m:sub>
                              <m:r>
                                <a:rPr lang="es-ES" sz="2000" i="1" smtClean="0">
                                  <a:solidFill>
                                    <a:srgbClr val="0070C0"/>
                                  </a:solidFill>
                                  <a:latin typeface="Cambria Math" panose="02040503050406030204" pitchFamily="18" charset="0"/>
                                </a:rPr>
                                <m:t>𝐶</m:t>
                              </m:r>
                            </m:sub>
                          </m:sSub>
                          <m:r>
                            <a:rPr lang="es-ES" sz="2000" i="1">
                              <a:solidFill>
                                <a:schemeClr val="tx1"/>
                              </a:solidFill>
                              <a:latin typeface="Cambria Math" panose="02040503050406030204" pitchFamily="18" charset="0"/>
                            </a:rPr>
                            <m:t>+</m:t>
                          </m:r>
                          <m:r>
                            <m:rPr>
                              <m:nor/>
                            </m:rPr>
                            <a:rPr lang="es-ES" sz="2000" dirty="0">
                              <a:solidFill>
                                <a:schemeClr val="tx1"/>
                              </a:solidFill>
                              <a:latin typeface="Amasis MT Pro" panose="02040504050005020304" pitchFamily="18" charset="0"/>
                            </a:rPr>
                            <m:t> </m:t>
                          </m:r>
                          <m:sSub>
                            <m:sSubPr>
                              <m:ctrlPr>
                                <a:rPr lang="es-ES" sz="2000" i="1" smtClean="0">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tx1"/>
                              </a:solidFill>
                              <a:latin typeface="Cambria Math" panose="02040503050406030204" pitchFamily="18" charset="0"/>
                            </a:rPr>
                            <m:t>)</m:t>
                          </m:r>
                        </m:num>
                        <m:den>
                          <m:r>
                            <a:rPr lang="es-ES" sz="2000" i="1">
                              <a:solidFill>
                                <a:schemeClr val="tx1"/>
                              </a:solidFill>
                              <a:latin typeface="Cambria Math" panose="02040503050406030204" pitchFamily="18" charset="0"/>
                            </a:rPr>
                            <m:t>𝐺</m:t>
                          </m:r>
                        </m:den>
                      </m:f>
                    </m:oMath>
                  </m:oMathPara>
                </a14:m>
                <a:endParaRPr lang="es-ES" sz="2000" dirty="0">
                  <a:solidFill>
                    <a:schemeClr val="tx1"/>
                  </a:solidFill>
                  <a:latin typeface="Amasis MT Pro" panose="02040504050005020304" pitchFamily="18" charset="0"/>
                </a:endParaRPr>
              </a:p>
              <a:p>
                <a:endParaRPr lang="es-ES" sz="1350" dirty="0">
                  <a:solidFill>
                    <a:schemeClr val="accent1"/>
                  </a:solidFill>
                </a:endParaRPr>
              </a:p>
            </p:txBody>
          </p:sp>
        </mc:Choice>
        <mc:Fallback xmlns="">
          <p:sp>
            <p:nvSpPr>
              <p:cNvPr id="25" name="CuadroTexto 24">
                <a:extLst>
                  <a:ext uri="{FF2B5EF4-FFF2-40B4-BE49-F238E27FC236}">
                    <a16:creationId xmlns:a16="http://schemas.microsoft.com/office/drawing/2014/main" id="{B2B9B38E-9821-89CD-D7AF-FD5A55EA98CB}"/>
                  </a:ext>
                </a:extLst>
              </p:cNvPr>
              <p:cNvSpPr txBox="1">
                <a:spLocks noRot="1" noChangeAspect="1" noMove="1" noResize="1" noEditPoints="1" noAdjustHandles="1" noChangeArrowheads="1" noChangeShapeType="1" noTextEdit="1"/>
              </p:cNvSpPr>
              <p:nvPr/>
            </p:nvSpPr>
            <p:spPr>
              <a:xfrm>
                <a:off x="4742991" y="4618375"/>
                <a:ext cx="2737091" cy="911596"/>
              </a:xfrm>
              <a:prstGeom prst="rect">
                <a:avLst/>
              </a:prstGeom>
              <a:blipFill>
                <a:blip r:embed="rId17"/>
                <a:stretch>
                  <a:fillRect/>
                </a:stretch>
              </a:blipFill>
            </p:spPr>
            <p:txBody>
              <a:bodyPr/>
              <a:lstStyle/>
              <a:p>
                <a:r>
                  <a:rPr lang="es-ES">
                    <a:noFill/>
                  </a:rPr>
                  <a:t> </a:t>
                </a:r>
              </a:p>
            </p:txBody>
          </p:sp>
        </mc:Fallback>
      </mc:AlternateContent>
      <p:sp>
        <p:nvSpPr>
          <p:cNvPr id="27" name="Flecha: curvada hacia abajo 26">
            <a:extLst>
              <a:ext uri="{FF2B5EF4-FFF2-40B4-BE49-F238E27FC236}">
                <a16:creationId xmlns:a16="http://schemas.microsoft.com/office/drawing/2014/main" id="{43AF4EA5-D12B-7234-521C-31CEB305FB68}"/>
              </a:ext>
            </a:extLst>
          </p:cNvPr>
          <p:cNvSpPr/>
          <p:nvPr/>
        </p:nvSpPr>
        <p:spPr>
          <a:xfrm rot="17391024" flipH="1">
            <a:off x="2036316" y="4783246"/>
            <a:ext cx="745373" cy="41183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DC945AC9-5A59-1D00-A061-DAAF039B8302}"/>
                  </a:ext>
                </a:extLst>
              </p:cNvPr>
              <p:cNvSpPr txBox="1"/>
              <p:nvPr/>
            </p:nvSpPr>
            <p:spPr>
              <a:xfrm>
                <a:off x="-76176" y="4667396"/>
                <a:ext cx="2246343" cy="369332"/>
              </a:xfrm>
              <a:prstGeom prst="rect">
                <a:avLst/>
              </a:prstGeom>
              <a:noFill/>
            </p:spPr>
            <p:txBody>
              <a:bodyPr wrap="square" rtlCol="0">
                <a:spAutoFit/>
              </a:bodyPr>
              <a:lstStyle/>
              <a:p>
                <a:pPr algn="r"/>
                <a:r>
                  <a:rPr lang="es-ES" dirty="0">
                    <a:solidFill>
                      <a:schemeClr val="tx1"/>
                    </a:solidFill>
                    <a:latin typeface="Amasis MT Pro" panose="02040504050005020304" pitchFamily="18" charset="0"/>
                    <a:cs typeface="Adobe Devanagari" panose="02040503050201020203" pitchFamily="18" charset="0"/>
                  </a:rPr>
                  <a:t>Pool </a:t>
                </a:r>
                <a:r>
                  <a:rPr lang="es-ES" dirty="0" err="1">
                    <a:solidFill>
                      <a:schemeClr val="tx1"/>
                    </a:solidFill>
                    <a:latin typeface="Amasis MT Pro" panose="02040504050005020304" pitchFamily="18" charset="0"/>
                    <a:cs typeface="Adobe Devanagari" panose="02040503050201020203" pitchFamily="18" charset="0"/>
                  </a:rPr>
                  <a:t>Punishment</a:t>
                </a:r>
                <a:r>
                  <a:rPr lang="es-ES" dirty="0">
                    <a:solidFill>
                      <a:schemeClr val="tx1"/>
                    </a:solidFill>
                    <a:latin typeface="Amasis MT Pro" panose="02040504050005020304" pitchFamily="18" charset="0"/>
                    <a:cs typeface="Adobe Devanagari" panose="02040503050201020203" pitchFamily="18" charset="0"/>
                  </a:rPr>
                  <a:t> </a:t>
                </a:r>
                <a14:m>
                  <m:oMath xmlns:m="http://schemas.openxmlformats.org/officeDocument/2006/math">
                    <m:r>
                      <a:rPr lang="es-ES" i="1">
                        <a:solidFill>
                          <a:schemeClr val="tx1"/>
                        </a:solidFill>
                        <a:latin typeface="Cambria Math" panose="02040503050406030204" pitchFamily="18" charset="0"/>
                      </a:rPr>
                      <m:t>−</m:t>
                    </m:r>
                  </m:oMath>
                </a14:m>
                <a:r>
                  <a:rPr lang="el-GR" dirty="0">
                    <a:solidFill>
                      <a:schemeClr val="tx1"/>
                    </a:solidFill>
                    <a:latin typeface="Amasis MT Pro" panose="02040504050005020304" pitchFamily="18" charset="0"/>
                    <a:cs typeface="Adobe Devanagari" panose="02040503050201020203" pitchFamily="18" charset="0"/>
                  </a:rPr>
                  <a:t> γ</a:t>
                </a:r>
                <a:endParaRPr lang="es-ES"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28" name="CuadroTexto 27">
                <a:extLst>
                  <a:ext uri="{FF2B5EF4-FFF2-40B4-BE49-F238E27FC236}">
                    <a16:creationId xmlns:a16="http://schemas.microsoft.com/office/drawing/2014/main" id="{DC945AC9-5A59-1D00-A061-DAAF039B8302}"/>
                  </a:ext>
                </a:extLst>
              </p:cNvPr>
              <p:cNvSpPr txBox="1">
                <a:spLocks noRot="1" noChangeAspect="1" noMove="1" noResize="1" noEditPoints="1" noAdjustHandles="1" noChangeArrowheads="1" noChangeShapeType="1" noTextEdit="1"/>
              </p:cNvSpPr>
              <p:nvPr/>
            </p:nvSpPr>
            <p:spPr>
              <a:xfrm>
                <a:off x="-76176" y="4667396"/>
                <a:ext cx="2246343" cy="369332"/>
              </a:xfrm>
              <a:prstGeom prst="rect">
                <a:avLst/>
              </a:prstGeom>
              <a:blipFill>
                <a:blip r:embed="rId18"/>
                <a:stretch>
                  <a:fillRect l="-1902" t="-11667" r="-2174" b="-2666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58E901B9-A8B1-828B-272D-B566520C351F}"/>
                  </a:ext>
                </a:extLst>
              </p:cNvPr>
              <p:cNvSpPr txBox="1"/>
              <p:nvPr/>
            </p:nvSpPr>
            <p:spPr>
              <a:xfrm>
                <a:off x="298300" y="5091005"/>
                <a:ext cx="1869601" cy="663643"/>
              </a:xfrm>
              <a:prstGeom prst="rect">
                <a:avLst/>
              </a:prstGeom>
              <a:noFill/>
            </p:spPr>
            <p:txBody>
              <a:bodyPr wrap="square">
                <a:spAutoFit/>
              </a:bodyPr>
              <a:lstStyle/>
              <a:p>
                <a:pPr algn="r"/>
                <a14:m>
                  <m:oMathPara xmlns:m="http://schemas.openxmlformats.org/officeDocument/2006/math">
                    <m:oMathParaPr>
                      <m:jc m:val="right"/>
                    </m:oMathParaPr>
                    <m:oMath xmlns:m="http://schemas.openxmlformats.org/officeDocument/2006/math">
                      <m:sSub>
                        <m:sSubPr>
                          <m:ctrlPr>
                            <a:rPr lang="es-ES" i="1" smtClean="0">
                              <a:solidFill>
                                <a:schemeClr val="tx1"/>
                              </a:solidFill>
                              <a:latin typeface="Cambria Math" panose="02040503050406030204" pitchFamily="18" charset="0"/>
                            </a:rPr>
                          </m:ctrlPr>
                        </m:sSubPr>
                        <m:e>
                          <m:sSup>
                            <m:sSupPr>
                              <m:ctrlPr>
                                <a:rPr lang="es-ES" i="1">
                                  <a:solidFill>
                                    <a:schemeClr val="tx1"/>
                                  </a:solidFill>
                                  <a:latin typeface="Cambria Math" panose="02040503050406030204" pitchFamily="18" charset="0"/>
                                </a:rPr>
                              </m:ctrlPr>
                            </m:sSupPr>
                            <m:e>
                              <m:r>
                                <m:rPr>
                                  <m:nor/>
                                </m:rPr>
                                <a:rPr lang="es-ES" dirty="0">
                                  <a:solidFill>
                                    <a:schemeClr val="tx1"/>
                                  </a:solidFill>
                                  <a:latin typeface="Amasis MT Pro" panose="02040504050005020304" pitchFamily="18" charset="0"/>
                                  <a:cs typeface="Adobe Devanagari" panose="02040503050201020203" pitchFamily="18" charset="0"/>
                                </a:rPr>
                                <m:t>Peer</m:t>
                              </m:r>
                              <m:r>
                                <m:rPr>
                                  <m:nor/>
                                </m:rPr>
                                <a:rPr lang="es-ES" dirty="0">
                                  <a:solidFill>
                                    <a:schemeClr val="tx1"/>
                                  </a:solidFill>
                                  <a:latin typeface="Amasis MT Pro" panose="02040504050005020304" pitchFamily="18" charset="0"/>
                                  <a:cs typeface="Adobe Devanagari" panose="02040503050201020203" pitchFamily="18" charset="0"/>
                                </a:rPr>
                                <m:t> </m:t>
                              </m:r>
                              <m:r>
                                <m:rPr>
                                  <m:nor/>
                                </m:rPr>
                                <a:rPr lang="es-ES" dirty="0">
                                  <a:solidFill>
                                    <a:schemeClr val="tx1"/>
                                  </a:solidFill>
                                  <a:latin typeface="Amasis MT Pro" panose="02040504050005020304" pitchFamily="18" charset="0"/>
                                  <a:cs typeface="Adobe Devanagari" panose="02040503050201020203" pitchFamily="18" charset="0"/>
                                </a:rPr>
                                <m:t>Punishment</m:t>
                              </m:r>
                              <m:r>
                                <m:rPr>
                                  <m:nor/>
                                </m:rPr>
                                <a:rPr lang="es-ES" dirty="0">
                                  <a:solidFill>
                                    <a:schemeClr val="tx1"/>
                                  </a:solidFill>
                                  <a:latin typeface="Amasis MT Pro" panose="02040504050005020304" pitchFamily="18" charset="0"/>
                                  <a:cs typeface="Adobe Devanagari" panose="02040503050201020203" pitchFamily="18" charset="0"/>
                                </a:rPr>
                                <m:t> </m:t>
                              </m:r>
                              <m:r>
                                <a:rPr lang="es-ES" i="1">
                                  <a:solidFill>
                                    <a:schemeClr val="tx1"/>
                                  </a:solidFill>
                                  <a:latin typeface="Cambria Math" panose="02040503050406030204" pitchFamily="18" charset="0"/>
                                  <a:cs typeface="Times New Roman" panose="02020603050405020304" pitchFamily="18" charset="0"/>
                                </a:rPr>
                                <m:t>−</m:t>
                              </m:r>
                              <m:r>
                                <m:rPr>
                                  <m:nor/>
                                </m:rPr>
                                <a:rPr lang="el-GR" dirty="0">
                                  <a:solidFill>
                                    <a:schemeClr val="tx1"/>
                                  </a:solidFill>
                                  <a:latin typeface="Amasis MT Pro" panose="02040504050005020304" pitchFamily="18" charset="0"/>
                                </a:rPr>
                                <m:t>γ</m:t>
                              </m:r>
                              <m:r>
                                <a:rPr lang="el-GR" i="1">
                                  <a:solidFill>
                                    <a:schemeClr val="tx1"/>
                                  </a:solidFill>
                                  <a:latin typeface="Cambria Math" panose="02040503050406030204" pitchFamily="18" charset="0"/>
                                  <a:ea typeface="Cambria Math" panose="02040503050406030204" pitchFamily="18" charset="0"/>
                                </a:rPr>
                                <m:t>×</m:t>
                              </m:r>
                              <m:r>
                                <a:rPr lang="es-ES" i="1" smtClean="0">
                                  <a:solidFill>
                                    <a:schemeClr val="accent5"/>
                                  </a:solidFill>
                                  <a:latin typeface="Cambria Math" panose="02040503050406030204" pitchFamily="18" charset="0"/>
                                </a:rPr>
                                <m:t>𝑁</m:t>
                              </m:r>
                            </m:e>
                            <m:sup>
                              <m:r>
                                <a:rPr lang="es-ES" i="1" smtClean="0">
                                  <a:solidFill>
                                    <a:schemeClr val="accent5"/>
                                  </a:solidFill>
                                  <a:latin typeface="Cambria Math" panose="02040503050406030204" pitchFamily="18" charset="0"/>
                                </a:rPr>
                                <m:t>𝑔</m:t>
                              </m:r>
                            </m:sup>
                          </m:sSup>
                        </m:e>
                        <m:sub>
                          <m:r>
                            <a:rPr lang="es-ES" i="1" smtClean="0">
                              <a:solidFill>
                                <a:schemeClr val="accent5"/>
                              </a:solidFill>
                              <a:latin typeface="Cambria Math" panose="02040503050406030204" pitchFamily="18" charset="0"/>
                            </a:rPr>
                            <m:t>𝐷</m:t>
                          </m:r>
                        </m:sub>
                      </m:sSub>
                    </m:oMath>
                  </m:oMathPara>
                </a14:m>
                <a:endParaRPr lang="es-ES" sz="1350" dirty="0">
                  <a:solidFill>
                    <a:schemeClr val="accent6"/>
                  </a:solidFill>
                  <a:latin typeface="Amasis MT Pro" panose="02040504050005020304" pitchFamily="18" charset="0"/>
                  <a:cs typeface="Adobe Devanagari" panose="02040503050201020203" pitchFamily="18" charset="0"/>
                </a:endParaRPr>
              </a:p>
            </p:txBody>
          </p:sp>
        </mc:Choice>
        <mc:Fallback xmlns="">
          <p:sp>
            <p:nvSpPr>
              <p:cNvPr id="31" name="CuadroTexto 30">
                <a:extLst>
                  <a:ext uri="{FF2B5EF4-FFF2-40B4-BE49-F238E27FC236}">
                    <a16:creationId xmlns:a16="http://schemas.microsoft.com/office/drawing/2014/main" id="{58E901B9-A8B1-828B-272D-B566520C351F}"/>
                  </a:ext>
                </a:extLst>
              </p:cNvPr>
              <p:cNvSpPr txBox="1">
                <a:spLocks noRot="1" noChangeAspect="1" noMove="1" noResize="1" noEditPoints="1" noAdjustHandles="1" noChangeArrowheads="1" noChangeShapeType="1" noTextEdit="1"/>
              </p:cNvSpPr>
              <p:nvPr/>
            </p:nvSpPr>
            <p:spPr>
              <a:xfrm>
                <a:off x="298300" y="5091005"/>
                <a:ext cx="1869601" cy="663643"/>
              </a:xfrm>
              <a:prstGeom prst="rect">
                <a:avLst/>
              </a:prstGeom>
              <a:blipFill>
                <a:blip r:embed="rId19"/>
                <a:stretch>
                  <a:fillRect b="-91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666FFF4A-1B95-4141-9D15-69AD43C2F805}"/>
                  </a:ext>
                </a:extLst>
              </p:cNvPr>
              <p:cNvSpPr txBox="1"/>
              <p:nvPr/>
            </p:nvSpPr>
            <p:spPr>
              <a:xfrm>
                <a:off x="2827237" y="5926963"/>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b="0" i="1" smtClean="0">
                              <a:solidFill>
                                <a:schemeClr val="accent6"/>
                              </a:solidFill>
                              <a:latin typeface="Cambria Math" panose="02040503050406030204" pitchFamily="18" charset="0"/>
                            </a:rPr>
                            <m:t>𝑃</m:t>
                          </m:r>
                        </m:sub>
                      </m:sSub>
                    </m:oMath>
                  </m:oMathPara>
                </a14:m>
                <a:endParaRPr lang="es-ES" sz="1350" dirty="0"/>
              </a:p>
            </p:txBody>
          </p:sp>
        </mc:Choice>
        <mc:Fallback xmlns="">
          <p:sp>
            <p:nvSpPr>
              <p:cNvPr id="32" name="CuadroTexto 31">
                <a:extLst>
                  <a:ext uri="{FF2B5EF4-FFF2-40B4-BE49-F238E27FC236}">
                    <a16:creationId xmlns:a16="http://schemas.microsoft.com/office/drawing/2014/main" id="{666FFF4A-1B95-4141-9D15-69AD43C2F805}"/>
                  </a:ext>
                </a:extLst>
              </p:cNvPr>
              <p:cNvSpPr txBox="1">
                <a:spLocks noRot="1" noChangeAspect="1" noMove="1" noResize="1" noEditPoints="1" noAdjustHandles="1" noChangeArrowheads="1" noChangeShapeType="1" noTextEdit="1"/>
              </p:cNvSpPr>
              <p:nvPr/>
            </p:nvSpPr>
            <p:spPr>
              <a:xfrm>
                <a:off x="2827237" y="5926963"/>
                <a:ext cx="676852" cy="461665"/>
              </a:xfrm>
              <a:prstGeom prst="rect">
                <a:avLst/>
              </a:prstGeom>
              <a:blipFill>
                <a:blip r:embed="rId20"/>
                <a:stretch>
                  <a:fillRect l="-2703" r="-5405" b="-2632"/>
                </a:stretch>
              </a:blipFill>
            </p:spPr>
            <p:txBody>
              <a:bodyPr/>
              <a:lstStyle/>
              <a:p>
                <a:r>
                  <a:rPr lang="es-ES">
                    <a:noFill/>
                  </a:rPr>
                  <a:t> </a:t>
                </a:r>
              </a:p>
            </p:txBody>
          </p:sp>
        </mc:Fallback>
      </mc:AlternateContent>
      <p:sp>
        <p:nvSpPr>
          <p:cNvPr id="33" name="Marcador de número de diapositiva 32">
            <a:extLst>
              <a:ext uri="{FF2B5EF4-FFF2-40B4-BE49-F238E27FC236}">
                <a16:creationId xmlns:a16="http://schemas.microsoft.com/office/drawing/2014/main" id="{1F133B73-0D79-5854-6019-F427AAFC25FA}"/>
              </a:ext>
            </a:extLst>
          </p:cNvPr>
          <p:cNvSpPr>
            <a:spLocks noGrp="1"/>
          </p:cNvSpPr>
          <p:nvPr>
            <p:ph type="sldNum" sz="quarter" idx="12"/>
          </p:nvPr>
        </p:nvSpPr>
        <p:spPr/>
        <p:txBody>
          <a:bodyPr/>
          <a:lstStyle/>
          <a:p>
            <a:fld id="{CC057153-B650-4DEB-B370-79DDCFDCE934}" type="slidenum">
              <a:rPr lang="en-US" smtClean="0"/>
              <a:pPr/>
              <a:t>8</a:t>
            </a:fld>
            <a:r>
              <a:rPr lang="en-US"/>
              <a:t>/32</a:t>
            </a:r>
            <a:endParaRPr lang="en-US" dirty="0"/>
          </a:p>
        </p:txBody>
      </p:sp>
      <p:sp>
        <p:nvSpPr>
          <p:cNvPr id="35" name="CuadroTexto 34">
            <a:extLst>
              <a:ext uri="{FF2B5EF4-FFF2-40B4-BE49-F238E27FC236}">
                <a16:creationId xmlns:a16="http://schemas.microsoft.com/office/drawing/2014/main" id="{E0115503-6516-8A76-F7EC-0F581D9C008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3" name="Elipse 2">
            <a:extLst>
              <a:ext uri="{FF2B5EF4-FFF2-40B4-BE49-F238E27FC236}">
                <a16:creationId xmlns:a16="http://schemas.microsoft.com/office/drawing/2014/main" id="{5FBE24AD-309E-EFBC-4596-9A59E0841E89}"/>
              </a:ext>
            </a:extLst>
          </p:cNvPr>
          <p:cNvSpPr/>
          <p:nvPr/>
        </p:nvSpPr>
        <p:spPr>
          <a:xfrm>
            <a:off x="1951465" y="1324064"/>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Elipse 7">
            <a:extLst>
              <a:ext uri="{FF2B5EF4-FFF2-40B4-BE49-F238E27FC236}">
                <a16:creationId xmlns:a16="http://schemas.microsoft.com/office/drawing/2014/main" id="{9A15004F-37D6-268A-A26B-12D339F6FB52}"/>
              </a:ext>
            </a:extLst>
          </p:cNvPr>
          <p:cNvSpPr/>
          <p:nvPr/>
        </p:nvSpPr>
        <p:spPr>
          <a:xfrm>
            <a:off x="1955993" y="1935492"/>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E1C0E902-EEC7-1BB0-A0EA-A902388FED3C}"/>
              </a:ext>
            </a:extLst>
          </p:cNvPr>
          <p:cNvSpPr/>
          <p:nvPr/>
        </p:nvSpPr>
        <p:spPr>
          <a:xfrm>
            <a:off x="1955994" y="2233581"/>
            <a:ext cx="580611" cy="337411"/>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6" name="Imagen 35">
            <a:extLst>
              <a:ext uri="{FF2B5EF4-FFF2-40B4-BE49-F238E27FC236}">
                <a16:creationId xmlns:a16="http://schemas.microsoft.com/office/drawing/2014/main" id="{656657F9-9C4B-63F5-EBF7-FD95BED85397}"/>
              </a:ext>
            </a:extLst>
          </p:cNvPr>
          <p:cNvPicPr>
            <a:picLocks noChangeAspect="1"/>
          </p:cNvPicPr>
          <p:nvPr/>
        </p:nvPicPr>
        <p:blipFill>
          <a:blip r:embed="rId21"/>
          <a:stretch>
            <a:fillRect/>
          </a:stretch>
        </p:blipFill>
        <p:spPr>
          <a:xfrm>
            <a:off x="1359262" y="1649594"/>
            <a:ext cx="541144" cy="956133"/>
          </a:xfrm>
          <a:prstGeom prst="rect">
            <a:avLst/>
          </a:prstGeom>
        </p:spPr>
      </p:pic>
      <p:pic>
        <p:nvPicPr>
          <p:cNvPr id="38" name="Imagen 37">
            <a:extLst>
              <a:ext uri="{FF2B5EF4-FFF2-40B4-BE49-F238E27FC236}">
                <a16:creationId xmlns:a16="http://schemas.microsoft.com/office/drawing/2014/main" id="{62582AC0-5682-D96D-ECC0-0458B8869DAD}"/>
              </a:ext>
            </a:extLst>
          </p:cNvPr>
          <p:cNvPicPr>
            <a:picLocks noChangeAspect="1"/>
          </p:cNvPicPr>
          <p:nvPr/>
        </p:nvPicPr>
        <p:blipFill>
          <a:blip r:embed="rId21"/>
          <a:stretch>
            <a:fillRect/>
          </a:stretch>
        </p:blipFill>
        <p:spPr>
          <a:xfrm>
            <a:off x="1119910" y="2125853"/>
            <a:ext cx="253868" cy="448551"/>
          </a:xfrm>
          <a:prstGeom prst="rect">
            <a:avLst/>
          </a:prstGeom>
        </p:spPr>
      </p:pic>
    </p:spTree>
    <p:extLst>
      <p:ext uri="{BB962C8B-B14F-4D97-AF65-F5344CB8AC3E}">
        <p14:creationId xmlns:p14="http://schemas.microsoft.com/office/powerpoint/2010/main" val="399667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0"/>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13"/>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47" grpId="0" animBg="1"/>
      <p:bldP spid="52" grpId="0" animBg="1"/>
      <p:bldP spid="2" grpId="0"/>
      <p:bldP spid="4" grpId="0"/>
      <p:bldP spid="6" grpId="0"/>
      <p:bldP spid="7" grpId="0"/>
      <p:bldP spid="9" grpId="0"/>
      <p:bldP spid="10" grpId="0" animBg="1"/>
      <p:bldP spid="11" grpId="0" animBg="1"/>
      <p:bldP spid="11" grpId="1" animBg="1"/>
      <p:bldP spid="12" grpId="0"/>
      <p:bldP spid="12" grpId="1"/>
      <p:bldP spid="13" grpId="0"/>
      <p:bldP spid="13" grpId="1"/>
      <p:bldP spid="14" grpId="0" animBg="1"/>
      <p:bldP spid="15" grpId="0"/>
      <p:bldP spid="18" grpId="0"/>
      <p:bldP spid="25" grpId="0"/>
      <p:bldP spid="27" grpId="0" animBg="1"/>
      <p:bldP spid="28" grpId="0"/>
      <p:bldP spid="3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F5A8F-6910-F9AA-91EC-B6C75ABE4101}"/>
            </a:ext>
          </a:extLst>
        </p:cNvPr>
        <p:cNvGrpSpPr/>
        <p:nvPr/>
      </p:nvGrpSpPr>
      <p:grpSpPr>
        <a:xfrm>
          <a:off x="0" y="0"/>
          <a:ext cx="0" cy="0"/>
          <a:chOff x="0" y="0"/>
          <a:chExt cx="0" cy="0"/>
        </a:xfrm>
      </p:grpSpPr>
      <p:pic>
        <p:nvPicPr>
          <p:cNvPr id="13" name="Imagen 12">
            <a:extLst>
              <a:ext uri="{FF2B5EF4-FFF2-40B4-BE49-F238E27FC236}">
                <a16:creationId xmlns:a16="http://schemas.microsoft.com/office/drawing/2014/main" id="{E71D051E-F6A6-98F1-BC3C-85F895808501}"/>
              </a:ext>
            </a:extLst>
          </p:cNvPr>
          <p:cNvPicPr>
            <a:picLocks noChangeAspect="1"/>
          </p:cNvPicPr>
          <p:nvPr/>
        </p:nvPicPr>
        <p:blipFill>
          <a:blip r:embed="rId3"/>
          <a:stretch>
            <a:fillRect/>
          </a:stretch>
        </p:blipFill>
        <p:spPr>
          <a:xfrm>
            <a:off x="96642" y="2067065"/>
            <a:ext cx="4308110" cy="2522687"/>
          </a:xfrm>
          <a:prstGeom prst="rect">
            <a:avLst/>
          </a:prstGeom>
        </p:spPr>
      </p:pic>
      <p:sp>
        <p:nvSpPr>
          <p:cNvPr id="11" name="CuadroTexto 10">
            <a:extLst>
              <a:ext uri="{FF2B5EF4-FFF2-40B4-BE49-F238E27FC236}">
                <a16:creationId xmlns:a16="http://schemas.microsoft.com/office/drawing/2014/main" id="{D3C7A1BA-6BD7-55A1-6076-214C30A60C87}"/>
              </a:ext>
            </a:extLst>
          </p:cNvPr>
          <p:cNvSpPr txBox="1"/>
          <p:nvPr/>
        </p:nvSpPr>
        <p:spPr>
          <a:xfrm>
            <a:off x="2160703" y="1666955"/>
            <a:ext cx="956568" cy="400110"/>
          </a:xfrm>
          <a:prstGeom prst="rect">
            <a:avLst/>
          </a:prstGeom>
          <a:noFill/>
        </p:spPr>
        <p:txBody>
          <a:bodyPr wrap="square" rtlCol="0">
            <a:spAutoFit/>
          </a:bodyPr>
          <a:lstStyle/>
          <a:p>
            <a:pPr algn="ctr"/>
            <a:r>
              <a:rPr lang="el-GR" sz="2000" dirty="0">
                <a:latin typeface="Amasis MT Pro" panose="02040504050005020304" pitchFamily="18" charset="0"/>
                <a:cs typeface="Times New Roman" panose="02020603050405020304" pitchFamily="18" charset="0"/>
              </a:rPr>
              <a:t>τ</a:t>
            </a:r>
            <a:r>
              <a:rPr lang="es-ES" sz="2000" dirty="0">
                <a:latin typeface="Amasis MT Pro" panose="02040504050005020304" pitchFamily="18" charset="0"/>
                <a:cs typeface="Times New Roman" panose="02020603050405020304" pitchFamily="18" charset="0"/>
              </a:rPr>
              <a:t> = 0</a:t>
            </a:r>
            <a:endParaRPr lang="es-ES" sz="2000" dirty="0">
              <a:latin typeface="Amasis MT Pro" panose="02040504050005020304" pitchFamily="18" charset="0"/>
            </a:endParaRPr>
          </a:p>
        </p:txBody>
      </p:sp>
      <p:sp>
        <p:nvSpPr>
          <p:cNvPr id="10" name="Marcador de número de diapositiva 9">
            <a:extLst>
              <a:ext uri="{FF2B5EF4-FFF2-40B4-BE49-F238E27FC236}">
                <a16:creationId xmlns:a16="http://schemas.microsoft.com/office/drawing/2014/main" id="{F69DCBC9-B2D8-F07C-9549-02B4F5AD9255}"/>
              </a:ext>
            </a:extLst>
          </p:cNvPr>
          <p:cNvSpPr>
            <a:spLocks noGrp="1"/>
          </p:cNvSpPr>
          <p:nvPr>
            <p:ph type="sldNum" sz="quarter" idx="12"/>
          </p:nvPr>
        </p:nvSpPr>
        <p:spPr/>
        <p:txBody>
          <a:bodyPr/>
          <a:lstStyle/>
          <a:p>
            <a:fld id="{CC057153-B650-4DEB-B370-79DDCFDCE934}" type="slidenum">
              <a:rPr lang="en-US" smtClean="0"/>
              <a:pPr/>
              <a:t>9</a:t>
            </a:fld>
            <a:r>
              <a:rPr lang="en-US"/>
              <a:t>/32</a:t>
            </a:r>
            <a:endParaRPr lang="en-US" dirty="0"/>
          </a:p>
        </p:txBody>
      </p:sp>
      <p:sp>
        <p:nvSpPr>
          <p:cNvPr id="12" name="CuadroTexto 11">
            <a:extLst>
              <a:ext uri="{FF2B5EF4-FFF2-40B4-BE49-F238E27FC236}">
                <a16:creationId xmlns:a16="http://schemas.microsoft.com/office/drawing/2014/main" id="{97E3329F-C1C6-AB9B-B70E-F1FC696E5E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Retardo en el castigo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4" name="CuadroTexto 13">
            <a:extLst>
              <a:ext uri="{FF2B5EF4-FFF2-40B4-BE49-F238E27FC236}">
                <a16:creationId xmlns:a16="http://schemas.microsoft.com/office/drawing/2014/main" id="{F5ABB1A4-59BD-DEB6-784E-B514BE2BE7E2}"/>
              </a:ext>
            </a:extLst>
          </p:cNvPr>
          <p:cNvSpPr txBox="1"/>
          <p:nvPr/>
        </p:nvSpPr>
        <p:spPr>
          <a:xfrm>
            <a:off x="96642" y="5246114"/>
            <a:ext cx="8933292" cy="830997"/>
          </a:xfrm>
          <a:prstGeom prst="rect">
            <a:avLst/>
          </a:prstGeom>
          <a:noFill/>
        </p:spPr>
        <p:txBody>
          <a:bodyPr wrap="square" rtlCol="0">
            <a:spAutoFit/>
          </a:bodyPr>
          <a:lstStyle/>
          <a:p>
            <a:pPr algn="ctr"/>
            <a:r>
              <a:rPr lang="es-ES" sz="2400" b="1" u="sng" dirty="0">
                <a:latin typeface="Amasis MT Pro" panose="02040504050005020304" pitchFamily="18" charset="0"/>
              </a:rPr>
              <a:t>Retardo en castigo</a:t>
            </a:r>
            <a:r>
              <a:rPr lang="es-ES" sz="2400" dirty="0">
                <a:latin typeface="Amasis MT Pro" panose="02040504050005020304" pitchFamily="18" charset="0"/>
              </a:rPr>
              <a:t>: Pasa un </a:t>
            </a:r>
            <a:r>
              <a:rPr lang="es-ES" sz="2400" b="1" dirty="0">
                <a:latin typeface="Amasis MT Pro" panose="02040504050005020304" pitchFamily="18" charset="0"/>
              </a:rPr>
              <a:t>tiempo</a:t>
            </a:r>
            <a:r>
              <a:rPr lang="es-ES" sz="2400" dirty="0">
                <a:latin typeface="Amasis MT Pro" panose="02040504050005020304" pitchFamily="18" charset="0"/>
              </a:rPr>
              <a:t> desde el </a:t>
            </a:r>
            <a:r>
              <a:rPr lang="es-ES" sz="2400" b="1" dirty="0">
                <a:latin typeface="Amasis MT Pro" panose="02040504050005020304" pitchFamily="18" charset="0"/>
              </a:rPr>
              <a:t>acto de defraudar </a:t>
            </a:r>
            <a:r>
              <a:rPr lang="es-ES" sz="2400" dirty="0">
                <a:latin typeface="Amasis MT Pro" panose="02040504050005020304" pitchFamily="18" charset="0"/>
              </a:rPr>
              <a:t>hasta </a:t>
            </a:r>
            <a:r>
              <a:rPr lang="es-ES" sz="2400" b="1" dirty="0">
                <a:latin typeface="Amasis MT Pro" panose="02040504050005020304" pitchFamily="18" charset="0"/>
              </a:rPr>
              <a:t>recibir</a:t>
            </a:r>
            <a:r>
              <a:rPr lang="es-ES" sz="2400" dirty="0">
                <a:latin typeface="Amasis MT Pro" panose="02040504050005020304" pitchFamily="18" charset="0"/>
              </a:rPr>
              <a:t> la multa.</a:t>
            </a:r>
          </a:p>
        </p:txBody>
      </p:sp>
      <p:pic>
        <p:nvPicPr>
          <p:cNvPr id="3" name="Imagen 2" descr="Gráfico, Gráfico de líneas&#10;&#10;El contenido generado por IA puede ser incorrecto.">
            <a:extLst>
              <a:ext uri="{FF2B5EF4-FFF2-40B4-BE49-F238E27FC236}">
                <a16:creationId xmlns:a16="http://schemas.microsoft.com/office/drawing/2014/main" id="{1A28D41C-0101-77C4-6B9A-0054475AFE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39250" y="2067065"/>
            <a:ext cx="3784032" cy="2522688"/>
          </a:xfrm>
          <a:prstGeom prst="rect">
            <a:avLst/>
          </a:prstGeom>
        </p:spPr>
      </p:pic>
      <p:sp>
        <p:nvSpPr>
          <p:cNvPr id="4" name="Rectángulo 3">
            <a:extLst>
              <a:ext uri="{FF2B5EF4-FFF2-40B4-BE49-F238E27FC236}">
                <a16:creationId xmlns:a16="http://schemas.microsoft.com/office/drawing/2014/main" id="{50FF46AD-B208-D61D-F537-1B4BA5E53F47}"/>
              </a:ext>
            </a:extLst>
          </p:cNvPr>
          <p:cNvSpPr/>
          <p:nvPr/>
        </p:nvSpPr>
        <p:spPr>
          <a:xfrm>
            <a:off x="6773779" y="2015289"/>
            <a:ext cx="541421" cy="2947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1364B73-F488-D947-A82F-AE118DB89143}"/>
              </a:ext>
            </a:extLst>
          </p:cNvPr>
          <p:cNvSpPr txBox="1"/>
          <p:nvPr/>
        </p:nvSpPr>
        <p:spPr>
          <a:xfrm>
            <a:off x="6566205" y="1666955"/>
            <a:ext cx="956568" cy="400110"/>
          </a:xfrm>
          <a:prstGeom prst="rect">
            <a:avLst/>
          </a:prstGeom>
          <a:noFill/>
        </p:spPr>
        <p:txBody>
          <a:bodyPr wrap="square" rtlCol="0">
            <a:spAutoFit/>
          </a:bodyPr>
          <a:lstStyle/>
          <a:p>
            <a:pPr algn="ctr"/>
            <a:r>
              <a:rPr lang="el-GR" sz="2000" dirty="0">
                <a:latin typeface="Amasis MT Pro" panose="02040504050005020304" pitchFamily="18" charset="0"/>
                <a:cs typeface="Times New Roman" panose="02020603050405020304" pitchFamily="18" charset="0"/>
              </a:rPr>
              <a:t>τ</a:t>
            </a:r>
            <a:r>
              <a:rPr lang="es-ES" sz="2000" dirty="0">
                <a:latin typeface="Amasis MT Pro" panose="02040504050005020304" pitchFamily="18" charset="0"/>
                <a:cs typeface="Times New Roman" panose="02020603050405020304" pitchFamily="18" charset="0"/>
              </a:rPr>
              <a:t> = 5</a:t>
            </a:r>
            <a:endParaRPr lang="es-ES" sz="2000" dirty="0">
              <a:latin typeface="Amasis MT Pro" panose="02040504050005020304" pitchFamily="18" charset="0"/>
            </a:endParaRPr>
          </a:p>
        </p:txBody>
      </p:sp>
      <p:sp>
        <p:nvSpPr>
          <p:cNvPr id="9" name="Rectángulo 8">
            <a:extLst>
              <a:ext uri="{FF2B5EF4-FFF2-40B4-BE49-F238E27FC236}">
                <a16:creationId xmlns:a16="http://schemas.microsoft.com/office/drawing/2014/main" id="{95A69B12-5AE5-9957-2094-D2624D53F420}"/>
              </a:ext>
            </a:extLst>
          </p:cNvPr>
          <p:cNvSpPr/>
          <p:nvPr/>
        </p:nvSpPr>
        <p:spPr>
          <a:xfrm>
            <a:off x="79829" y="2223690"/>
            <a:ext cx="396422" cy="1789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Imagen 7">
            <a:extLst>
              <a:ext uri="{FF2B5EF4-FFF2-40B4-BE49-F238E27FC236}">
                <a16:creationId xmlns:a16="http://schemas.microsoft.com/office/drawing/2014/main" id="{B5B866BF-89C6-1F87-F41A-F6E7C954B325}"/>
              </a:ext>
            </a:extLst>
          </p:cNvPr>
          <p:cNvPicPr>
            <a:picLocks noChangeAspect="1"/>
          </p:cNvPicPr>
          <p:nvPr/>
        </p:nvPicPr>
        <p:blipFill>
          <a:blip r:embed="rId5"/>
          <a:stretch>
            <a:fillRect/>
          </a:stretch>
        </p:blipFill>
        <p:spPr>
          <a:xfrm>
            <a:off x="48866" y="2371077"/>
            <a:ext cx="396423" cy="1519623"/>
          </a:xfrm>
          <a:prstGeom prst="rect">
            <a:avLst/>
          </a:prstGeom>
        </p:spPr>
      </p:pic>
    </p:spTree>
    <p:extLst>
      <p:ext uri="{BB962C8B-B14F-4D97-AF65-F5344CB8AC3E}">
        <p14:creationId xmlns:p14="http://schemas.microsoft.com/office/powerpoint/2010/main" val="18417133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599B-9E23-B629-5F90-B35DCC65FDA5}"/>
            </a:ext>
          </a:extLst>
        </p:cNvPr>
        <p:cNvGrpSpPr/>
        <p:nvPr/>
      </p:nvGrpSpPr>
      <p:grpSpPr>
        <a:xfrm>
          <a:off x="0" y="0"/>
          <a:ext cx="0" cy="0"/>
          <a:chOff x="0" y="0"/>
          <a:chExt cx="0" cy="0"/>
        </a:xfrm>
      </p:grpSpPr>
      <p:sp>
        <p:nvSpPr>
          <p:cNvPr id="12" name="Marcador de número de diapositiva 11">
            <a:extLst>
              <a:ext uri="{FF2B5EF4-FFF2-40B4-BE49-F238E27FC236}">
                <a16:creationId xmlns:a16="http://schemas.microsoft.com/office/drawing/2014/main" id="{BA3B4511-E89B-67C0-6586-A4405ADCBA59}"/>
              </a:ext>
            </a:extLst>
          </p:cNvPr>
          <p:cNvSpPr>
            <a:spLocks noGrp="1"/>
          </p:cNvSpPr>
          <p:nvPr>
            <p:ph type="sldNum" sz="quarter" idx="12"/>
          </p:nvPr>
        </p:nvSpPr>
        <p:spPr/>
        <p:txBody>
          <a:bodyPr/>
          <a:lstStyle/>
          <a:p>
            <a:fld id="{CC057153-B650-4DEB-B370-79DDCFDCE934}" type="slidenum">
              <a:rPr lang="en-US" smtClean="0"/>
              <a:pPr/>
              <a:t>10</a:t>
            </a:fld>
            <a:r>
              <a:rPr lang="en-US"/>
              <a:t>/32</a:t>
            </a:r>
            <a:endParaRPr lang="en-US" dirty="0"/>
          </a:p>
        </p:txBody>
      </p:sp>
      <p:sp>
        <p:nvSpPr>
          <p:cNvPr id="5" name="Rectángulo: esquinas redondeadas 4">
            <a:extLst>
              <a:ext uri="{FF2B5EF4-FFF2-40B4-BE49-F238E27FC236}">
                <a16:creationId xmlns:a16="http://schemas.microsoft.com/office/drawing/2014/main" id="{80F986BE-2481-DCF5-C45C-DBA7882EA64E}"/>
              </a:ext>
            </a:extLst>
          </p:cNvPr>
          <p:cNvSpPr/>
          <p:nvPr/>
        </p:nvSpPr>
        <p:spPr>
          <a:xfrm>
            <a:off x="174285" y="4800600"/>
            <a:ext cx="8795430"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2A629CCD-E77F-D684-9441-8CDAEBEFAE91}"/>
              </a:ext>
            </a:extLst>
          </p:cNvPr>
          <p:cNvSpPr txBox="1"/>
          <p:nvPr/>
        </p:nvSpPr>
        <p:spPr>
          <a:xfrm>
            <a:off x="174285" y="4947920"/>
            <a:ext cx="8795430" cy="1200329"/>
          </a:xfrm>
          <a:prstGeom prst="rect">
            <a:avLst/>
          </a:prstGeom>
          <a:noFill/>
        </p:spPr>
        <p:txBody>
          <a:bodyPr wrap="square" rtlCol="0">
            <a:spAutoFit/>
          </a:bodyPr>
          <a:lstStyle/>
          <a:p>
            <a:pPr algn="ctr"/>
            <a:r>
              <a:rPr lang="en-US" sz="3600" dirty="0">
                <a:latin typeface="Amasis MT Pro" panose="02040504050005020304" pitchFamily="18" charset="0"/>
              </a:rPr>
              <a:t>G. Alfaro and M. A. F. Sanjuán, Phys. Rev. E </a:t>
            </a:r>
            <a:r>
              <a:rPr lang="en-US" sz="3600" b="1" dirty="0">
                <a:latin typeface="Amasis MT Pro" panose="02040504050005020304" pitchFamily="18" charset="0"/>
              </a:rPr>
              <a:t>109</a:t>
            </a:r>
            <a:r>
              <a:rPr lang="en-US" sz="3600" dirty="0">
                <a:latin typeface="Amasis MT Pro" panose="02040504050005020304" pitchFamily="18" charset="0"/>
              </a:rPr>
              <a:t>, 014203 (2024)</a:t>
            </a:r>
            <a:endParaRPr lang="es-ES" sz="3600" dirty="0">
              <a:latin typeface="Amasis MT Pro" panose="02040504050005020304" pitchFamily="18" charset="0"/>
            </a:endParaRPr>
          </a:p>
        </p:txBody>
      </p:sp>
      <p:sp>
        <p:nvSpPr>
          <p:cNvPr id="13" name="CuadroTexto 12">
            <a:extLst>
              <a:ext uri="{FF2B5EF4-FFF2-40B4-BE49-F238E27FC236}">
                <a16:creationId xmlns:a16="http://schemas.microsoft.com/office/drawing/2014/main" id="{48E67443-1956-5D0D-573A-B7BE880E7200}"/>
              </a:ext>
            </a:extLst>
          </p:cNvPr>
          <p:cNvSpPr txBox="1"/>
          <p:nvPr/>
        </p:nvSpPr>
        <p:spPr>
          <a:xfrm>
            <a:off x="174285" y="2057400"/>
            <a:ext cx="8795430" cy="2308324"/>
          </a:xfrm>
          <a:prstGeom prst="rect">
            <a:avLst/>
          </a:prstGeom>
          <a:noFill/>
        </p:spPr>
        <p:txBody>
          <a:bodyPr wrap="square">
            <a:spAutoFit/>
          </a:bodyPr>
          <a:lstStyle/>
          <a:p>
            <a:pPr algn="ctr"/>
            <a:r>
              <a:rPr lang="en-US" sz="4800" b="1" i="0" u="none" strike="noStrike" baseline="0" dirty="0">
                <a:latin typeface="Amasis MT Pro Light" panose="02040304050005020304" pitchFamily="18" charset="0"/>
              </a:rPr>
              <a:t>Hamming distance as a measure of spatial chaos in evolutionary </a:t>
            </a:r>
            <a:r>
              <a:rPr lang="es-ES" sz="4800" b="1" i="0" u="none" strike="noStrike" baseline="0" dirty="0" err="1">
                <a:latin typeface="Amasis MT Pro Light" panose="02040304050005020304" pitchFamily="18" charset="0"/>
              </a:rPr>
              <a:t>games</a:t>
            </a:r>
            <a:endParaRPr lang="es-ES" sz="4800" b="1" dirty="0">
              <a:latin typeface="Amasis MT Pro Light" panose="02040304050005020304" pitchFamily="18" charset="0"/>
            </a:endParaRPr>
          </a:p>
        </p:txBody>
      </p:sp>
    </p:spTree>
    <p:extLst>
      <p:ext uri="{BB962C8B-B14F-4D97-AF65-F5344CB8AC3E}">
        <p14:creationId xmlns:p14="http://schemas.microsoft.com/office/powerpoint/2010/main" val="28906617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9EF41-A8C7-162E-7805-95589A6279C8}"/>
            </a:ext>
          </a:extLst>
        </p:cNvPr>
        <p:cNvGrpSpPr/>
        <p:nvPr/>
      </p:nvGrpSpPr>
      <p:grpSpPr>
        <a:xfrm>
          <a:off x="0" y="0"/>
          <a:ext cx="0" cy="0"/>
          <a:chOff x="0" y="0"/>
          <a:chExt cx="0" cy="0"/>
        </a:xfrm>
      </p:grpSpPr>
      <p:pic>
        <p:nvPicPr>
          <p:cNvPr id="5" name="Imagen 4" descr="Forma, Cuadrado&#10;&#10;El contenido generado por IA puede ser incorrecto.">
            <a:extLst>
              <a:ext uri="{FF2B5EF4-FFF2-40B4-BE49-F238E27FC236}">
                <a16:creationId xmlns:a16="http://schemas.microsoft.com/office/drawing/2014/main" id="{CC5C0A85-BAA9-52AC-4507-41FC0ED099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7303" y="102798"/>
            <a:ext cx="9978606" cy="6652404"/>
          </a:xfrm>
          <a:prstGeom prst="rect">
            <a:avLst/>
          </a:prstGeom>
        </p:spPr>
      </p:pic>
      <p:sp>
        <p:nvSpPr>
          <p:cNvPr id="12" name="Marcador de número de diapositiva 11">
            <a:extLst>
              <a:ext uri="{FF2B5EF4-FFF2-40B4-BE49-F238E27FC236}">
                <a16:creationId xmlns:a16="http://schemas.microsoft.com/office/drawing/2014/main" id="{10F3BA8C-0B75-644E-5ABF-92B706787D3F}"/>
              </a:ext>
            </a:extLst>
          </p:cNvPr>
          <p:cNvSpPr>
            <a:spLocks noGrp="1"/>
          </p:cNvSpPr>
          <p:nvPr>
            <p:ph type="sldNum" sz="quarter" idx="12"/>
          </p:nvPr>
        </p:nvSpPr>
        <p:spPr/>
        <p:txBody>
          <a:bodyPr/>
          <a:lstStyle/>
          <a:p>
            <a:fld id="{CC057153-B650-4DEB-B370-79DDCFDCE934}" type="slidenum">
              <a:rPr lang="en-US" smtClean="0"/>
              <a:pPr/>
              <a:t>11</a:t>
            </a:fld>
            <a:r>
              <a:rPr lang="en-US"/>
              <a:t>/32</a:t>
            </a:r>
            <a:endParaRPr lang="en-US" dirty="0"/>
          </a:p>
        </p:txBody>
      </p:sp>
    </p:spTree>
    <p:extLst>
      <p:ext uri="{BB962C8B-B14F-4D97-AF65-F5344CB8AC3E}">
        <p14:creationId xmlns:p14="http://schemas.microsoft.com/office/powerpoint/2010/main" val="3429857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A4E6-C397-3DEB-00C9-F01B698926A5}"/>
            </a:ext>
          </a:extLst>
        </p:cNvPr>
        <p:cNvGrpSpPr/>
        <p:nvPr/>
      </p:nvGrpSpPr>
      <p:grpSpPr>
        <a:xfrm>
          <a:off x="0" y="0"/>
          <a:ext cx="0" cy="0"/>
          <a:chOff x="0" y="0"/>
          <a:chExt cx="0" cy="0"/>
        </a:xfrm>
      </p:grpSpPr>
      <p:sp>
        <p:nvSpPr>
          <p:cNvPr id="19" name="Rectángulo 18">
            <a:extLst>
              <a:ext uri="{FF2B5EF4-FFF2-40B4-BE49-F238E27FC236}">
                <a16:creationId xmlns:a16="http://schemas.microsoft.com/office/drawing/2014/main" id="{0BC00872-B878-533B-B483-055B7118B9E0}"/>
              </a:ext>
            </a:extLst>
          </p:cNvPr>
          <p:cNvSpPr/>
          <p:nvPr/>
        </p:nvSpPr>
        <p:spPr>
          <a:xfrm>
            <a:off x="654050" y="1977881"/>
            <a:ext cx="6959600" cy="769772"/>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745468B1-4AC1-6950-06D9-1460F6F19A09}"/>
              </a:ext>
            </a:extLst>
          </p:cNvPr>
          <p:cNvCxnSpPr>
            <a:cxnSpLocks/>
          </p:cNvCxnSpPr>
          <p:nvPr/>
        </p:nvCxnSpPr>
        <p:spPr>
          <a:xfrm>
            <a:off x="5843927" y="5057288"/>
            <a:ext cx="463751" cy="0"/>
          </a:xfrm>
          <a:prstGeom prst="straightConnector1">
            <a:avLst/>
          </a:prstGeom>
          <a:ln w="76200">
            <a:solidFill>
              <a:schemeClr val="bg2">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5" name="CuadroTexto 14">
            <a:extLst>
              <a:ext uri="{FF2B5EF4-FFF2-40B4-BE49-F238E27FC236}">
                <a16:creationId xmlns:a16="http://schemas.microsoft.com/office/drawing/2014/main" id="{625DFA94-F235-1072-3418-11DF5C6687FE}"/>
              </a:ext>
            </a:extLst>
          </p:cNvPr>
          <p:cNvSpPr txBox="1"/>
          <p:nvPr/>
        </p:nvSpPr>
        <p:spPr>
          <a:xfrm>
            <a:off x="817569" y="2039602"/>
            <a:ext cx="1549476"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G</a:t>
            </a:r>
            <a:r>
              <a:rPr lang="es-ES" sz="3600" dirty="0">
                <a:solidFill>
                  <a:srgbClr val="0070C0"/>
                </a:solidFill>
                <a:latin typeface="Amasis MT Pro Light" panose="02040304050005020304" pitchFamily="18" charset="0"/>
              </a:rPr>
              <a:t>ato</a:t>
            </a:r>
          </a:p>
        </p:txBody>
      </p:sp>
      <p:sp>
        <p:nvSpPr>
          <p:cNvPr id="16" name="CuadroTexto 15">
            <a:extLst>
              <a:ext uri="{FF2B5EF4-FFF2-40B4-BE49-F238E27FC236}">
                <a16:creationId xmlns:a16="http://schemas.microsoft.com/office/drawing/2014/main" id="{F1A10CFE-5490-C6B1-E1DB-8E07727F9384}"/>
              </a:ext>
            </a:extLst>
          </p:cNvPr>
          <p:cNvSpPr txBox="1"/>
          <p:nvPr/>
        </p:nvSpPr>
        <p:spPr>
          <a:xfrm>
            <a:off x="3641542" y="2030579"/>
            <a:ext cx="1042737"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P</a:t>
            </a:r>
            <a:r>
              <a:rPr lang="es-ES" sz="3600" dirty="0">
                <a:solidFill>
                  <a:srgbClr val="0070C0"/>
                </a:solidFill>
                <a:latin typeface="Amasis MT Pro Light" panose="02040304050005020304" pitchFamily="18" charset="0"/>
              </a:rPr>
              <a:t>ato</a:t>
            </a:r>
          </a:p>
        </p:txBody>
      </p:sp>
      <p:cxnSp>
        <p:nvCxnSpPr>
          <p:cNvPr id="17" name="Conector recto de flecha 16">
            <a:extLst>
              <a:ext uri="{FF2B5EF4-FFF2-40B4-BE49-F238E27FC236}">
                <a16:creationId xmlns:a16="http://schemas.microsoft.com/office/drawing/2014/main" id="{9530294A-2CB2-0A74-7E42-B7A63F4CF895}"/>
              </a:ext>
            </a:extLst>
          </p:cNvPr>
          <p:cNvCxnSpPr>
            <a:cxnSpLocks/>
          </p:cNvCxnSpPr>
          <p:nvPr/>
        </p:nvCxnSpPr>
        <p:spPr>
          <a:xfrm flipV="1">
            <a:off x="4937147" y="2353744"/>
            <a:ext cx="951887" cy="10293"/>
          </a:xfrm>
          <a:prstGeom prst="straightConnector1">
            <a:avLst/>
          </a:prstGeom>
          <a:ln w="76200">
            <a:solidFill>
              <a:schemeClr val="bg1"/>
            </a:solidFill>
            <a:tailEnd type="triangle"/>
          </a:ln>
        </p:spPr>
        <p:style>
          <a:lnRef idx="1">
            <a:schemeClr val="dk1"/>
          </a:lnRef>
          <a:fillRef idx="0">
            <a:schemeClr val="dk1"/>
          </a:fillRef>
          <a:effectRef idx="0">
            <a:schemeClr val="dk1"/>
          </a:effectRef>
          <a:fontRef idx="minor">
            <a:schemeClr val="tx1"/>
          </a:fontRef>
        </p:style>
      </p:cxnSp>
      <p:sp>
        <p:nvSpPr>
          <p:cNvPr id="18" name="CuadroTexto 17">
            <a:extLst>
              <a:ext uri="{FF2B5EF4-FFF2-40B4-BE49-F238E27FC236}">
                <a16:creationId xmlns:a16="http://schemas.microsoft.com/office/drawing/2014/main" id="{8DEBA0DB-98AF-E948-1778-0FE172341A12}"/>
              </a:ext>
            </a:extLst>
          </p:cNvPr>
          <p:cNvSpPr txBox="1"/>
          <p:nvPr/>
        </p:nvSpPr>
        <p:spPr>
          <a:xfrm>
            <a:off x="6006951" y="2030579"/>
            <a:ext cx="1461194"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a:t>
            </a:r>
            <a:r>
              <a:rPr lang="es-ES" sz="3600" dirty="0">
                <a:solidFill>
                  <a:srgbClr val="0070C0"/>
                </a:solidFill>
                <a:latin typeface="Amasis MT Pro Light" panose="02040304050005020304" pitchFamily="18" charset="0"/>
              </a:rPr>
              <a:t>ato</a:t>
            </a:r>
          </a:p>
        </p:txBody>
      </p:sp>
      <p:sp>
        <p:nvSpPr>
          <p:cNvPr id="20" name="CuadroTexto 19">
            <a:extLst>
              <a:ext uri="{FF2B5EF4-FFF2-40B4-BE49-F238E27FC236}">
                <a16:creationId xmlns:a16="http://schemas.microsoft.com/office/drawing/2014/main" id="{9FC6A3E0-5DB6-6EBB-3CA1-D12AA20EB32E}"/>
              </a:ext>
            </a:extLst>
          </p:cNvPr>
          <p:cNvSpPr txBox="1"/>
          <p:nvPr/>
        </p:nvSpPr>
        <p:spPr>
          <a:xfrm>
            <a:off x="7769688" y="2030578"/>
            <a:ext cx="1042737" cy="646331"/>
          </a:xfrm>
          <a:prstGeom prst="rect">
            <a:avLst/>
          </a:prstGeom>
          <a:noFill/>
        </p:spPr>
        <p:txBody>
          <a:bodyPr wrap="square" rtlCol="0">
            <a:spAutoFit/>
          </a:bodyPr>
          <a:lstStyle/>
          <a:p>
            <a:pPr algn="ctr"/>
            <a:r>
              <a:rPr lang="es-ES" sz="3600" dirty="0">
                <a:latin typeface="Amasis MT Pro Light" panose="02040304050005020304" pitchFamily="18" charset="0"/>
              </a:rPr>
              <a:t>= 1</a:t>
            </a:r>
          </a:p>
        </p:txBody>
      </p:sp>
      <p:sp>
        <p:nvSpPr>
          <p:cNvPr id="21" name="CuadroTexto 20">
            <a:extLst>
              <a:ext uri="{FF2B5EF4-FFF2-40B4-BE49-F238E27FC236}">
                <a16:creationId xmlns:a16="http://schemas.microsoft.com/office/drawing/2014/main" id="{BBD2E9F9-937F-035D-C0EF-F7B70C71AA4D}"/>
              </a:ext>
            </a:extLst>
          </p:cNvPr>
          <p:cNvSpPr txBox="1"/>
          <p:nvPr/>
        </p:nvSpPr>
        <p:spPr>
          <a:xfrm>
            <a:off x="7710087" y="4136964"/>
            <a:ext cx="1365333" cy="646331"/>
          </a:xfrm>
          <a:prstGeom prst="rect">
            <a:avLst/>
          </a:prstGeom>
          <a:noFill/>
        </p:spPr>
        <p:txBody>
          <a:bodyPr wrap="square" rtlCol="0">
            <a:spAutoFit/>
          </a:bodyPr>
          <a:lstStyle/>
          <a:p>
            <a:pPr algn="ctr"/>
            <a:r>
              <a:rPr lang="es-ES" sz="3600" dirty="0">
                <a:latin typeface="Amasis MT Pro Light" panose="02040304050005020304" pitchFamily="18" charset="0"/>
              </a:rPr>
              <a:t>= 17</a:t>
            </a:r>
          </a:p>
        </p:txBody>
      </p:sp>
      <p:pic>
        <p:nvPicPr>
          <p:cNvPr id="4" name="Imagen 3" descr="Gráfico, Gráfico de barras&#10;&#10;El contenido generado por IA puede ser incorrecto.">
            <a:extLst>
              <a:ext uri="{FF2B5EF4-FFF2-40B4-BE49-F238E27FC236}">
                <a16:creationId xmlns:a16="http://schemas.microsoft.com/office/drawing/2014/main" id="{39CB1958-03ED-9A17-6FBA-6BB44D8BBC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4201" y="3429001"/>
            <a:ext cx="2056213" cy="2062261"/>
          </a:xfrm>
          <a:prstGeom prst="rect">
            <a:avLst/>
          </a:prstGeom>
        </p:spPr>
      </p:pic>
      <p:pic>
        <p:nvPicPr>
          <p:cNvPr id="6" name="Imagen 5" descr="Gráfico, Gráfico de barras&#10;&#10;El contenido generado por IA puede ser incorrecto.">
            <a:extLst>
              <a:ext uri="{FF2B5EF4-FFF2-40B4-BE49-F238E27FC236}">
                <a16:creationId xmlns:a16="http://schemas.microsoft.com/office/drawing/2014/main" id="{ACE4699C-282F-8163-2EFB-8FCA57036C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32787" y="3429000"/>
            <a:ext cx="2060248" cy="2062261"/>
          </a:xfrm>
          <a:prstGeom prst="rect">
            <a:avLst/>
          </a:prstGeom>
        </p:spPr>
      </p:pic>
      <p:pic>
        <p:nvPicPr>
          <p:cNvPr id="8" name="Imagen 7" descr="Gráfico&#10;&#10;El contenido generado por IA puede ser incorrecto.">
            <a:extLst>
              <a:ext uri="{FF2B5EF4-FFF2-40B4-BE49-F238E27FC236}">
                <a16:creationId xmlns:a16="http://schemas.microsoft.com/office/drawing/2014/main" id="{E7F7B2AE-CEA1-694E-F5AB-D435D80E56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05408" y="3447142"/>
            <a:ext cx="2064280" cy="2062261"/>
          </a:xfrm>
          <a:prstGeom prst="rect">
            <a:avLst/>
          </a:prstGeom>
        </p:spPr>
      </p:pic>
      <p:sp>
        <p:nvSpPr>
          <p:cNvPr id="12" name="Marcador de número de diapositiva 11">
            <a:extLst>
              <a:ext uri="{FF2B5EF4-FFF2-40B4-BE49-F238E27FC236}">
                <a16:creationId xmlns:a16="http://schemas.microsoft.com/office/drawing/2014/main" id="{E95E41F3-8C0F-CBFE-BD47-06EA7AB4A967}"/>
              </a:ext>
            </a:extLst>
          </p:cNvPr>
          <p:cNvSpPr>
            <a:spLocks noGrp="1"/>
          </p:cNvSpPr>
          <p:nvPr>
            <p:ph type="sldNum" sz="quarter" idx="12"/>
          </p:nvPr>
        </p:nvSpPr>
        <p:spPr/>
        <p:txBody>
          <a:bodyPr/>
          <a:lstStyle/>
          <a:p>
            <a:fld id="{CC057153-B650-4DEB-B370-79DDCFDCE934}" type="slidenum">
              <a:rPr lang="en-US" smtClean="0"/>
              <a:pPr/>
              <a:t>12</a:t>
            </a:fld>
            <a:r>
              <a:rPr lang="en-US"/>
              <a:t>/32</a:t>
            </a:r>
            <a:endParaRPr lang="en-US" dirty="0"/>
          </a:p>
        </p:txBody>
      </p:sp>
      <p:sp>
        <p:nvSpPr>
          <p:cNvPr id="13" name="CuadroTexto 12">
            <a:extLst>
              <a:ext uri="{FF2B5EF4-FFF2-40B4-BE49-F238E27FC236}">
                <a16:creationId xmlns:a16="http://schemas.microsoft.com/office/drawing/2014/main" id="{30F2A98C-2170-F9E3-496A-CDA1D797A81B}"/>
              </a:ext>
            </a:extLst>
          </p:cNvPr>
          <p:cNvSpPr txBox="1"/>
          <p:nvPr/>
        </p:nvSpPr>
        <p:spPr>
          <a:xfrm>
            <a:off x="-5694" y="0"/>
            <a:ext cx="9149693" cy="1200329"/>
          </a:xfrm>
          <a:prstGeom prst="rect">
            <a:avLst/>
          </a:prstGeom>
          <a:noFill/>
        </p:spPr>
        <p:txBody>
          <a:bodyPr wrap="square" rtlCol="0">
            <a:spAutoFit/>
          </a:bodyPr>
          <a:lstStyle/>
          <a:p>
            <a:pPr algn="ctr"/>
            <a:r>
              <a:rPr lang="es-ES" sz="7200" b="1" dirty="0">
                <a:solidFill>
                  <a:srgbClr val="0070C0"/>
                </a:solidFill>
                <a:latin typeface="Amasis MT Pro Light" panose="02040304050005020304" pitchFamily="18" charset="0"/>
                <a:cs typeface="Adobe Devanagari" panose="02040503050201020203" pitchFamily="18" charset="0"/>
              </a:rPr>
              <a:t>Distancia de </a:t>
            </a:r>
            <a:r>
              <a:rPr lang="es-ES" sz="7200" b="1" dirty="0" err="1">
                <a:solidFill>
                  <a:srgbClr val="0070C0"/>
                </a:solidFill>
                <a:latin typeface="Amasis MT Pro Light" panose="02040304050005020304" pitchFamily="18" charset="0"/>
                <a:cs typeface="Adobe Devanagari" panose="02040503050201020203" pitchFamily="18" charset="0"/>
              </a:rPr>
              <a:t>Hamming</a:t>
            </a:r>
            <a:endParaRPr lang="es-ES" sz="8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023332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Un dibujo de una persona&#10;&#10;El contenido generado por IA puede ser incorrecto.">
            <a:extLst>
              <a:ext uri="{FF2B5EF4-FFF2-40B4-BE49-F238E27FC236}">
                <a16:creationId xmlns:a16="http://schemas.microsoft.com/office/drawing/2014/main" id="{2826AFFC-15DD-AE16-EC1F-323F7500CE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00200" y="1015663"/>
            <a:ext cx="8825163" cy="5883442"/>
          </a:xfrm>
          <a:prstGeom prst="rect">
            <a:avLst/>
          </a:prstGeom>
        </p:spPr>
      </p:pic>
      <p:pic>
        <p:nvPicPr>
          <p:cNvPr id="10" name="Imagen 9" descr="Gráfico, Histograma, Gráfico de dispersión&#10;&#10;El contenido generado por IA puede ser incorrecto.">
            <a:extLst>
              <a:ext uri="{FF2B5EF4-FFF2-40B4-BE49-F238E27FC236}">
                <a16:creationId xmlns:a16="http://schemas.microsoft.com/office/drawing/2014/main" id="{55CA8F48-F282-0CCC-0A2A-EDF2FB030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48312" y="2571611"/>
            <a:ext cx="3495675" cy="2330450"/>
          </a:xfrm>
          <a:prstGeom prst="rect">
            <a:avLst/>
          </a:prstGeom>
        </p:spPr>
      </p:pic>
      <p:sp>
        <p:nvSpPr>
          <p:cNvPr id="7" name="Marcador de número de diapositiva 6">
            <a:extLst>
              <a:ext uri="{FF2B5EF4-FFF2-40B4-BE49-F238E27FC236}">
                <a16:creationId xmlns:a16="http://schemas.microsoft.com/office/drawing/2014/main" id="{6E645AE0-BDAC-FA54-EAAB-86C3FADA2DB7}"/>
              </a:ext>
            </a:extLst>
          </p:cNvPr>
          <p:cNvSpPr>
            <a:spLocks noGrp="1"/>
          </p:cNvSpPr>
          <p:nvPr>
            <p:ph type="sldNum" sz="quarter" idx="12"/>
          </p:nvPr>
        </p:nvSpPr>
        <p:spPr>
          <a:xfrm>
            <a:off x="7746254" y="6760839"/>
            <a:ext cx="1312474" cy="365125"/>
          </a:xfrm>
        </p:spPr>
        <p:txBody>
          <a:bodyPr/>
          <a:lstStyle/>
          <a:p>
            <a:fld id="{CC057153-B650-4DEB-B370-79DDCFDCE934}" type="slidenum">
              <a:rPr lang="en-US" smtClean="0"/>
              <a:pPr/>
              <a:t>13</a:t>
            </a:fld>
            <a:r>
              <a:rPr lang="en-US"/>
              <a:t>/32</a:t>
            </a:r>
            <a:endParaRPr lang="en-US" dirty="0"/>
          </a:p>
        </p:txBody>
      </p:sp>
      <p:sp>
        <p:nvSpPr>
          <p:cNvPr id="9" name="Rectángulo 8">
            <a:extLst>
              <a:ext uri="{FF2B5EF4-FFF2-40B4-BE49-F238E27FC236}">
                <a16:creationId xmlns:a16="http://schemas.microsoft.com/office/drawing/2014/main" id="{900DF5DC-3478-85F6-EE28-8966859FF49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31564B0-7881-AABB-0785-B15FEB4C04E5}"/>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0111736B-DBEA-ED69-8807-FB6A71624D82}"/>
              </a:ext>
            </a:extLst>
          </p:cNvPr>
          <p:cNvSpPr txBox="1"/>
          <p:nvPr/>
        </p:nvSpPr>
        <p:spPr>
          <a:xfrm>
            <a:off x="6457577" y="4834870"/>
            <a:ext cx="2127250" cy="369332"/>
          </a:xfrm>
          <a:prstGeom prst="rect">
            <a:avLst/>
          </a:prstGeom>
          <a:noFill/>
        </p:spPr>
        <p:txBody>
          <a:bodyPr wrap="square" rtlCol="0">
            <a:spAutoFit/>
          </a:bodyPr>
          <a:lstStyle/>
          <a:p>
            <a:pPr algn="ctr"/>
            <a:r>
              <a:rPr lang="es-ES" dirty="0"/>
              <a:t>Generaciones</a:t>
            </a:r>
          </a:p>
        </p:txBody>
      </p:sp>
      <p:sp>
        <p:nvSpPr>
          <p:cNvPr id="15" name="CuadroTexto 14">
            <a:extLst>
              <a:ext uri="{FF2B5EF4-FFF2-40B4-BE49-F238E27FC236}">
                <a16:creationId xmlns:a16="http://schemas.microsoft.com/office/drawing/2014/main" id="{3C4F0660-9CF4-AF5B-B099-1AED21872E8F}"/>
              </a:ext>
            </a:extLst>
          </p:cNvPr>
          <p:cNvSpPr txBox="1"/>
          <p:nvPr/>
        </p:nvSpPr>
        <p:spPr>
          <a:xfrm>
            <a:off x="5829113" y="1925280"/>
            <a:ext cx="3378573" cy="646331"/>
          </a:xfrm>
          <a:prstGeom prst="rect">
            <a:avLst/>
          </a:prstGeom>
          <a:noFill/>
        </p:spPr>
        <p:txBody>
          <a:bodyPr wrap="square" rtlCol="0">
            <a:spAutoFit/>
          </a:bodyPr>
          <a:lstStyle/>
          <a:p>
            <a:pPr algn="ctr"/>
            <a:r>
              <a:rPr lang="es-ES" dirty="0"/>
              <a:t>Distancia de </a:t>
            </a:r>
            <a:r>
              <a:rPr lang="es-ES" dirty="0" err="1"/>
              <a:t>Hamming</a:t>
            </a:r>
            <a:r>
              <a:rPr lang="es-ES" dirty="0"/>
              <a:t> </a:t>
            </a:r>
            <a:r>
              <a:rPr lang="es-ES" dirty="0" err="1"/>
              <a:t>normailizada</a:t>
            </a:r>
            <a:endParaRPr lang="es-ES" dirty="0"/>
          </a:p>
        </p:txBody>
      </p:sp>
      <p:sp>
        <p:nvSpPr>
          <p:cNvPr id="17" name="CuadroTexto 16">
            <a:extLst>
              <a:ext uri="{FF2B5EF4-FFF2-40B4-BE49-F238E27FC236}">
                <a16:creationId xmlns:a16="http://schemas.microsoft.com/office/drawing/2014/main" id="{0054C919-71B1-AC57-E41E-8BEC834609F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3" name="Imagen 2">
            <a:extLst>
              <a:ext uri="{FF2B5EF4-FFF2-40B4-BE49-F238E27FC236}">
                <a16:creationId xmlns:a16="http://schemas.microsoft.com/office/drawing/2014/main" id="{5A45BCBD-299B-19AF-AB94-31513DD8B55E}"/>
              </a:ext>
            </a:extLst>
          </p:cNvPr>
          <p:cNvPicPr>
            <a:picLocks noChangeAspect="1"/>
          </p:cNvPicPr>
          <p:nvPr/>
        </p:nvPicPr>
        <p:blipFill>
          <a:blip r:embed="rId5"/>
          <a:stretch>
            <a:fillRect/>
          </a:stretch>
        </p:blipFill>
        <p:spPr>
          <a:xfrm>
            <a:off x="5518150" y="3024491"/>
            <a:ext cx="708235" cy="486250"/>
          </a:xfrm>
          <a:prstGeom prst="rect">
            <a:avLst/>
          </a:prstGeom>
        </p:spPr>
      </p:pic>
    </p:spTree>
    <p:extLst>
      <p:ext uri="{BB962C8B-B14F-4D97-AF65-F5344CB8AC3E}">
        <p14:creationId xmlns:p14="http://schemas.microsoft.com/office/powerpoint/2010/main" val="3431720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D729-5AE9-6EA8-3CB2-8431520459C3}"/>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DF27DD44-D63D-D1DF-A16C-C9A9C1FA9C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19433" y="1684650"/>
            <a:ext cx="6724567" cy="4483044"/>
          </a:xfrm>
          <a:prstGeom prst="rect">
            <a:avLst/>
          </a:prstGeom>
        </p:spPr>
      </p:pic>
      <p:sp>
        <p:nvSpPr>
          <p:cNvPr id="10" name="CuadroTexto 9">
            <a:extLst>
              <a:ext uri="{FF2B5EF4-FFF2-40B4-BE49-F238E27FC236}">
                <a16:creationId xmlns:a16="http://schemas.microsoft.com/office/drawing/2014/main" id="{5E025A6A-9B89-E560-464E-69337F1B65E1}"/>
              </a:ext>
            </a:extLst>
          </p:cNvPr>
          <p:cNvSpPr txBox="1"/>
          <p:nvPr/>
        </p:nvSpPr>
        <p:spPr>
          <a:xfrm>
            <a:off x="4657725" y="2120591"/>
            <a:ext cx="1097618" cy="523220"/>
          </a:xfrm>
          <a:prstGeom prst="rect">
            <a:avLst/>
          </a:prstGeom>
          <a:noFill/>
        </p:spPr>
        <p:txBody>
          <a:bodyPr wrap="square" rtlCol="0">
            <a:spAutoFit/>
          </a:bodyPr>
          <a:lstStyle/>
          <a:p>
            <a:pPr algn="ctr"/>
            <a:r>
              <a:rPr lang="es-ES" sz="2800" dirty="0">
                <a:latin typeface="Amasis MT Pro" panose="02040504050005020304" pitchFamily="18" charset="0"/>
              </a:rPr>
              <a:t>r = 4</a:t>
            </a:r>
          </a:p>
        </p:txBody>
      </p:sp>
      <p:sp>
        <p:nvSpPr>
          <p:cNvPr id="12" name="CuadroTexto 11">
            <a:extLst>
              <a:ext uri="{FF2B5EF4-FFF2-40B4-BE49-F238E27FC236}">
                <a16:creationId xmlns:a16="http://schemas.microsoft.com/office/drawing/2014/main" id="{C98BC9ED-A537-9693-F77A-071DAC6D7F73}"/>
              </a:ext>
            </a:extLst>
          </p:cNvPr>
          <p:cNvSpPr txBox="1"/>
          <p:nvPr/>
        </p:nvSpPr>
        <p:spPr>
          <a:xfrm>
            <a:off x="6163833" y="3002684"/>
            <a:ext cx="1456167" cy="523220"/>
          </a:xfrm>
          <a:prstGeom prst="rect">
            <a:avLst/>
          </a:prstGeom>
          <a:noFill/>
        </p:spPr>
        <p:txBody>
          <a:bodyPr wrap="square" rtlCol="0">
            <a:spAutoFit/>
          </a:bodyPr>
          <a:lstStyle/>
          <a:p>
            <a:pPr algn="ctr"/>
            <a:r>
              <a:rPr lang="es-ES" sz="2800" dirty="0">
                <a:latin typeface="Amasis MT Pro" panose="02040504050005020304" pitchFamily="18" charset="0"/>
              </a:rPr>
              <a:t>r = 4.65</a:t>
            </a:r>
          </a:p>
        </p:txBody>
      </p:sp>
      <p:pic>
        <p:nvPicPr>
          <p:cNvPr id="3" name="Imagen 2" descr="Imagen que contiene Patrón de fondo&#10;&#10;El contenido generado por IA puede ser incorrecto.">
            <a:extLst>
              <a:ext uri="{FF2B5EF4-FFF2-40B4-BE49-F238E27FC236}">
                <a16:creationId xmlns:a16="http://schemas.microsoft.com/office/drawing/2014/main" id="{5F212F0D-F7B0-7617-FE19-9610FAC2B9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786" y="4389253"/>
            <a:ext cx="2063750" cy="2063750"/>
          </a:xfrm>
          <a:prstGeom prst="rect">
            <a:avLst/>
          </a:prstGeom>
        </p:spPr>
      </p:pic>
      <p:pic>
        <p:nvPicPr>
          <p:cNvPr id="13" name="Imagen 12" descr="Dibujo de una persona&#10;&#10;El contenido generado por IA puede ser incorrecto.">
            <a:extLst>
              <a:ext uri="{FF2B5EF4-FFF2-40B4-BE49-F238E27FC236}">
                <a16:creationId xmlns:a16="http://schemas.microsoft.com/office/drawing/2014/main" id="{47297B39-8DAC-2AD4-5E7E-513A0AF0E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1787" y="1546162"/>
            <a:ext cx="2063750" cy="2063750"/>
          </a:xfrm>
          <a:prstGeom prst="rect">
            <a:avLst/>
          </a:prstGeom>
        </p:spPr>
      </p:pic>
      <p:sp>
        <p:nvSpPr>
          <p:cNvPr id="14" name="CuadroTexto 13">
            <a:extLst>
              <a:ext uri="{FF2B5EF4-FFF2-40B4-BE49-F238E27FC236}">
                <a16:creationId xmlns:a16="http://schemas.microsoft.com/office/drawing/2014/main" id="{B667EBF0-981C-9F63-82C8-791B520CDEC5}"/>
              </a:ext>
            </a:extLst>
          </p:cNvPr>
          <p:cNvSpPr txBox="1"/>
          <p:nvPr/>
        </p:nvSpPr>
        <p:spPr>
          <a:xfrm>
            <a:off x="98423" y="964007"/>
            <a:ext cx="2530475" cy="523220"/>
          </a:xfrm>
          <a:prstGeom prst="rect">
            <a:avLst/>
          </a:prstGeom>
          <a:noFill/>
        </p:spPr>
        <p:txBody>
          <a:bodyPr wrap="square" rtlCol="0">
            <a:spAutoFit/>
          </a:bodyPr>
          <a:lstStyle/>
          <a:p>
            <a:pPr algn="ctr"/>
            <a:r>
              <a:rPr lang="es-ES" sz="2800" dirty="0">
                <a:latin typeface="Amasis MT Pro" panose="02040504050005020304" pitchFamily="18" charset="0"/>
              </a:rPr>
              <a:t>3.58 &lt; r &lt; 4.18</a:t>
            </a:r>
          </a:p>
        </p:txBody>
      </p:sp>
      <p:sp>
        <p:nvSpPr>
          <p:cNvPr id="16" name="CuadroTexto 15">
            <a:extLst>
              <a:ext uri="{FF2B5EF4-FFF2-40B4-BE49-F238E27FC236}">
                <a16:creationId xmlns:a16="http://schemas.microsoft.com/office/drawing/2014/main" id="{0D06D6D7-5F4F-07B5-CA8F-6996F0F579D5}"/>
              </a:ext>
            </a:extLst>
          </p:cNvPr>
          <p:cNvSpPr txBox="1"/>
          <p:nvPr/>
        </p:nvSpPr>
        <p:spPr>
          <a:xfrm>
            <a:off x="307890" y="3866033"/>
            <a:ext cx="2063750" cy="523220"/>
          </a:xfrm>
          <a:prstGeom prst="rect">
            <a:avLst/>
          </a:prstGeom>
          <a:noFill/>
        </p:spPr>
        <p:txBody>
          <a:bodyPr wrap="square" rtlCol="0">
            <a:spAutoFit/>
          </a:bodyPr>
          <a:lstStyle/>
          <a:p>
            <a:pPr algn="ctr"/>
            <a:r>
              <a:rPr lang="es-ES" sz="2800" dirty="0">
                <a:latin typeface="Amasis MT Pro" panose="02040504050005020304" pitchFamily="18" charset="0"/>
              </a:rPr>
              <a:t>4.18 &lt; r &lt; 5</a:t>
            </a:r>
          </a:p>
        </p:txBody>
      </p:sp>
      <p:sp>
        <p:nvSpPr>
          <p:cNvPr id="20" name="Marcador de número de diapositiva 19">
            <a:extLst>
              <a:ext uri="{FF2B5EF4-FFF2-40B4-BE49-F238E27FC236}">
                <a16:creationId xmlns:a16="http://schemas.microsoft.com/office/drawing/2014/main" id="{93FDE25C-9AB4-6E2D-37B0-0FBFFFFE0030}"/>
              </a:ext>
            </a:extLst>
          </p:cNvPr>
          <p:cNvSpPr>
            <a:spLocks noGrp="1"/>
          </p:cNvSpPr>
          <p:nvPr>
            <p:ph type="sldNum" sz="quarter" idx="12"/>
          </p:nvPr>
        </p:nvSpPr>
        <p:spPr/>
        <p:txBody>
          <a:bodyPr/>
          <a:lstStyle/>
          <a:p>
            <a:fld id="{CC057153-B650-4DEB-B370-79DDCFDCE934}" type="slidenum">
              <a:rPr lang="en-US" smtClean="0"/>
              <a:pPr/>
              <a:t>14</a:t>
            </a:fld>
            <a:r>
              <a:rPr lang="en-US"/>
              <a:t>/32</a:t>
            </a:r>
            <a:endParaRPr lang="en-US" dirty="0"/>
          </a:p>
        </p:txBody>
      </p:sp>
      <p:sp>
        <p:nvSpPr>
          <p:cNvPr id="21" name="CuadroTexto 20">
            <a:extLst>
              <a:ext uri="{FF2B5EF4-FFF2-40B4-BE49-F238E27FC236}">
                <a16:creationId xmlns:a16="http://schemas.microsoft.com/office/drawing/2014/main" id="{63F48983-81E8-D339-665F-F71A6183461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F107F2C6-F817-6742-2EE3-700679B9B603}"/>
              </a:ext>
            </a:extLst>
          </p:cNvPr>
          <p:cNvSpPr/>
          <p:nvPr/>
        </p:nvSpPr>
        <p:spPr>
          <a:xfrm>
            <a:off x="6599956" y="4640580"/>
            <a:ext cx="2236154" cy="93726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99465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B8FD7-1DFD-6650-99AB-A8E0CA996911}"/>
            </a:ext>
          </a:extLst>
        </p:cNvPr>
        <p:cNvGrpSpPr/>
        <p:nvPr/>
      </p:nvGrpSpPr>
      <p:grpSpPr>
        <a:xfrm>
          <a:off x="0" y="0"/>
          <a:ext cx="0" cy="0"/>
          <a:chOff x="0" y="0"/>
          <a:chExt cx="0" cy="0"/>
        </a:xfrm>
      </p:grpSpPr>
      <p:pic>
        <p:nvPicPr>
          <p:cNvPr id="7" name="Imagen 6" descr="Gráfico, Gráfico de líneas, Histograma&#10;&#10;El contenido generado por IA puede ser incorrecto.">
            <a:extLst>
              <a:ext uri="{FF2B5EF4-FFF2-40B4-BE49-F238E27FC236}">
                <a16:creationId xmlns:a16="http://schemas.microsoft.com/office/drawing/2014/main" id="{055D0D10-5B38-7413-5B30-0F1DBFCA1A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680" y="1694945"/>
            <a:ext cx="6701980" cy="4467986"/>
          </a:xfrm>
          <a:prstGeom prst="rect">
            <a:avLst/>
          </a:prstGeom>
        </p:spPr>
      </p:pic>
      <p:sp>
        <p:nvSpPr>
          <p:cNvPr id="9" name="CuadroTexto 8">
            <a:extLst>
              <a:ext uri="{FF2B5EF4-FFF2-40B4-BE49-F238E27FC236}">
                <a16:creationId xmlns:a16="http://schemas.microsoft.com/office/drawing/2014/main" id="{95B1236E-60D3-B5D0-2629-070BB0C61BB3}"/>
              </a:ext>
            </a:extLst>
          </p:cNvPr>
          <p:cNvSpPr txBox="1"/>
          <p:nvPr/>
        </p:nvSpPr>
        <p:spPr>
          <a:xfrm>
            <a:off x="1988820" y="2949503"/>
            <a:ext cx="1112520" cy="523220"/>
          </a:xfrm>
          <a:prstGeom prst="rect">
            <a:avLst/>
          </a:prstGeom>
          <a:noFill/>
        </p:spPr>
        <p:txBody>
          <a:bodyPr wrap="square" rtlCol="0">
            <a:spAutoFit/>
          </a:bodyPr>
          <a:lstStyle/>
          <a:p>
            <a:pPr algn="ctr"/>
            <a:r>
              <a:rPr lang="es-ES" sz="2800" dirty="0">
                <a:latin typeface="Amasis MT Pro" panose="02040504050005020304" pitchFamily="18" charset="0"/>
              </a:rPr>
              <a:t>r = 5</a:t>
            </a:r>
          </a:p>
        </p:txBody>
      </p:sp>
      <p:pic>
        <p:nvPicPr>
          <p:cNvPr id="6" name="Imagen 5" descr="Imagen que contiene sostener&#10;&#10;El contenido generado por IA puede ser incorrecto.">
            <a:extLst>
              <a:ext uri="{FF2B5EF4-FFF2-40B4-BE49-F238E27FC236}">
                <a16:creationId xmlns:a16="http://schemas.microsoft.com/office/drawing/2014/main" id="{B333822F-05CF-9132-3EC5-69940C6B6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55354" y="2552701"/>
            <a:ext cx="2395109" cy="2395109"/>
          </a:xfrm>
          <a:prstGeom prst="rect">
            <a:avLst/>
          </a:prstGeom>
        </p:spPr>
      </p:pic>
      <p:sp>
        <p:nvSpPr>
          <p:cNvPr id="17" name="CuadroTexto 16">
            <a:extLst>
              <a:ext uri="{FF2B5EF4-FFF2-40B4-BE49-F238E27FC236}">
                <a16:creationId xmlns:a16="http://schemas.microsoft.com/office/drawing/2014/main" id="{0A4844FE-9E9A-772C-6306-95DEC33B9553}"/>
              </a:ext>
            </a:extLst>
          </p:cNvPr>
          <p:cNvSpPr txBox="1"/>
          <p:nvPr/>
        </p:nvSpPr>
        <p:spPr>
          <a:xfrm>
            <a:off x="7215021" y="1944296"/>
            <a:ext cx="1037066" cy="523220"/>
          </a:xfrm>
          <a:prstGeom prst="rect">
            <a:avLst/>
          </a:prstGeom>
          <a:noFill/>
        </p:spPr>
        <p:txBody>
          <a:bodyPr wrap="square" rtlCol="0">
            <a:spAutoFit/>
          </a:bodyPr>
          <a:lstStyle/>
          <a:p>
            <a:pPr algn="ctr"/>
            <a:r>
              <a:rPr lang="es-ES" sz="2800" dirty="0">
                <a:latin typeface="Amasis MT Pro" panose="02040504050005020304" pitchFamily="18" charset="0"/>
              </a:rPr>
              <a:t>r &gt; 5</a:t>
            </a:r>
          </a:p>
        </p:txBody>
      </p:sp>
      <p:sp>
        <p:nvSpPr>
          <p:cNvPr id="20" name="Marcador de número de diapositiva 19">
            <a:extLst>
              <a:ext uri="{FF2B5EF4-FFF2-40B4-BE49-F238E27FC236}">
                <a16:creationId xmlns:a16="http://schemas.microsoft.com/office/drawing/2014/main" id="{D2319CF6-15CC-37A3-D0E6-D60574C65DBE}"/>
              </a:ext>
            </a:extLst>
          </p:cNvPr>
          <p:cNvSpPr>
            <a:spLocks noGrp="1"/>
          </p:cNvSpPr>
          <p:nvPr>
            <p:ph type="sldNum" sz="quarter" idx="12"/>
          </p:nvPr>
        </p:nvSpPr>
        <p:spPr/>
        <p:txBody>
          <a:bodyPr/>
          <a:lstStyle/>
          <a:p>
            <a:fld id="{CC057153-B650-4DEB-B370-79DDCFDCE934}" type="slidenum">
              <a:rPr lang="en-US" smtClean="0"/>
              <a:pPr/>
              <a:t>15</a:t>
            </a:fld>
            <a:r>
              <a:rPr lang="en-US"/>
              <a:t>/32</a:t>
            </a:r>
            <a:endParaRPr lang="en-US" dirty="0"/>
          </a:p>
        </p:txBody>
      </p:sp>
      <p:sp>
        <p:nvSpPr>
          <p:cNvPr id="21" name="CuadroTexto 20">
            <a:extLst>
              <a:ext uri="{FF2B5EF4-FFF2-40B4-BE49-F238E27FC236}">
                <a16:creationId xmlns:a16="http://schemas.microsoft.com/office/drawing/2014/main" id="{644BD34B-9C08-1124-A486-DE22A834D099}"/>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0F7DBBA4-7A73-4B69-667E-9208D9E80F99}"/>
              </a:ext>
            </a:extLst>
          </p:cNvPr>
          <p:cNvSpPr/>
          <p:nvPr/>
        </p:nvSpPr>
        <p:spPr>
          <a:xfrm>
            <a:off x="3948196" y="4838700"/>
            <a:ext cx="2300204" cy="57774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15431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901F-6FB2-E504-C037-27375989A2AC}"/>
            </a:ext>
          </a:extLst>
        </p:cNvPr>
        <p:cNvGrpSpPr/>
        <p:nvPr/>
      </p:nvGrpSpPr>
      <p:grpSpPr>
        <a:xfrm>
          <a:off x="0" y="0"/>
          <a:ext cx="0" cy="0"/>
          <a:chOff x="0" y="0"/>
          <a:chExt cx="0" cy="0"/>
        </a:xfrm>
      </p:grpSpPr>
      <p:pic>
        <p:nvPicPr>
          <p:cNvPr id="7" name="Imagen 6" descr="Gráfico, Diagrama&#10;&#10;El contenido generado por IA puede ser incorrecto.">
            <a:extLst>
              <a:ext uri="{FF2B5EF4-FFF2-40B4-BE49-F238E27FC236}">
                <a16:creationId xmlns:a16="http://schemas.microsoft.com/office/drawing/2014/main" id="{6350297A-2D78-5FFC-7D5C-69A20D203C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066" y="961487"/>
            <a:ext cx="8385866" cy="5590576"/>
          </a:xfrm>
          <a:prstGeom prst="rect">
            <a:avLst/>
          </a:prstGeom>
        </p:spPr>
      </p:pic>
      <p:pic>
        <p:nvPicPr>
          <p:cNvPr id="13" name="Imagen 12">
            <a:extLst>
              <a:ext uri="{FF2B5EF4-FFF2-40B4-BE49-F238E27FC236}">
                <a16:creationId xmlns:a16="http://schemas.microsoft.com/office/drawing/2014/main" id="{3E2C8038-16A7-945F-E1FB-C54297D1B06D}"/>
              </a:ext>
            </a:extLst>
          </p:cNvPr>
          <p:cNvPicPr>
            <a:picLocks noChangeAspect="1"/>
          </p:cNvPicPr>
          <p:nvPr/>
        </p:nvPicPr>
        <p:blipFill>
          <a:blip r:embed="rId4"/>
          <a:stretch>
            <a:fillRect/>
          </a:stretch>
        </p:blipFill>
        <p:spPr>
          <a:xfrm>
            <a:off x="3622272" y="4861255"/>
            <a:ext cx="3161767" cy="444506"/>
          </a:xfrm>
          <a:prstGeom prst="rect">
            <a:avLst/>
          </a:prstGeom>
        </p:spPr>
      </p:pic>
      <p:sp>
        <p:nvSpPr>
          <p:cNvPr id="2" name="Rectángulo: esquinas redondeadas 1">
            <a:extLst>
              <a:ext uri="{FF2B5EF4-FFF2-40B4-BE49-F238E27FC236}">
                <a16:creationId xmlns:a16="http://schemas.microsoft.com/office/drawing/2014/main" id="{4FA70E9F-C9C7-24C4-32F5-5126131D3C9A}"/>
              </a:ext>
            </a:extLst>
          </p:cNvPr>
          <p:cNvSpPr/>
          <p:nvPr/>
        </p:nvSpPr>
        <p:spPr>
          <a:xfrm>
            <a:off x="3491866" y="4784466"/>
            <a:ext cx="3371849" cy="661723"/>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Marcador de número de diapositiva 13">
            <a:extLst>
              <a:ext uri="{FF2B5EF4-FFF2-40B4-BE49-F238E27FC236}">
                <a16:creationId xmlns:a16="http://schemas.microsoft.com/office/drawing/2014/main" id="{E74DC32B-07CC-32BF-7B10-DC0E50214775}"/>
              </a:ext>
            </a:extLst>
          </p:cNvPr>
          <p:cNvSpPr>
            <a:spLocks noGrp="1"/>
          </p:cNvSpPr>
          <p:nvPr>
            <p:ph type="sldNum" sz="quarter" idx="12"/>
          </p:nvPr>
        </p:nvSpPr>
        <p:spPr/>
        <p:txBody>
          <a:bodyPr/>
          <a:lstStyle/>
          <a:p>
            <a:fld id="{CC057153-B650-4DEB-B370-79DDCFDCE934}" type="slidenum">
              <a:rPr lang="en-US" smtClean="0"/>
              <a:pPr/>
              <a:t>16</a:t>
            </a:fld>
            <a:r>
              <a:rPr lang="en-US"/>
              <a:t>/32</a:t>
            </a:r>
            <a:endParaRPr lang="en-US" dirty="0"/>
          </a:p>
        </p:txBody>
      </p:sp>
      <p:sp>
        <p:nvSpPr>
          <p:cNvPr id="16" name="CuadroTexto 15">
            <a:extLst>
              <a:ext uri="{FF2B5EF4-FFF2-40B4-BE49-F238E27FC236}">
                <a16:creationId xmlns:a16="http://schemas.microsoft.com/office/drawing/2014/main" id="{2CF6CFE6-4100-5B70-3FD1-1C01B7F19C20}"/>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Dilema del prisionero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E2B7A564-9348-6E91-61F9-DD2B7CDCC542}"/>
              </a:ext>
            </a:extLst>
          </p:cNvPr>
          <p:cNvSpPr txBox="1"/>
          <p:nvPr/>
        </p:nvSpPr>
        <p:spPr>
          <a:xfrm>
            <a:off x="8389791" y="2641999"/>
            <a:ext cx="613414" cy="1015663"/>
          </a:xfrm>
          <a:prstGeom prst="rect">
            <a:avLst/>
          </a:prstGeom>
          <a:noFill/>
        </p:spPr>
        <p:txBody>
          <a:bodyPr wrap="square" rtlCol="0">
            <a:spAutoFit/>
          </a:bodyPr>
          <a:lstStyle/>
          <a:p>
            <a:pPr algn="ctr"/>
            <a:r>
              <a:rPr lang="es-ES" sz="6000" dirty="0">
                <a:latin typeface="Amasis MT Pro" panose="02040504050005020304" pitchFamily="18" charset="0"/>
              </a:rPr>
              <a:t>L</a:t>
            </a:r>
          </a:p>
        </p:txBody>
      </p:sp>
    </p:spTree>
    <p:extLst>
      <p:ext uri="{BB962C8B-B14F-4D97-AF65-F5344CB8AC3E}">
        <p14:creationId xmlns:p14="http://schemas.microsoft.com/office/powerpoint/2010/main" val="20042285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97F2C-DA1E-A1BB-C9A5-F7A2AE2935DA}"/>
            </a:ext>
          </a:extLst>
        </p:cNvPr>
        <p:cNvGrpSpPr/>
        <p:nvPr/>
      </p:nvGrpSpPr>
      <p:grpSpPr>
        <a:xfrm>
          <a:off x="0" y="0"/>
          <a:ext cx="0" cy="0"/>
          <a:chOff x="0" y="0"/>
          <a:chExt cx="0" cy="0"/>
        </a:xfrm>
      </p:grpSpPr>
      <p:pic>
        <p:nvPicPr>
          <p:cNvPr id="9" name="Imagen 8" descr="Gráfico, Gráfico de dispersión&#10;&#10;El contenido generado por IA puede ser incorrecto.">
            <a:extLst>
              <a:ext uri="{FF2B5EF4-FFF2-40B4-BE49-F238E27FC236}">
                <a16:creationId xmlns:a16="http://schemas.microsoft.com/office/drawing/2014/main" id="{0F12138A-7BCB-A905-55AC-D9660E4F2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5736" y="379103"/>
            <a:ext cx="9389735" cy="6259822"/>
          </a:xfrm>
          <a:prstGeom prst="rect">
            <a:avLst/>
          </a:prstGeom>
        </p:spPr>
      </p:pic>
      <p:sp>
        <p:nvSpPr>
          <p:cNvPr id="14" name="Marcador de número de diapositiva 13">
            <a:extLst>
              <a:ext uri="{FF2B5EF4-FFF2-40B4-BE49-F238E27FC236}">
                <a16:creationId xmlns:a16="http://schemas.microsoft.com/office/drawing/2014/main" id="{785D41F0-DC48-78A8-1688-121EE0ECD964}"/>
              </a:ext>
            </a:extLst>
          </p:cNvPr>
          <p:cNvSpPr>
            <a:spLocks noGrp="1"/>
          </p:cNvSpPr>
          <p:nvPr>
            <p:ph type="sldNum" sz="quarter" idx="12"/>
          </p:nvPr>
        </p:nvSpPr>
        <p:spPr>
          <a:xfrm>
            <a:off x="-448421" y="6478897"/>
            <a:ext cx="1312474" cy="365125"/>
          </a:xfrm>
        </p:spPr>
        <p:txBody>
          <a:bodyPr/>
          <a:lstStyle/>
          <a:p>
            <a:fld id="{CC057153-B650-4DEB-B370-79DDCFDCE934}" type="slidenum">
              <a:rPr lang="en-US" smtClean="0"/>
              <a:pPr/>
              <a:t>17</a:t>
            </a:fld>
            <a:r>
              <a:rPr lang="en-US" dirty="0"/>
              <a:t>/32</a:t>
            </a:r>
          </a:p>
        </p:txBody>
      </p:sp>
      <p:sp>
        <p:nvSpPr>
          <p:cNvPr id="16" name="CuadroTexto 15">
            <a:extLst>
              <a:ext uri="{FF2B5EF4-FFF2-40B4-BE49-F238E27FC236}">
                <a16:creationId xmlns:a16="http://schemas.microsoft.com/office/drawing/2014/main" id="{9877B648-6E83-35FA-7AE9-3721FF0EB5F9}"/>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Dilema del prisionero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545422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F8E0-0478-6595-68BD-40FF4C7C13D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F28ACAF7-4718-52A6-E0FA-862453006F01}"/>
              </a:ext>
            </a:extLst>
          </p:cNvPr>
          <p:cNvSpPr txBox="1"/>
          <p:nvPr/>
        </p:nvSpPr>
        <p:spPr>
          <a:xfrm>
            <a:off x="0" y="2228671"/>
            <a:ext cx="9143999" cy="1569660"/>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Classification of cellular automata based on the Hamming distance</a:t>
            </a:r>
          </a:p>
        </p:txBody>
      </p:sp>
      <p:sp>
        <p:nvSpPr>
          <p:cNvPr id="11" name="Marcador de número de diapositiva 10">
            <a:extLst>
              <a:ext uri="{FF2B5EF4-FFF2-40B4-BE49-F238E27FC236}">
                <a16:creationId xmlns:a16="http://schemas.microsoft.com/office/drawing/2014/main" id="{449D6EB1-6B43-7A13-28C6-4C0649A27F4C}"/>
              </a:ext>
            </a:extLst>
          </p:cNvPr>
          <p:cNvSpPr>
            <a:spLocks noGrp="1"/>
          </p:cNvSpPr>
          <p:nvPr>
            <p:ph type="sldNum" sz="quarter" idx="12"/>
          </p:nvPr>
        </p:nvSpPr>
        <p:spPr/>
        <p:txBody>
          <a:bodyPr/>
          <a:lstStyle/>
          <a:p>
            <a:fld id="{CC057153-B650-4DEB-B370-79DDCFDCE934}" type="slidenum">
              <a:rPr lang="en-US" smtClean="0"/>
              <a:pPr/>
              <a:t>18</a:t>
            </a:fld>
            <a:r>
              <a:rPr lang="en-US"/>
              <a:t>/32</a:t>
            </a:r>
            <a:endParaRPr lang="en-US" dirty="0"/>
          </a:p>
        </p:txBody>
      </p:sp>
      <p:sp>
        <p:nvSpPr>
          <p:cNvPr id="5" name="Rectángulo: esquinas redondeadas 4">
            <a:extLst>
              <a:ext uri="{FF2B5EF4-FFF2-40B4-BE49-F238E27FC236}">
                <a16:creationId xmlns:a16="http://schemas.microsoft.com/office/drawing/2014/main" id="{4F29DF35-94D3-A881-2197-F282E1C63B17}"/>
              </a:ext>
            </a:extLst>
          </p:cNvPr>
          <p:cNvSpPr/>
          <p:nvPr/>
        </p:nvSpPr>
        <p:spPr>
          <a:xfrm>
            <a:off x="928685" y="4800596"/>
            <a:ext cx="7286625"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E02E88C4-DF8D-6DDE-1A24-AD297FF074E1}"/>
              </a:ext>
            </a:extLst>
          </p:cNvPr>
          <p:cNvSpPr txBox="1"/>
          <p:nvPr/>
        </p:nvSpPr>
        <p:spPr>
          <a:xfrm>
            <a:off x="772941" y="4947918"/>
            <a:ext cx="7598115" cy="1200329"/>
          </a:xfrm>
          <a:prstGeom prst="rect">
            <a:avLst/>
          </a:prstGeom>
          <a:noFill/>
        </p:spPr>
        <p:txBody>
          <a:bodyPr wrap="square" rtlCol="0">
            <a:spAutoFit/>
          </a:bodyPr>
          <a:lstStyle/>
          <a:p>
            <a:pPr algn="ctr"/>
            <a:r>
              <a:rPr lang="en-US" sz="3600" b="0" i="0" u="none" strike="noStrike" baseline="0" dirty="0">
                <a:latin typeface="CMR10"/>
              </a:rPr>
              <a:t>G. Alfaro and M. A. F. Sanjuán</a:t>
            </a:r>
            <a:r>
              <a:rPr lang="es-ES" sz="3600" b="0" i="0" u="none" strike="noStrike" baseline="0" dirty="0">
                <a:latin typeface="CMR10"/>
              </a:rPr>
              <a:t>, Chaos </a:t>
            </a:r>
            <a:r>
              <a:rPr lang="es-ES" sz="3600" b="1" i="0" u="none" strike="noStrike" baseline="0" dirty="0">
                <a:latin typeface="CMBX10"/>
              </a:rPr>
              <a:t>34</a:t>
            </a:r>
            <a:r>
              <a:rPr lang="es-ES" sz="3600" b="0" i="0" u="none" strike="noStrike" baseline="0" dirty="0">
                <a:latin typeface="CMR10"/>
              </a:rPr>
              <a:t>, 083129 (2024)</a:t>
            </a:r>
            <a:endParaRPr lang="es-ES" sz="6000" dirty="0">
              <a:latin typeface="Amasis MT Pro" panose="02040504050005020304" pitchFamily="18" charset="0"/>
            </a:endParaRPr>
          </a:p>
        </p:txBody>
      </p:sp>
    </p:spTree>
    <p:extLst>
      <p:ext uri="{BB962C8B-B14F-4D97-AF65-F5344CB8AC3E}">
        <p14:creationId xmlns:p14="http://schemas.microsoft.com/office/powerpoint/2010/main" val="1062350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7AFA8-93CD-3655-A219-C539CF62F952}"/>
            </a:ext>
          </a:extLst>
        </p:cNvPr>
        <p:cNvGrpSpPr/>
        <p:nvPr/>
      </p:nvGrpSpPr>
      <p:grpSpPr>
        <a:xfrm>
          <a:off x="0" y="0"/>
          <a:ext cx="0" cy="0"/>
          <a:chOff x="0" y="0"/>
          <a:chExt cx="0" cy="0"/>
        </a:xfrm>
      </p:grpSpPr>
      <p:sp>
        <p:nvSpPr>
          <p:cNvPr id="21" name="Marcador de número de diapositiva 20">
            <a:extLst>
              <a:ext uri="{FF2B5EF4-FFF2-40B4-BE49-F238E27FC236}">
                <a16:creationId xmlns:a16="http://schemas.microsoft.com/office/drawing/2014/main" id="{10DA27A4-9C88-72D7-43C9-A56F0EE2B7CA}"/>
              </a:ext>
            </a:extLst>
          </p:cNvPr>
          <p:cNvSpPr>
            <a:spLocks noGrp="1"/>
          </p:cNvSpPr>
          <p:nvPr>
            <p:ph type="sldNum" sz="quarter" idx="12"/>
          </p:nvPr>
        </p:nvSpPr>
        <p:spPr/>
        <p:txBody>
          <a:bodyPr/>
          <a:lstStyle/>
          <a:p>
            <a:fld id="{CC057153-B650-4DEB-B370-79DDCFDCE934}" type="slidenum">
              <a:rPr lang="en-US" smtClean="0"/>
              <a:pPr/>
              <a:t>19</a:t>
            </a:fld>
            <a:r>
              <a:rPr lang="en-US"/>
              <a:t>/32</a:t>
            </a:r>
            <a:endParaRPr lang="en-US" dirty="0"/>
          </a:p>
        </p:txBody>
      </p:sp>
      <p:sp>
        <p:nvSpPr>
          <p:cNvPr id="23" name="CuadroTexto 22">
            <a:extLst>
              <a:ext uri="{FF2B5EF4-FFF2-40B4-BE49-F238E27FC236}">
                <a16:creationId xmlns:a16="http://schemas.microsoft.com/office/drawing/2014/main" id="{46E864D9-EB3B-10ED-4954-14A3085EA6E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Autómatas celulares</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2" name="Elipse 1">
            <a:extLst>
              <a:ext uri="{FF2B5EF4-FFF2-40B4-BE49-F238E27FC236}">
                <a16:creationId xmlns:a16="http://schemas.microsoft.com/office/drawing/2014/main" id="{CA5F5A5C-B759-F689-E497-05B1466F9BB7}"/>
              </a:ext>
            </a:extLst>
          </p:cNvPr>
          <p:cNvSpPr/>
          <p:nvPr/>
        </p:nvSpPr>
        <p:spPr>
          <a:xfrm>
            <a:off x="1398800"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3533CCCB-FA19-066B-F55B-10EC4CE0D58C}"/>
              </a:ext>
            </a:extLst>
          </p:cNvPr>
          <p:cNvSpPr/>
          <p:nvPr/>
        </p:nvSpPr>
        <p:spPr>
          <a:xfrm>
            <a:off x="2106686"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35DAE3F8-EB69-5EE9-BDA9-11405E49C714}"/>
              </a:ext>
            </a:extLst>
          </p:cNvPr>
          <p:cNvSpPr/>
          <p:nvPr/>
        </p:nvSpPr>
        <p:spPr>
          <a:xfrm>
            <a:off x="2106686" y="2823730"/>
            <a:ext cx="707886" cy="70788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64D3FEB1-F846-1342-1546-EA28D0D7244C}"/>
              </a:ext>
            </a:extLst>
          </p:cNvPr>
          <p:cNvSpPr/>
          <p:nvPr/>
        </p:nvSpPr>
        <p:spPr>
          <a:xfrm>
            <a:off x="1398800"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Elipse 14">
            <a:extLst>
              <a:ext uri="{FF2B5EF4-FFF2-40B4-BE49-F238E27FC236}">
                <a16:creationId xmlns:a16="http://schemas.microsoft.com/office/drawing/2014/main" id="{C059AB51-F6BC-AB8F-B1BB-C92314D496D7}"/>
              </a:ext>
            </a:extLst>
          </p:cNvPr>
          <p:cNvSpPr/>
          <p:nvPr/>
        </p:nvSpPr>
        <p:spPr>
          <a:xfrm>
            <a:off x="2106686"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0D9F4C71-163B-C363-EE57-A36B26380192}"/>
              </a:ext>
            </a:extLst>
          </p:cNvPr>
          <p:cNvSpPr/>
          <p:nvPr/>
        </p:nvSpPr>
        <p:spPr>
          <a:xfrm>
            <a:off x="2812896"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6D5922FF-795B-EB46-6D46-CA4C53FDD567}"/>
              </a:ext>
            </a:extLst>
          </p:cNvPr>
          <p:cNvSpPr/>
          <p:nvPr/>
        </p:nvSpPr>
        <p:spPr>
          <a:xfrm>
            <a:off x="2812896"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Elipse 35">
            <a:extLst>
              <a:ext uri="{FF2B5EF4-FFF2-40B4-BE49-F238E27FC236}">
                <a16:creationId xmlns:a16="http://schemas.microsoft.com/office/drawing/2014/main" id="{F7916DA8-C15F-3889-0648-3FE250798E50}"/>
              </a:ext>
            </a:extLst>
          </p:cNvPr>
          <p:cNvSpPr/>
          <p:nvPr/>
        </p:nvSpPr>
        <p:spPr>
          <a:xfrm>
            <a:off x="5611572"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Elipse 36">
            <a:extLst>
              <a:ext uri="{FF2B5EF4-FFF2-40B4-BE49-F238E27FC236}">
                <a16:creationId xmlns:a16="http://schemas.microsoft.com/office/drawing/2014/main" id="{9E624E78-B761-455A-CB56-8E07B9DF842E}"/>
              </a:ext>
            </a:extLst>
          </p:cNvPr>
          <p:cNvSpPr/>
          <p:nvPr/>
        </p:nvSpPr>
        <p:spPr>
          <a:xfrm>
            <a:off x="6319458"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Elipse 37">
            <a:extLst>
              <a:ext uri="{FF2B5EF4-FFF2-40B4-BE49-F238E27FC236}">
                <a16:creationId xmlns:a16="http://schemas.microsoft.com/office/drawing/2014/main" id="{D41B49F9-B91F-1159-ECA1-9083EB416ECC}"/>
              </a:ext>
            </a:extLst>
          </p:cNvPr>
          <p:cNvSpPr/>
          <p:nvPr/>
        </p:nvSpPr>
        <p:spPr>
          <a:xfrm>
            <a:off x="6319458" y="2823730"/>
            <a:ext cx="707886" cy="707886"/>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9" name="Elipse 38">
            <a:extLst>
              <a:ext uri="{FF2B5EF4-FFF2-40B4-BE49-F238E27FC236}">
                <a16:creationId xmlns:a16="http://schemas.microsoft.com/office/drawing/2014/main" id="{23294C4A-1E2E-0B71-CBBD-02D3CD47C236}"/>
              </a:ext>
            </a:extLst>
          </p:cNvPr>
          <p:cNvSpPr/>
          <p:nvPr/>
        </p:nvSpPr>
        <p:spPr>
          <a:xfrm>
            <a:off x="5611572"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Elipse 39">
            <a:extLst>
              <a:ext uri="{FF2B5EF4-FFF2-40B4-BE49-F238E27FC236}">
                <a16:creationId xmlns:a16="http://schemas.microsoft.com/office/drawing/2014/main" id="{1386D63C-6B62-27D1-058F-D25A8A3486EC}"/>
              </a:ext>
            </a:extLst>
          </p:cNvPr>
          <p:cNvSpPr/>
          <p:nvPr/>
        </p:nvSpPr>
        <p:spPr>
          <a:xfrm>
            <a:off x="6319458"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1" name="Elipse 40">
            <a:extLst>
              <a:ext uri="{FF2B5EF4-FFF2-40B4-BE49-F238E27FC236}">
                <a16:creationId xmlns:a16="http://schemas.microsoft.com/office/drawing/2014/main" id="{B42CAB0F-FA82-09F6-8799-59AE284D7316}"/>
              </a:ext>
            </a:extLst>
          </p:cNvPr>
          <p:cNvSpPr/>
          <p:nvPr/>
        </p:nvSpPr>
        <p:spPr>
          <a:xfrm>
            <a:off x="7025668"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2" name="Elipse 41">
            <a:extLst>
              <a:ext uri="{FF2B5EF4-FFF2-40B4-BE49-F238E27FC236}">
                <a16:creationId xmlns:a16="http://schemas.microsoft.com/office/drawing/2014/main" id="{FF36553A-BFA6-DE80-195F-167A62A81BA9}"/>
              </a:ext>
            </a:extLst>
          </p:cNvPr>
          <p:cNvSpPr/>
          <p:nvPr/>
        </p:nvSpPr>
        <p:spPr>
          <a:xfrm>
            <a:off x="7025668"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44" name="Conector recto de flecha 43">
            <a:extLst>
              <a:ext uri="{FF2B5EF4-FFF2-40B4-BE49-F238E27FC236}">
                <a16:creationId xmlns:a16="http://schemas.microsoft.com/office/drawing/2014/main" id="{3F70EE31-1149-9692-CA7C-68C4855E9A65}"/>
              </a:ext>
            </a:extLst>
          </p:cNvPr>
          <p:cNvCxnSpPr/>
          <p:nvPr/>
        </p:nvCxnSpPr>
        <p:spPr>
          <a:xfrm>
            <a:off x="3940629" y="3116864"/>
            <a:ext cx="118654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1CDDF0BB-F31B-B6D4-F61C-D85EAA48B335}"/>
              </a:ext>
            </a:extLst>
          </p:cNvPr>
          <p:cNvSpPr txBox="1"/>
          <p:nvPr/>
        </p:nvSpPr>
        <p:spPr>
          <a:xfrm>
            <a:off x="6417267" y="2716008"/>
            <a:ext cx="581325" cy="923330"/>
          </a:xfrm>
          <a:prstGeom prst="rect">
            <a:avLst/>
          </a:prstGeom>
          <a:noFill/>
        </p:spPr>
        <p:txBody>
          <a:bodyPr wrap="square" rtlCol="0">
            <a:spAutoFit/>
          </a:bodyPr>
          <a:lstStyle/>
          <a:p>
            <a:r>
              <a:rPr lang="es-ES" sz="5400" b="1" dirty="0">
                <a:latin typeface="Amasis MT Pro" panose="02040504050005020304" pitchFamily="18" charset="0"/>
              </a:rPr>
              <a:t>?</a:t>
            </a:r>
          </a:p>
        </p:txBody>
      </p:sp>
      <p:sp>
        <p:nvSpPr>
          <p:cNvPr id="46" name="CuadroTexto 45">
            <a:extLst>
              <a:ext uri="{FF2B5EF4-FFF2-40B4-BE49-F238E27FC236}">
                <a16:creationId xmlns:a16="http://schemas.microsoft.com/office/drawing/2014/main" id="{A8053517-690E-0E47-2C8E-F7F888C73EAD}"/>
              </a:ext>
            </a:extLst>
          </p:cNvPr>
          <p:cNvSpPr txBox="1"/>
          <p:nvPr/>
        </p:nvSpPr>
        <p:spPr>
          <a:xfrm>
            <a:off x="185056" y="4682118"/>
            <a:ext cx="8860972" cy="1077218"/>
          </a:xfrm>
          <a:prstGeom prst="rect">
            <a:avLst/>
          </a:prstGeom>
          <a:noFill/>
        </p:spPr>
        <p:txBody>
          <a:bodyPr wrap="square" rtlCol="0">
            <a:spAutoFit/>
          </a:bodyPr>
          <a:lstStyle/>
          <a:p>
            <a:r>
              <a:rPr lang="es-ES" sz="3200" dirty="0">
                <a:latin typeface="Amasis MT Pro" panose="02040504050005020304" pitchFamily="18" charset="0"/>
              </a:rPr>
              <a:t>Las </a:t>
            </a:r>
            <a:r>
              <a:rPr lang="es-ES" sz="3200" dirty="0">
                <a:solidFill>
                  <a:srgbClr val="0070C0"/>
                </a:solidFill>
                <a:latin typeface="Amasis MT Pro" panose="02040504050005020304" pitchFamily="18" charset="0"/>
              </a:rPr>
              <a:t>reglas</a:t>
            </a:r>
            <a:r>
              <a:rPr lang="es-ES" sz="3200" dirty="0">
                <a:latin typeface="Amasis MT Pro" panose="02040504050005020304" pitchFamily="18" charset="0"/>
              </a:rPr>
              <a:t> del autómata celular, deciden el estado de la célula observando el </a:t>
            </a:r>
            <a:r>
              <a:rPr lang="es-ES" sz="3200" dirty="0">
                <a:solidFill>
                  <a:srgbClr val="C00000"/>
                </a:solidFill>
                <a:latin typeface="Amasis MT Pro" panose="02040504050005020304" pitchFamily="18" charset="0"/>
              </a:rPr>
              <a:t>estado de los vecinos</a:t>
            </a:r>
          </a:p>
        </p:txBody>
      </p:sp>
    </p:spTree>
    <p:extLst>
      <p:ext uri="{BB962C8B-B14F-4D97-AF65-F5344CB8AC3E}">
        <p14:creationId xmlns:p14="http://schemas.microsoft.com/office/powerpoint/2010/main" val="3134473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0649D-EFD5-0D60-0228-5CE781091F07}"/>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E6D2378B-74B5-6AC8-F8E1-E7CE30F63FBE}"/>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Regla-105</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EFC8D879-C881-1B90-E2CC-DCFF983D93DF}"/>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B736B465-92A7-D7D0-740A-7015D9A7FC6E}"/>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8AB18011-0FED-E475-36E2-935779B831ED}"/>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7E0C649F-14BE-3278-27A5-231808925B05}"/>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41933D6A-661F-B146-6B42-42F3FCDC4588}"/>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1656A5A4-11CC-7CAA-5731-46FBCF6C084F}"/>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FF27564B-0D67-B204-D906-73586D7A45AA}"/>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12BFD4D0-50A0-62C6-C3BF-A4B0C1E802EE}"/>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7CED3547-EF43-05A7-7BCE-13BD988D47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B944D4CE-1830-80FE-F1C6-270A82226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3DF6A238-7A36-B6EF-02E7-A10C2D730F5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78ECEF3-C7F9-C322-BB41-66259CE0C5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288C7AB0-13FC-CDF9-75C8-804971EFBF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FDC07D17-B53B-BCD2-9738-FE55EF278A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CCE875A3-DBDE-1126-360C-CDDF4E984F9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1C7BB401-6D56-024F-18D5-061C0F7833A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pic>
        <p:nvPicPr>
          <p:cNvPr id="32" name="Imagen 31" descr="Código QR&#10;&#10;El contenido generado por IA puede ser incorrecto.">
            <a:extLst>
              <a:ext uri="{FF2B5EF4-FFF2-40B4-BE49-F238E27FC236}">
                <a16:creationId xmlns:a16="http://schemas.microsoft.com/office/drawing/2014/main" id="{A6095D4F-B924-C555-40DA-5C66C8F4233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44322" y="3984616"/>
            <a:ext cx="7855355" cy="2225684"/>
          </a:xfrm>
          <a:prstGeom prst="rect">
            <a:avLst/>
          </a:prstGeom>
        </p:spPr>
      </p:pic>
      <p:sp>
        <p:nvSpPr>
          <p:cNvPr id="21" name="Marcador de número de diapositiva 20">
            <a:extLst>
              <a:ext uri="{FF2B5EF4-FFF2-40B4-BE49-F238E27FC236}">
                <a16:creationId xmlns:a16="http://schemas.microsoft.com/office/drawing/2014/main" id="{E50B02E9-8379-AAD1-0A68-BA0275F14BB0}"/>
              </a:ext>
            </a:extLst>
          </p:cNvPr>
          <p:cNvSpPr>
            <a:spLocks noGrp="1"/>
          </p:cNvSpPr>
          <p:nvPr>
            <p:ph type="sldNum" sz="quarter" idx="12"/>
          </p:nvPr>
        </p:nvSpPr>
        <p:spPr/>
        <p:txBody>
          <a:bodyPr/>
          <a:lstStyle/>
          <a:p>
            <a:fld id="{CC057153-B650-4DEB-B370-79DDCFDCE934}" type="slidenum">
              <a:rPr lang="en-US" smtClean="0"/>
              <a:pPr/>
              <a:t>20</a:t>
            </a:fld>
            <a:r>
              <a:rPr lang="en-US"/>
              <a:t>/32</a:t>
            </a:r>
            <a:endParaRPr lang="en-US" dirty="0"/>
          </a:p>
        </p:txBody>
      </p:sp>
      <p:sp>
        <p:nvSpPr>
          <p:cNvPr id="23" name="CuadroTexto 22">
            <a:extLst>
              <a:ext uri="{FF2B5EF4-FFF2-40B4-BE49-F238E27FC236}">
                <a16:creationId xmlns:a16="http://schemas.microsoft.com/office/drawing/2014/main" id="{006E07EC-3091-006B-E790-C56EB8020BAB}"/>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0070C0"/>
                </a:solidFill>
                <a:latin typeface="Amasis MT Pro Light" panose="02040304050005020304" pitchFamily="18" charset="0"/>
                <a:cs typeface="Adobe Devanagari" panose="02040503050201020203" pitchFamily="18" charset="0"/>
              </a:rPr>
              <a:t>Autómatas celulares elementales</a:t>
            </a:r>
            <a:endParaRPr lang="es-ES" sz="60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4142501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87D2-38AC-60CB-5EA1-141F468C2085}"/>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8563F3EE-729A-B74B-D5C5-313D18EB0651}"/>
              </a:ext>
            </a:extLst>
          </p:cNvPr>
          <p:cNvSpPr txBox="1"/>
          <p:nvPr/>
        </p:nvSpPr>
        <p:spPr>
          <a:xfrm>
            <a:off x="79465" y="1572674"/>
            <a:ext cx="3469577" cy="646331"/>
          </a:xfrm>
          <a:prstGeom prst="rect">
            <a:avLst/>
          </a:prstGeom>
          <a:noFill/>
        </p:spPr>
        <p:txBody>
          <a:bodyPr wrap="square" rtlCol="0">
            <a:spAutoFit/>
          </a:bodyPr>
          <a:lstStyle/>
          <a:p>
            <a:r>
              <a:rPr lang="es-ES" b="1" i="1" dirty="0">
                <a:latin typeface="Amasis MT Pro" panose="02040504050005020304" pitchFamily="18" charset="0"/>
              </a:rPr>
              <a:t>Clase-1 </a:t>
            </a:r>
            <a:r>
              <a:rPr lang="es-ES" b="1" dirty="0">
                <a:latin typeface="Amasis MT Pro" panose="02040504050005020304" pitchFamily="18" charset="0"/>
              </a:rPr>
              <a:t>:</a:t>
            </a:r>
            <a:r>
              <a:rPr lang="es-ES" dirty="0">
                <a:latin typeface="Amasis MT Pro" panose="02040504050005020304" pitchFamily="18" charset="0"/>
              </a:rPr>
              <a:t> Rápidamente todas las celdas </a:t>
            </a:r>
            <a:r>
              <a:rPr lang="es-ES" dirty="0">
                <a:solidFill>
                  <a:srgbClr val="C00000"/>
                </a:solidFill>
                <a:latin typeface="Amasis MT Pro" panose="02040504050005020304" pitchFamily="18" charset="0"/>
              </a:rPr>
              <a:t>se vuelven 0 o 1</a:t>
            </a:r>
            <a:r>
              <a:rPr lang="es-ES" dirty="0">
                <a:solidFill>
                  <a:schemeClr val="bg2">
                    <a:lumMod val="25000"/>
                  </a:schemeClr>
                </a:solidFill>
                <a:latin typeface="Amasis MT Pro" panose="02040504050005020304" pitchFamily="18" charset="0"/>
              </a:rPr>
              <a:t>. </a:t>
            </a:r>
            <a:endParaRPr lang="es-ES" b="1" i="1" dirty="0">
              <a:solidFill>
                <a:schemeClr val="bg2">
                  <a:lumMod val="10000"/>
                </a:schemeClr>
              </a:solidFill>
              <a:latin typeface="Amasis MT Pro" panose="02040504050005020304" pitchFamily="18" charset="0"/>
            </a:endParaRPr>
          </a:p>
        </p:txBody>
      </p:sp>
      <p:sp>
        <p:nvSpPr>
          <p:cNvPr id="7" name="CuadroTexto 6">
            <a:extLst>
              <a:ext uri="{FF2B5EF4-FFF2-40B4-BE49-F238E27FC236}">
                <a16:creationId xmlns:a16="http://schemas.microsoft.com/office/drawing/2014/main" id="{55C9628B-BCE7-8BA6-0E72-C74C7F18D3B1}"/>
              </a:ext>
            </a:extLst>
          </p:cNvPr>
          <p:cNvSpPr txBox="1"/>
          <p:nvPr/>
        </p:nvSpPr>
        <p:spPr>
          <a:xfrm>
            <a:off x="79465" y="2414296"/>
            <a:ext cx="3469578" cy="369332"/>
          </a:xfrm>
          <a:prstGeom prst="rect">
            <a:avLst/>
          </a:prstGeom>
          <a:noFill/>
        </p:spPr>
        <p:txBody>
          <a:bodyPr wrap="square" rtlCol="0">
            <a:spAutoFit/>
          </a:bodyPr>
          <a:lstStyle/>
          <a:p>
            <a:r>
              <a:rPr lang="es-ES" b="1" i="1" dirty="0">
                <a:latin typeface="Amasis MT Pro" panose="02040504050005020304" pitchFamily="18" charset="0"/>
              </a:rPr>
              <a:t>Clase-2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periódicos</a:t>
            </a:r>
            <a:r>
              <a:rPr lang="es-ES" dirty="0">
                <a:solidFill>
                  <a:schemeClr val="bg2">
                    <a:lumMod val="25000"/>
                  </a:schemeClr>
                </a:solidFill>
                <a:latin typeface="Amasis MT Pro" panose="02040504050005020304" pitchFamily="18" charset="0"/>
              </a:rPr>
              <a:t>.</a:t>
            </a:r>
            <a:endParaRPr lang="es-ES" b="1" i="1" dirty="0">
              <a:solidFill>
                <a:schemeClr val="bg2">
                  <a:lumMod val="10000"/>
                </a:schemeClr>
              </a:solidFill>
              <a:latin typeface="Amasis MT Pro" panose="02040504050005020304" pitchFamily="18" charset="0"/>
            </a:endParaRPr>
          </a:p>
        </p:txBody>
      </p:sp>
      <p:sp>
        <p:nvSpPr>
          <p:cNvPr id="8" name="CuadroTexto 7">
            <a:extLst>
              <a:ext uri="{FF2B5EF4-FFF2-40B4-BE49-F238E27FC236}">
                <a16:creationId xmlns:a16="http://schemas.microsoft.com/office/drawing/2014/main" id="{FB84446A-3EE6-5F5A-6172-427FC39044A7}"/>
              </a:ext>
            </a:extLst>
          </p:cNvPr>
          <p:cNvSpPr txBox="1"/>
          <p:nvPr/>
        </p:nvSpPr>
        <p:spPr>
          <a:xfrm>
            <a:off x="79464" y="2978920"/>
            <a:ext cx="3469577" cy="923330"/>
          </a:xfrm>
          <a:prstGeom prst="rect">
            <a:avLst/>
          </a:prstGeom>
          <a:noFill/>
        </p:spPr>
        <p:txBody>
          <a:bodyPr wrap="square" rtlCol="0">
            <a:spAutoFit/>
          </a:bodyPr>
          <a:lstStyle/>
          <a:p>
            <a:r>
              <a:rPr lang="es-ES" b="1" i="1" dirty="0">
                <a:latin typeface="Amasis MT Pro" panose="02040504050005020304" pitchFamily="18" charset="0"/>
              </a:rPr>
              <a:t>Clase-3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caóticos</a:t>
            </a:r>
            <a:r>
              <a:rPr lang="es-ES" dirty="0">
                <a:latin typeface="Amasis MT Pro" panose="02040504050005020304" pitchFamily="18" charset="0"/>
              </a:rPr>
              <a:t>.</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No se repiten nunca (hasta alcanzar tiempo de Poincaré).</a:t>
            </a:r>
            <a:endParaRPr lang="es-ES" b="1" i="1" dirty="0">
              <a:latin typeface="Amasis MT Pro" panose="02040504050005020304" pitchFamily="18" charset="0"/>
            </a:endParaRPr>
          </a:p>
        </p:txBody>
      </p:sp>
      <p:sp>
        <p:nvSpPr>
          <p:cNvPr id="9" name="CuadroTexto 8">
            <a:extLst>
              <a:ext uri="{FF2B5EF4-FFF2-40B4-BE49-F238E27FC236}">
                <a16:creationId xmlns:a16="http://schemas.microsoft.com/office/drawing/2014/main" id="{BD6BC006-51E1-171D-3F22-49A589B35E1D}"/>
              </a:ext>
            </a:extLst>
          </p:cNvPr>
          <p:cNvSpPr txBox="1"/>
          <p:nvPr/>
        </p:nvSpPr>
        <p:spPr>
          <a:xfrm>
            <a:off x="79466" y="4101125"/>
            <a:ext cx="3469574" cy="1100301"/>
          </a:xfrm>
          <a:prstGeom prst="rect">
            <a:avLst/>
          </a:prstGeom>
          <a:noFill/>
        </p:spPr>
        <p:txBody>
          <a:bodyPr wrap="square" rtlCol="0">
            <a:spAutoFit/>
          </a:bodyPr>
          <a:lstStyle/>
          <a:p>
            <a:r>
              <a:rPr lang="es-ES" b="1" i="1" dirty="0">
                <a:latin typeface="Amasis MT Pro" panose="02040504050005020304" pitchFamily="18" charset="0"/>
              </a:rPr>
              <a:t>Clase-4 </a:t>
            </a:r>
            <a:r>
              <a:rPr lang="es-ES" b="1" dirty="0">
                <a:latin typeface="Amasis MT Pro" panose="02040504050005020304" pitchFamily="18" charset="0"/>
              </a:rPr>
              <a:t>: </a:t>
            </a:r>
            <a:r>
              <a:rPr lang="es-ES" dirty="0">
                <a:latin typeface="Amasis MT Pro" panose="02040504050005020304" pitchFamily="18" charset="0"/>
              </a:rPr>
              <a:t>Combinación de zonas ordenadas y caos.</a:t>
            </a:r>
          </a:p>
          <a:p>
            <a:r>
              <a:rPr lang="es-ES" sz="1600" u="sng" dirty="0">
                <a:solidFill>
                  <a:srgbClr val="C00000"/>
                </a:solidFill>
                <a:latin typeface="Amasis MT Pro" panose="02040504050005020304" pitchFamily="18" charset="0"/>
              </a:rPr>
              <a:t>Frontera del caos </a:t>
            </a:r>
            <a:r>
              <a:rPr lang="es-ES" sz="1600" u="sng" dirty="0">
                <a:solidFill>
                  <a:srgbClr val="C00000"/>
                </a:solidFill>
                <a:latin typeface="Amasis MT Pro" panose="02040504050005020304" pitchFamily="18" charset="0"/>
                <a:sym typeface="Wingdings" panose="05000000000000000000" pitchFamily="2" charset="2"/>
              </a:rPr>
              <a:t> Caos transitorio</a:t>
            </a:r>
            <a:r>
              <a:rPr lang="es-ES" sz="1600" dirty="0">
                <a:solidFill>
                  <a:schemeClr val="bg2">
                    <a:lumMod val="25000"/>
                  </a:schemeClr>
                </a:solidFill>
                <a:latin typeface="Amasis MT Pro" panose="02040504050005020304" pitchFamily="18" charset="0"/>
              </a:rPr>
              <a:t>.</a:t>
            </a:r>
          </a:p>
          <a:p>
            <a:endParaRPr lang="es-ES" sz="1350" i="1" dirty="0">
              <a:solidFill>
                <a:schemeClr val="bg2">
                  <a:lumMod val="10000"/>
                </a:schemeClr>
              </a:solidFill>
              <a:latin typeface="Amasis MT Pro" panose="02040504050005020304" pitchFamily="18" charset="0"/>
            </a:endParaRPr>
          </a:p>
        </p:txBody>
      </p:sp>
      <p:pic>
        <p:nvPicPr>
          <p:cNvPr id="4" name="Imagen 3" descr="Patrón de fondo&#10;&#10;El contenido generado por IA puede ser incorrecto.">
            <a:extLst>
              <a:ext uri="{FF2B5EF4-FFF2-40B4-BE49-F238E27FC236}">
                <a16:creationId xmlns:a16="http://schemas.microsoft.com/office/drawing/2014/main" id="{AAAC939D-7FD1-1FE8-CCA5-7763A7E5D5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9041" y="795460"/>
            <a:ext cx="5454534" cy="5727260"/>
          </a:xfrm>
          <a:prstGeom prst="rect">
            <a:avLst/>
          </a:prstGeom>
        </p:spPr>
      </p:pic>
      <p:sp>
        <p:nvSpPr>
          <p:cNvPr id="2" name="Rectángulo 1">
            <a:extLst>
              <a:ext uri="{FF2B5EF4-FFF2-40B4-BE49-F238E27FC236}">
                <a16:creationId xmlns:a16="http://schemas.microsoft.com/office/drawing/2014/main" id="{A97E8CA8-B536-BE39-6E17-1C7E5364CE8C}"/>
              </a:ext>
            </a:extLst>
          </p:cNvPr>
          <p:cNvSpPr/>
          <p:nvPr/>
        </p:nvSpPr>
        <p:spPr>
          <a:xfrm>
            <a:off x="3949700" y="673100"/>
            <a:ext cx="4756150" cy="3619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8106612E-B672-54E4-FE15-6EE31AACB89E}"/>
              </a:ext>
            </a:extLst>
          </p:cNvPr>
          <p:cNvSpPr txBox="1"/>
          <p:nvPr/>
        </p:nvSpPr>
        <p:spPr>
          <a:xfrm>
            <a:off x="3728084" y="738664"/>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Clase-1</a:t>
            </a:r>
            <a:endParaRPr lang="es-ES" dirty="0"/>
          </a:p>
        </p:txBody>
      </p:sp>
      <p:sp>
        <p:nvSpPr>
          <p:cNvPr id="13" name="CuadroTexto 12">
            <a:extLst>
              <a:ext uri="{FF2B5EF4-FFF2-40B4-BE49-F238E27FC236}">
                <a16:creationId xmlns:a16="http://schemas.microsoft.com/office/drawing/2014/main" id="{4338A033-8AB4-F644-88F0-38004054F942}"/>
              </a:ext>
            </a:extLst>
          </p:cNvPr>
          <p:cNvSpPr txBox="1"/>
          <p:nvPr/>
        </p:nvSpPr>
        <p:spPr>
          <a:xfrm>
            <a:off x="5079158" y="740949"/>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Clase-2</a:t>
            </a:r>
            <a:endParaRPr lang="es-ES" dirty="0"/>
          </a:p>
        </p:txBody>
      </p:sp>
      <p:sp>
        <p:nvSpPr>
          <p:cNvPr id="14" name="CuadroTexto 13">
            <a:extLst>
              <a:ext uri="{FF2B5EF4-FFF2-40B4-BE49-F238E27FC236}">
                <a16:creationId xmlns:a16="http://schemas.microsoft.com/office/drawing/2014/main" id="{AC305C75-E0EF-20B8-9491-06BBEF1BC29D}"/>
              </a:ext>
            </a:extLst>
          </p:cNvPr>
          <p:cNvSpPr txBox="1"/>
          <p:nvPr/>
        </p:nvSpPr>
        <p:spPr>
          <a:xfrm>
            <a:off x="6430232" y="743015"/>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Clase-3               </a:t>
            </a:r>
            <a:r>
              <a:rPr lang="es-ES" b="1" i="1" dirty="0">
                <a:solidFill>
                  <a:schemeClr val="bg2">
                    <a:lumMod val="10000"/>
                  </a:schemeClr>
                </a:solidFill>
                <a:latin typeface="Amasis MT Pro" panose="02040504050005020304" pitchFamily="18" charset="0"/>
              </a:rPr>
              <a:t>            </a:t>
            </a:r>
            <a:endParaRPr lang="es-ES" dirty="0"/>
          </a:p>
        </p:txBody>
      </p:sp>
      <p:sp>
        <p:nvSpPr>
          <p:cNvPr id="15" name="CuadroTexto 14">
            <a:extLst>
              <a:ext uri="{FF2B5EF4-FFF2-40B4-BE49-F238E27FC236}">
                <a16:creationId xmlns:a16="http://schemas.microsoft.com/office/drawing/2014/main" id="{9588BB91-BB94-52EC-5AAF-3269E84142BC}"/>
              </a:ext>
            </a:extLst>
          </p:cNvPr>
          <p:cNvSpPr txBox="1"/>
          <p:nvPr/>
        </p:nvSpPr>
        <p:spPr>
          <a:xfrm>
            <a:off x="7781306" y="738664"/>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Clase-4</a:t>
            </a:r>
            <a:endParaRPr lang="es-ES" dirty="0"/>
          </a:p>
        </p:txBody>
      </p:sp>
      <p:sp>
        <p:nvSpPr>
          <p:cNvPr id="19" name="Marcador de número de diapositiva 18">
            <a:extLst>
              <a:ext uri="{FF2B5EF4-FFF2-40B4-BE49-F238E27FC236}">
                <a16:creationId xmlns:a16="http://schemas.microsoft.com/office/drawing/2014/main" id="{7ADBF50B-F37B-A34D-6377-ABDE92748EDF}"/>
              </a:ext>
            </a:extLst>
          </p:cNvPr>
          <p:cNvSpPr>
            <a:spLocks noGrp="1"/>
          </p:cNvSpPr>
          <p:nvPr>
            <p:ph type="sldNum" sz="quarter" idx="12"/>
          </p:nvPr>
        </p:nvSpPr>
        <p:spPr/>
        <p:txBody>
          <a:bodyPr/>
          <a:lstStyle/>
          <a:p>
            <a:fld id="{CC057153-B650-4DEB-B370-79DDCFDCE934}" type="slidenum">
              <a:rPr lang="en-US" smtClean="0"/>
              <a:pPr/>
              <a:t>21</a:t>
            </a:fld>
            <a:r>
              <a:rPr lang="en-US"/>
              <a:t>/32</a:t>
            </a:r>
            <a:endParaRPr lang="en-US" dirty="0"/>
          </a:p>
        </p:txBody>
      </p:sp>
      <p:sp>
        <p:nvSpPr>
          <p:cNvPr id="23" name="CuadroTexto 22">
            <a:extLst>
              <a:ext uri="{FF2B5EF4-FFF2-40B4-BE49-F238E27FC236}">
                <a16:creationId xmlns:a16="http://schemas.microsoft.com/office/drawing/2014/main" id="{6E6656F4-55DF-C042-1B2C-1AF498C8E3CF}"/>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Clasificación de </a:t>
            </a:r>
            <a:r>
              <a:rPr lang="es-ES" sz="5400" b="1" dirty="0" err="1">
                <a:solidFill>
                  <a:srgbClr val="0070C0"/>
                </a:solidFill>
                <a:latin typeface="Amasis MT Pro Light" panose="02040304050005020304" pitchFamily="18" charset="0"/>
                <a:cs typeface="Adobe Devanagari" panose="02040503050201020203" pitchFamily="18" charset="0"/>
              </a:rPr>
              <a:t>Wolfram</a:t>
            </a:r>
            <a:endParaRPr lang="es-ES" sz="6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40117327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5147-C5CB-B185-D03C-F877B8B6E7A9}"/>
            </a:ext>
          </a:extLst>
        </p:cNvPr>
        <p:cNvGrpSpPr/>
        <p:nvPr/>
      </p:nvGrpSpPr>
      <p:grpSpPr>
        <a:xfrm>
          <a:off x="0" y="0"/>
          <a:ext cx="0" cy="0"/>
          <a:chOff x="0" y="0"/>
          <a:chExt cx="0" cy="0"/>
        </a:xfrm>
      </p:grpSpPr>
      <p:pic>
        <p:nvPicPr>
          <p:cNvPr id="11" name="Imagen 10" descr="Patrón de fondo&#10;&#10;El contenido generado por IA puede ser incorrecto.">
            <a:extLst>
              <a:ext uri="{FF2B5EF4-FFF2-40B4-BE49-F238E27FC236}">
                <a16:creationId xmlns:a16="http://schemas.microsoft.com/office/drawing/2014/main" id="{BB154CC1-69AB-217C-5C8E-D04B97071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4797" y="628650"/>
            <a:ext cx="7851866" cy="10992613"/>
          </a:xfrm>
          <a:prstGeom prst="rect">
            <a:avLst/>
          </a:prstGeom>
        </p:spPr>
      </p:pic>
      <p:sp>
        <p:nvSpPr>
          <p:cNvPr id="4" name="Rectángulo 3">
            <a:extLst>
              <a:ext uri="{FF2B5EF4-FFF2-40B4-BE49-F238E27FC236}">
                <a16:creationId xmlns:a16="http://schemas.microsoft.com/office/drawing/2014/main" id="{88038083-31AD-FC70-BF97-F353D3484ACD}"/>
              </a:ext>
            </a:extLst>
          </p:cNvPr>
          <p:cNvSpPr/>
          <p:nvPr/>
        </p:nvSpPr>
        <p:spPr>
          <a:xfrm>
            <a:off x="1116328" y="628650"/>
            <a:ext cx="6734175" cy="5109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E590ADD0-E871-4A91-8300-354EFB7ED73A}"/>
              </a:ext>
            </a:extLst>
          </p:cNvPr>
          <p:cNvSpPr txBox="1"/>
          <p:nvPr/>
        </p:nvSpPr>
        <p:spPr>
          <a:xfrm>
            <a:off x="1007041" y="770245"/>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Clase-2</a:t>
            </a:r>
            <a:endParaRPr lang="es-ES" dirty="0"/>
          </a:p>
        </p:txBody>
      </p:sp>
      <p:sp>
        <p:nvSpPr>
          <p:cNvPr id="6" name="CuadroTexto 5">
            <a:extLst>
              <a:ext uri="{FF2B5EF4-FFF2-40B4-BE49-F238E27FC236}">
                <a16:creationId xmlns:a16="http://schemas.microsoft.com/office/drawing/2014/main" id="{35907312-7766-2E58-8599-4648B20ABF69}"/>
              </a:ext>
            </a:extLst>
          </p:cNvPr>
          <p:cNvSpPr txBox="1"/>
          <p:nvPr/>
        </p:nvSpPr>
        <p:spPr>
          <a:xfrm>
            <a:off x="3732743" y="783342"/>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Clase-3</a:t>
            </a:r>
            <a:endParaRPr lang="es-ES" dirty="0"/>
          </a:p>
        </p:txBody>
      </p:sp>
      <p:sp>
        <p:nvSpPr>
          <p:cNvPr id="7" name="CuadroTexto 6">
            <a:extLst>
              <a:ext uri="{FF2B5EF4-FFF2-40B4-BE49-F238E27FC236}">
                <a16:creationId xmlns:a16="http://schemas.microsoft.com/office/drawing/2014/main" id="{323F304E-CB60-F43D-C679-F0F30666967A}"/>
              </a:ext>
            </a:extLst>
          </p:cNvPr>
          <p:cNvSpPr txBox="1"/>
          <p:nvPr/>
        </p:nvSpPr>
        <p:spPr>
          <a:xfrm>
            <a:off x="6282483" y="793348"/>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Clase-4</a:t>
            </a:r>
            <a:endParaRPr lang="es-ES" dirty="0"/>
          </a:p>
        </p:txBody>
      </p:sp>
      <p:sp>
        <p:nvSpPr>
          <p:cNvPr id="14" name="Marcador de número de diapositiva 13">
            <a:extLst>
              <a:ext uri="{FF2B5EF4-FFF2-40B4-BE49-F238E27FC236}">
                <a16:creationId xmlns:a16="http://schemas.microsoft.com/office/drawing/2014/main" id="{3C93A0A7-8DCA-6E1A-38F3-2798E8E2A93C}"/>
              </a:ext>
            </a:extLst>
          </p:cNvPr>
          <p:cNvSpPr>
            <a:spLocks noGrp="1"/>
          </p:cNvSpPr>
          <p:nvPr>
            <p:ph type="sldNum" sz="quarter" idx="12"/>
          </p:nvPr>
        </p:nvSpPr>
        <p:spPr/>
        <p:txBody>
          <a:bodyPr/>
          <a:lstStyle/>
          <a:p>
            <a:fld id="{CC057153-B650-4DEB-B370-79DDCFDCE934}" type="slidenum">
              <a:rPr lang="en-US" smtClean="0"/>
              <a:pPr/>
              <a:t>22</a:t>
            </a:fld>
            <a:r>
              <a:rPr lang="en-US"/>
              <a:t>/32</a:t>
            </a:r>
            <a:endParaRPr lang="en-US" dirty="0"/>
          </a:p>
        </p:txBody>
      </p:sp>
      <p:sp>
        <p:nvSpPr>
          <p:cNvPr id="16" name="CuadroTexto 15">
            <a:extLst>
              <a:ext uri="{FF2B5EF4-FFF2-40B4-BE49-F238E27FC236}">
                <a16:creationId xmlns:a16="http://schemas.microsoft.com/office/drawing/2014/main" id="{B709514A-CC85-503F-8317-BFFB9C424FF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Patrones de diferencia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8109826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33F7-4E0D-C8FD-4854-EF38044C52AD}"/>
            </a:ext>
          </a:extLst>
        </p:cNvPr>
        <p:cNvGrpSpPr/>
        <p:nvPr/>
      </p:nvGrpSpPr>
      <p:grpSpPr>
        <a:xfrm>
          <a:off x="0" y="0"/>
          <a:ext cx="0" cy="0"/>
          <a:chOff x="0" y="0"/>
          <a:chExt cx="0" cy="0"/>
        </a:xfrm>
      </p:grpSpPr>
      <p:pic>
        <p:nvPicPr>
          <p:cNvPr id="33" name="Imagen 32">
            <a:extLst>
              <a:ext uri="{FF2B5EF4-FFF2-40B4-BE49-F238E27FC236}">
                <a16:creationId xmlns:a16="http://schemas.microsoft.com/office/drawing/2014/main" id="{426A9471-940A-44A5-5953-3D33D00E0936}"/>
              </a:ext>
            </a:extLst>
          </p:cNvPr>
          <p:cNvPicPr>
            <a:picLocks noChangeAspect="1"/>
          </p:cNvPicPr>
          <p:nvPr/>
        </p:nvPicPr>
        <p:blipFill>
          <a:blip r:embed="rId3"/>
          <a:stretch>
            <a:fillRect/>
          </a:stretch>
        </p:blipFill>
        <p:spPr>
          <a:xfrm>
            <a:off x="4953082" y="4896509"/>
            <a:ext cx="3795086" cy="1733090"/>
          </a:xfrm>
          <a:prstGeom prst="rect">
            <a:avLst/>
          </a:prstGeom>
        </p:spPr>
      </p:pic>
      <p:pic>
        <p:nvPicPr>
          <p:cNvPr id="28" name="Imagen 27">
            <a:extLst>
              <a:ext uri="{FF2B5EF4-FFF2-40B4-BE49-F238E27FC236}">
                <a16:creationId xmlns:a16="http://schemas.microsoft.com/office/drawing/2014/main" id="{CF29ADA3-973E-38D7-E5E4-72FC54F0FDCC}"/>
              </a:ext>
            </a:extLst>
          </p:cNvPr>
          <p:cNvPicPr>
            <a:picLocks noChangeAspect="1"/>
          </p:cNvPicPr>
          <p:nvPr/>
        </p:nvPicPr>
        <p:blipFill>
          <a:blip r:embed="rId4"/>
          <a:stretch>
            <a:fillRect/>
          </a:stretch>
        </p:blipFill>
        <p:spPr>
          <a:xfrm>
            <a:off x="4901212" y="2789931"/>
            <a:ext cx="3820854" cy="1737914"/>
          </a:xfrm>
          <a:prstGeom prst="rect">
            <a:avLst/>
          </a:prstGeom>
        </p:spPr>
      </p:pic>
      <p:pic>
        <p:nvPicPr>
          <p:cNvPr id="25" name="Imagen 24">
            <a:extLst>
              <a:ext uri="{FF2B5EF4-FFF2-40B4-BE49-F238E27FC236}">
                <a16:creationId xmlns:a16="http://schemas.microsoft.com/office/drawing/2014/main" id="{72E0740A-733A-0EE3-ED9C-1C840E51F4E0}"/>
              </a:ext>
            </a:extLst>
          </p:cNvPr>
          <p:cNvPicPr>
            <a:picLocks noChangeAspect="1"/>
          </p:cNvPicPr>
          <p:nvPr/>
        </p:nvPicPr>
        <p:blipFill>
          <a:blip r:embed="rId5"/>
          <a:stretch>
            <a:fillRect/>
          </a:stretch>
        </p:blipFill>
        <p:spPr>
          <a:xfrm>
            <a:off x="4992526" y="942232"/>
            <a:ext cx="3729540" cy="1737915"/>
          </a:xfrm>
          <a:prstGeom prst="rect">
            <a:avLst/>
          </a:prstGeom>
        </p:spPr>
      </p:pic>
      <p:pic>
        <p:nvPicPr>
          <p:cNvPr id="17" name="Imagen 16">
            <a:extLst>
              <a:ext uri="{FF2B5EF4-FFF2-40B4-BE49-F238E27FC236}">
                <a16:creationId xmlns:a16="http://schemas.microsoft.com/office/drawing/2014/main" id="{98368D61-59FB-5FA1-B2EB-01C261991525}"/>
              </a:ext>
            </a:extLst>
          </p:cNvPr>
          <p:cNvPicPr>
            <a:picLocks noChangeAspect="1"/>
          </p:cNvPicPr>
          <p:nvPr/>
        </p:nvPicPr>
        <p:blipFill>
          <a:blip r:embed="rId6"/>
          <a:stretch>
            <a:fillRect/>
          </a:stretch>
        </p:blipFill>
        <p:spPr>
          <a:xfrm>
            <a:off x="595131" y="4971605"/>
            <a:ext cx="3745095" cy="1690929"/>
          </a:xfrm>
          <a:prstGeom prst="rect">
            <a:avLst/>
          </a:prstGeom>
        </p:spPr>
      </p:pic>
      <p:pic>
        <p:nvPicPr>
          <p:cNvPr id="15" name="Imagen 14">
            <a:extLst>
              <a:ext uri="{FF2B5EF4-FFF2-40B4-BE49-F238E27FC236}">
                <a16:creationId xmlns:a16="http://schemas.microsoft.com/office/drawing/2014/main" id="{FBD34EA2-622E-DDEC-FBBC-822E9EBCFA11}"/>
              </a:ext>
            </a:extLst>
          </p:cNvPr>
          <p:cNvPicPr>
            <a:picLocks noChangeAspect="1"/>
          </p:cNvPicPr>
          <p:nvPr/>
        </p:nvPicPr>
        <p:blipFill>
          <a:blip r:embed="rId7"/>
          <a:stretch>
            <a:fillRect/>
          </a:stretch>
        </p:blipFill>
        <p:spPr>
          <a:xfrm>
            <a:off x="634861" y="3266989"/>
            <a:ext cx="3729541" cy="1697584"/>
          </a:xfrm>
          <a:prstGeom prst="rect">
            <a:avLst/>
          </a:prstGeom>
        </p:spPr>
      </p:pic>
      <p:pic>
        <p:nvPicPr>
          <p:cNvPr id="13" name="Imagen 12">
            <a:extLst>
              <a:ext uri="{FF2B5EF4-FFF2-40B4-BE49-F238E27FC236}">
                <a16:creationId xmlns:a16="http://schemas.microsoft.com/office/drawing/2014/main" id="{9D28DAC7-7DB2-72D2-FCA2-5CC0E0D94B17}"/>
              </a:ext>
            </a:extLst>
          </p:cNvPr>
          <p:cNvPicPr>
            <a:picLocks noChangeAspect="1"/>
          </p:cNvPicPr>
          <p:nvPr/>
        </p:nvPicPr>
        <p:blipFill>
          <a:blip r:embed="rId8"/>
          <a:stretch>
            <a:fillRect/>
          </a:stretch>
        </p:blipFill>
        <p:spPr>
          <a:xfrm>
            <a:off x="524736" y="1127783"/>
            <a:ext cx="3893530" cy="1723366"/>
          </a:xfrm>
          <a:prstGeom prst="rect">
            <a:avLst/>
          </a:prstGeom>
        </p:spPr>
      </p:pic>
      <p:sp>
        <p:nvSpPr>
          <p:cNvPr id="9" name="CuadroTexto 8">
            <a:extLst>
              <a:ext uri="{FF2B5EF4-FFF2-40B4-BE49-F238E27FC236}">
                <a16:creationId xmlns:a16="http://schemas.microsoft.com/office/drawing/2014/main" id="{1330C399-C72A-9DF2-3380-03F623DD835F}"/>
              </a:ext>
            </a:extLst>
          </p:cNvPr>
          <p:cNvSpPr txBox="1"/>
          <p:nvPr/>
        </p:nvSpPr>
        <p:spPr>
          <a:xfrm>
            <a:off x="63948" y="942232"/>
            <a:ext cx="1149470" cy="400110"/>
          </a:xfrm>
          <a:prstGeom prst="rect">
            <a:avLst/>
          </a:prstGeom>
          <a:noFill/>
        </p:spPr>
        <p:txBody>
          <a:bodyPr wrap="square">
            <a:spAutoFit/>
          </a:bodyPr>
          <a:lstStyle/>
          <a:p>
            <a:r>
              <a:rPr lang="es-ES" sz="2000" b="1" i="1" dirty="0">
                <a:latin typeface="Amasis MT Pro" panose="02040504050005020304" pitchFamily="18" charset="0"/>
              </a:rPr>
              <a:t>Clase-1</a:t>
            </a:r>
            <a:endParaRPr lang="es-ES" sz="2000" dirty="0"/>
          </a:p>
        </p:txBody>
      </p:sp>
      <p:sp>
        <p:nvSpPr>
          <p:cNvPr id="18" name="CuadroTexto 17">
            <a:extLst>
              <a:ext uri="{FF2B5EF4-FFF2-40B4-BE49-F238E27FC236}">
                <a16:creationId xmlns:a16="http://schemas.microsoft.com/office/drawing/2014/main" id="{E0663A59-3AAB-4B48-77BA-42FBB98FB6F4}"/>
              </a:ext>
            </a:extLst>
          </p:cNvPr>
          <p:cNvSpPr txBox="1"/>
          <p:nvPr/>
        </p:nvSpPr>
        <p:spPr>
          <a:xfrm>
            <a:off x="139832" y="3233116"/>
            <a:ext cx="1046900" cy="400110"/>
          </a:xfrm>
          <a:prstGeom prst="rect">
            <a:avLst/>
          </a:prstGeom>
          <a:noFill/>
        </p:spPr>
        <p:txBody>
          <a:bodyPr wrap="square">
            <a:spAutoFit/>
          </a:bodyPr>
          <a:lstStyle/>
          <a:p>
            <a:r>
              <a:rPr lang="es-ES" sz="2000" b="1" i="1" dirty="0">
                <a:latin typeface="Amasis MT Pro" panose="02040504050005020304" pitchFamily="18" charset="0"/>
              </a:rPr>
              <a:t>Clase-2</a:t>
            </a:r>
            <a:endParaRPr lang="es-ES" sz="2000" dirty="0"/>
          </a:p>
        </p:txBody>
      </p:sp>
      <p:sp>
        <p:nvSpPr>
          <p:cNvPr id="22" name="CuadroTexto 21">
            <a:extLst>
              <a:ext uri="{FF2B5EF4-FFF2-40B4-BE49-F238E27FC236}">
                <a16:creationId xmlns:a16="http://schemas.microsoft.com/office/drawing/2014/main" id="{4958A468-CE2D-B643-6101-5573984925CF}"/>
              </a:ext>
            </a:extLst>
          </p:cNvPr>
          <p:cNvSpPr txBox="1"/>
          <p:nvPr/>
        </p:nvSpPr>
        <p:spPr>
          <a:xfrm>
            <a:off x="0" y="3884948"/>
            <a:ext cx="664499" cy="461665"/>
          </a:xfrm>
          <a:prstGeom prst="rect">
            <a:avLst/>
          </a:prstGeom>
          <a:noFill/>
        </p:spPr>
        <p:txBody>
          <a:bodyPr wrap="square">
            <a:spAutoFit/>
          </a:bodyPr>
          <a:lstStyle/>
          <a:p>
            <a:pPr algn="ctr"/>
            <a:r>
              <a:rPr lang="es-ES" sz="2400" b="1" i="1" dirty="0">
                <a:latin typeface="Amasis MT Pro" panose="02040504050005020304" pitchFamily="18" charset="0"/>
              </a:rPr>
              <a:t>LP</a:t>
            </a:r>
            <a:endParaRPr lang="es-ES" sz="2400" dirty="0"/>
          </a:p>
        </p:txBody>
      </p:sp>
      <p:sp>
        <p:nvSpPr>
          <p:cNvPr id="23" name="CuadroTexto 22">
            <a:extLst>
              <a:ext uri="{FF2B5EF4-FFF2-40B4-BE49-F238E27FC236}">
                <a16:creationId xmlns:a16="http://schemas.microsoft.com/office/drawing/2014/main" id="{77B5BCA4-3CE7-C8A1-F41A-B2B5E4374905}"/>
              </a:ext>
            </a:extLst>
          </p:cNvPr>
          <p:cNvSpPr txBox="1"/>
          <p:nvPr/>
        </p:nvSpPr>
        <p:spPr>
          <a:xfrm>
            <a:off x="-39610" y="5586236"/>
            <a:ext cx="704109" cy="461665"/>
          </a:xfrm>
          <a:prstGeom prst="rect">
            <a:avLst/>
          </a:prstGeom>
          <a:noFill/>
        </p:spPr>
        <p:txBody>
          <a:bodyPr wrap="square">
            <a:spAutoFit/>
          </a:bodyPr>
          <a:lstStyle/>
          <a:p>
            <a:pPr algn="ctr"/>
            <a:r>
              <a:rPr lang="es-ES" sz="2400" b="1" i="1" dirty="0">
                <a:latin typeface="Amasis MT Pro" panose="02040504050005020304" pitchFamily="18" charset="0"/>
              </a:rPr>
              <a:t>HP</a:t>
            </a:r>
            <a:endParaRPr lang="es-ES" sz="2400" dirty="0"/>
          </a:p>
        </p:txBody>
      </p:sp>
      <p:sp>
        <p:nvSpPr>
          <p:cNvPr id="26" name="CuadroTexto 25">
            <a:extLst>
              <a:ext uri="{FF2B5EF4-FFF2-40B4-BE49-F238E27FC236}">
                <a16:creationId xmlns:a16="http://schemas.microsoft.com/office/drawing/2014/main" id="{3EEDF7B0-B38A-20AD-2106-A4740F80A57F}"/>
              </a:ext>
            </a:extLst>
          </p:cNvPr>
          <p:cNvSpPr txBox="1"/>
          <p:nvPr/>
        </p:nvSpPr>
        <p:spPr>
          <a:xfrm>
            <a:off x="4569152" y="4873727"/>
            <a:ext cx="1087907" cy="400110"/>
          </a:xfrm>
          <a:prstGeom prst="rect">
            <a:avLst/>
          </a:prstGeom>
          <a:noFill/>
        </p:spPr>
        <p:txBody>
          <a:bodyPr wrap="square">
            <a:spAutoFit/>
          </a:bodyPr>
          <a:lstStyle/>
          <a:p>
            <a:pPr algn="r"/>
            <a:r>
              <a:rPr lang="es-ES" sz="2000" b="1" i="1" dirty="0">
                <a:latin typeface="Amasis MT Pro" panose="02040504050005020304" pitchFamily="18" charset="0"/>
              </a:rPr>
              <a:t>Clase-4</a:t>
            </a:r>
            <a:endParaRPr lang="es-ES" sz="2000" dirty="0"/>
          </a:p>
        </p:txBody>
      </p:sp>
      <p:sp>
        <p:nvSpPr>
          <p:cNvPr id="30" name="CuadroTexto 29">
            <a:extLst>
              <a:ext uri="{FF2B5EF4-FFF2-40B4-BE49-F238E27FC236}">
                <a16:creationId xmlns:a16="http://schemas.microsoft.com/office/drawing/2014/main" id="{0EA2E83F-7AE3-CD58-A188-EE3A7FA84F93}"/>
              </a:ext>
            </a:extLst>
          </p:cNvPr>
          <p:cNvSpPr txBox="1"/>
          <p:nvPr/>
        </p:nvSpPr>
        <p:spPr>
          <a:xfrm>
            <a:off x="8722066" y="1561030"/>
            <a:ext cx="362902" cy="523220"/>
          </a:xfrm>
          <a:prstGeom prst="rect">
            <a:avLst/>
          </a:prstGeom>
          <a:noFill/>
        </p:spPr>
        <p:txBody>
          <a:bodyPr wrap="square">
            <a:spAutoFit/>
          </a:bodyPr>
          <a:lstStyle/>
          <a:p>
            <a:pPr algn="ctr"/>
            <a:r>
              <a:rPr lang="es-ES" sz="2800" b="1" i="1" dirty="0">
                <a:latin typeface="Amasis MT Pro" panose="02040504050005020304" pitchFamily="18" charset="0"/>
              </a:rPr>
              <a:t>U</a:t>
            </a:r>
            <a:endParaRPr lang="es-ES" sz="2800" dirty="0"/>
          </a:p>
        </p:txBody>
      </p:sp>
      <p:sp>
        <p:nvSpPr>
          <p:cNvPr id="31" name="CuadroTexto 30">
            <a:extLst>
              <a:ext uri="{FF2B5EF4-FFF2-40B4-BE49-F238E27FC236}">
                <a16:creationId xmlns:a16="http://schemas.microsoft.com/office/drawing/2014/main" id="{7903A846-4304-8593-6588-4CFCB0FEC0DE}"/>
              </a:ext>
            </a:extLst>
          </p:cNvPr>
          <p:cNvSpPr txBox="1"/>
          <p:nvPr/>
        </p:nvSpPr>
        <p:spPr>
          <a:xfrm>
            <a:off x="8641915" y="3449517"/>
            <a:ext cx="443053" cy="523220"/>
          </a:xfrm>
          <a:prstGeom prst="rect">
            <a:avLst/>
          </a:prstGeom>
          <a:noFill/>
        </p:spPr>
        <p:txBody>
          <a:bodyPr wrap="square">
            <a:spAutoFit/>
          </a:bodyPr>
          <a:lstStyle/>
          <a:p>
            <a:pPr algn="ctr"/>
            <a:r>
              <a:rPr lang="es-ES" sz="2800" b="1" i="1" dirty="0">
                <a:latin typeface="Amasis MT Pro" panose="02040504050005020304" pitchFamily="18" charset="0"/>
              </a:rPr>
              <a:t>C</a:t>
            </a:r>
            <a:endParaRPr lang="es-ES" sz="2800" dirty="0"/>
          </a:p>
        </p:txBody>
      </p:sp>
      <p:sp>
        <p:nvSpPr>
          <p:cNvPr id="34" name="CuadroTexto 33">
            <a:extLst>
              <a:ext uri="{FF2B5EF4-FFF2-40B4-BE49-F238E27FC236}">
                <a16:creationId xmlns:a16="http://schemas.microsoft.com/office/drawing/2014/main" id="{478C9214-A3DC-A45F-C442-D51EBC4D55FC}"/>
              </a:ext>
            </a:extLst>
          </p:cNvPr>
          <p:cNvSpPr txBox="1"/>
          <p:nvPr/>
        </p:nvSpPr>
        <p:spPr>
          <a:xfrm>
            <a:off x="4575823" y="870336"/>
            <a:ext cx="1087908" cy="400110"/>
          </a:xfrm>
          <a:prstGeom prst="rect">
            <a:avLst/>
          </a:prstGeom>
          <a:noFill/>
        </p:spPr>
        <p:txBody>
          <a:bodyPr wrap="square">
            <a:spAutoFit/>
          </a:bodyPr>
          <a:lstStyle/>
          <a:p>
            <a:pPr algn="r"/>
            <a:r>
              <a:rPr lang="es-ES" sz="2000" b="1" i="1" dirty="0">
                <a:latin typeface="Amasis MT Pro" panose="02040504050005020304" pitchFamily="18" charset="0"/>
              </a:rPr>
              <a:t>Clase-3</a:t>
            </a:r>
            <a:endParaRPr lang="es-ES" sz="2000" dirty="0"/>
          </a:p>
        </p:txBody>
      </p:sp>
      <p:sp>
        <p:nvSpPr>
          <p:cNvPr id="14" name="Marcador de número de diapositiva 13">
            <a:extLst>
              <a:ext uri="{FF2B5EF4-FFF2-40B4-BE49-F238E27FC236}">
                <a16:creationId xmlns:a16="http://schemas.microsoft.com/office/drawing/2014/main" id="{2332E46F-4AFF-B03E-4040-766F4A4C634E}"/>
              </a:ext>
            </a:extLst>
          </p:cNvPr>
          <p:cNvSpPr>
            <a:spLocks noGrp="1"/>
          </p:cNvSpPr>
          <p:nvPr>
            <p:ph type="sldNum" sz="quarter" idx="12"/>
          </p:nvPr>
        </p:nvSpPr>
        <p:spPr>
          <a:xfrm>
            <a:off x="7809130" y="6561644"/>
            <a:ext cx="1312474" cy="365125"/>
          </a:xfrm>
        </p:spPr>
        <p:txBody>
          <a:bodyPr/>
          <a:lstStyle/>
          <a:p>
            <a:fld id="{CC057153-B650-4DEB-B370-79DDCFDCE934}" type="slidenum">
              <a:rPr lang="en-US" smtClean="0"/>
              <a:pPr/>
              <a:t>23</a:t>
            </a:fld>
            <a:r>
              <a:rPr lang="en-US" dirty="0"/>
              <a:t>/32</a:t>
            </a:r>
          </a:p>
        </p:txBody>
      </p:sp>
      <p:sp>
        <p:nvSpPr>
          <p:cNvPr id="16" name="CuadroTexto 15">
            <a:extLst>
              <a:ext uri="{FF2B5EF4-FFF2-40B4-BE49-F238E27FC236}">
                <a16:creationId xmlns:a16="http://schemas.microsoft.com/office/drawing/2014/main" id="{29698FC9-FCF3-B2D1-6BD7-C0D2C3B6E4B4}"/>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5" name="Rectángulo 4">
            <a:extLst>
              <a:ext uri="{FF2B5EF4-FFF2-40B4-BE49-F238E27FC236}">
                <a16:creationId xmlns:a16="http://schemas.microsoft.com/office/drawing/2014/main" id="{F6E5AB84-CC0C-5EA9-2F3B-E94119B1A9F9}"/>
              </a:ext>
            </a:extLst>
          </p:cNvPr>
          <p:cNvSpPr/>
          <p:nvPr/>
        </p:nvSpPr>
        <p:spPr>
          <a:xfrm>
            <a:off x="26219" y="897033"/>
            <a:ext cx="4545782" cy="211296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29889696-AA27-54B3-ACBA-39862713E429}"/>
              </a:ext>
            </a:extLst>
          </p:cNvPr>
          <p:cNvSpPr/>
          <p:nvPr/>
        </p:nvSpPr>
        <p:spPr>
          <a:xfrm>
            <a:off x="22395" y="3010002"/>
            <a:ext cx="4549605"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031EA789-CE49-DA6B-852C-2CF4F9A92DF0}"/>
              </a:ext>
            </a:extLst>
          </p:cNvPr>
          <p:cNvSpPr/>
          <p:nvPr/>
        </p:nvSpPr>
        <p:spPr>
          <a:xfrm>
            <a:off x="4574848" y="901559"/>
            <a:ext cx="4542934"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B906408A-34A2-38B2-CAFB-7B5A916C84A0}"/>
              </a:ext>
            </a:extLst>
          </p:cNvPr>
          <p:cNvSpPr/>
          <p:nvPr/>
        </p:nvSpPr>
        <p:spPr>
          <a:xfrm>
            <a:off x="4572000" y="4742107"/>
            <a:ext cx="4549604" cy="2115893"/>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6B2E0F96-B94B-76CD-7F71-CFC1E48B8572}"/>
              </a:ext>
            </a:extLst>
          </p:cNvPr>
          <p:cNvSpPr/>
          <p:nvPr/>
        </p:nvSpPr>
        <p:spPr>
          <a:xfrm>
            <a:off x="5251450" y="2851150"/>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11D69AE1-57DD-F1E0-269C-F59B91DAD0E7}"/>
              </a:ext>
            </a:extLst>
          </p:cNvPr>
          <p:cNvSpPr/>
          <p:nvPr/>
        </p:nvSpPr>
        <p:spPr>
          <a:xfrm>
            <a:off x="933450" y="6448448"/>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13911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8" grpId="0"/>
      <p:bldP spid="22" grpId="0"/>
      <p:bldP spid="23" grpId="0"/>
      <p:bldP spid="26" grpId="0"/>
      <p:bldP spid="30" grpId="0"/>
      <p:bldP spid="31" grpId="0"/>
      <p:bldP spid="34" grpId="0"/>
      <p:bldP spid="5" grpId="0" animBg="1"/>
      <p:bldP spid="6" grpId="0" animBg="1"/>
      <p:bldP spid="7" grpId="0" animBg="1"/>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10;&#10;El contenido generado por IA puede ser incorrecto.">
            <a:extLst>
              <a:ext uri="{FF2B5EF4-FFF2-40B4-BE49-F238E27FC236}">
                <a16:creationId xmlns:a16="http://schemas.microsoft.com/office/drawing/2014/main" id="{60E6E311-AE0A-9100-DC5F-1E6D445BD8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59330"/>
            <a:ext cx="4572000" cy="3246120"/>
          </a:xfrm>
          <a:prstGeom prst="rect">
            <a:avLst/>
          </a:prstGeom>
        </p:spPr>
      </p:pic>
      <p:pic>
        <p:nvPicPr>
          <p:cNvPr id="7" name="Imagen 6" descr="Imagen que contiene Forma&#10;&#10;El contenido generado por IA puede ser incorrecto.">
            <a:extLst>
              <a:ext uri="{FF2B5EF4-FFF2-40B4-BE49-F238E27FC236}">
                <a16:creationId xmlns:a16="http://schemas.microsoft.com/office/drawing/2014/main" id="{AD278590-FCD4-C1EA-9B41-085A84AA12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0" y="2259330"/>
            <a:ext cx="4572000" cy="3246120"/>
          </a:xfrm>
          <a:prstGeom prst="rect">
            <a:avLst/>
          </a:prstGeom>
        </p:spPr>
      </p:pic>
      <p:sp>
        <p:nvSpPr>
          <p:cNvPr id="8" name="CuadroTexto 7">
            <a:extLst>
              <a:ext uri="{FF2B5EF4-FFF2-40B4-BE49-F238E27FC236}">
                <a16:creationId xmlns:a16="http://schemas.microsoft.com/office/drawing/2014/main" id="{53F2E64F-7257-484C-AFB4-E1A8D6BF4514}"/>
              </a:ext>
            </a:extLst>
          </p:cNvPr>
          <p:cNvSpPr txBox="1"/>
          <p:nvPr/>
        </p:nvSpPr>
        <p:spPr>
          <a:xfrm>
            <a:off x="1219753" y="1457273"/>
            <a:ext cx="2132494" cy="584775"/>
          </a:xfrm>
          <a:prstGeom prst="rect">
            <a:avLst/>
          </a:prstGeom>
          <a:noFill/>
        </p:spPr>
        <p:txBody>
          <a:bodyPr wrap="square" rtlCol="0">
            <a:spAutoFit/>
          </a:bodyPr>
          <a:lstStyle/>
          <a:p>
            <a:pPr algn="ctr"/>
            <a:r>
              <a:rPr lang="es-ES" sz="3200" b="1" i="1" dirty="0">
                <a:latin typeface="Amasis MT Pro" panose="02040504050005020304" pitchFamily="18" charset="0"/>
              </a:rPr>
              <a:t>Regla-105</a:t>
            </a:r>
          </a:p>
        </p:txBody>
      </p:sp>
      <p:sp>
        <p:nvSpPr>
          <p:cNvPr id="9" name="CuadroTexto 8">
            <a:extLst>
              <a:ext uri="{FF2B5EF4-FFF2-40B4-BE49-F238E27FC236}">
                <a16:creationId xmlns:a16="http://schemas.microsoft.com/office/drawing/2014/main" id="{32A5BA75-B9D7-52FC-2766-C5177333BDE2}"/>
              </a:ext>
            </a:extLst>
          </p:cNvPr>
          <p:cNvSpPr txBox="1"/>
          <p:nvPr/>
        </p:nvSpPr>
        <p:spPr>
          <a:xfrm>
            <a:off x="3087520" y="1426494"/>
            <a:ext cx="7540960" cy="646331"/>
          </a:xfrm>
          <a:prstGeom prst="rect">
            <a:avLst/>
          </a:prstGeom>
          <a:noFill/>
        </p:spPr>
        <p:txBody>
          <a:bodyPr wrap="square" rtlCol="0">
            <a:spAutoFit/>
          </a:bodyPr>
          <a:lstStyle/>
          <a:p>
            <a:pPr algn="ctr"/>
            <a:r>
              <a:rPr lang="es-ES" sz="3600" b="1" i="1" dirty="0">
                <a:latin typeface="Amasis MT Pro" panose="02040504050005020304" pitchFamily="18" charset="0"/>
              </a:rPr>
              <a:t>Patrón de diferencia</a:t>
            </a:r>
          </a:p>
        </p:txBody>
      </p:sp>
      <p:sp>
        <p:nvSpPr>
          <p:cNvPr id="12" name="Marcador de número de diapositiva 11">
            <a:extLst>
              <a:ext uri="{FF2B5EF4-FFF2-40B4-BE49-F238E27FC236}">
                <a16:creationId xmlns:a16="http://schemas.microsoft.com/office/drawing/2014/main" id="{E6686157-FFCA-5EF1-A361-E40470F4CC4D}"/>
              </a:ext>
            </a:extLst>
          </p:cNvPr>
          <p:cNvSpPr>
            <a:spLocks noGrp="1"/>
          </p:cNvSpPr>
          <p:nvPr>
            <p:ph type="sldNum" sz="quarter" idx="12"/>
          </p:nvPr>
        </p:nvSpPr>
        <p:spPr/>
        <p:txBody>
          <a:bodyPr/>
          <a:lstStyle/>
          <a:p>
            <a:fld id="{CC057153-B650-4DEB-B370-79DDCFDCE934}" type="slidenum">
              <a:rPr lang="en-US" smtClean="0"/>
              <a:pPr/>
              <a:t>24</a:t>
            </a:fld>
            <a:r>
              <a:rPr lang="en-US"/>
              <a:t>/32</a:t>
            </a:r>
            <a:endParaRPr lang="en-US" dirty="0"/>
          </a:p>
        </p:txBody>
      </p:sp>
      <p:sp>
        <p:nvSpPr>
          <p:cNvPr id="3" name="CuadroTexto 2">
            <a:extLst>
              <a:ext uri="{FF2B5EF4-FFF2-40B4-BE49-F238E27FC236}">
                <a16:creationId xmlns:a16="http://schemas.microsoft.com/office/drawing/2014/main" id="{01CAEFF2-701C-E628-F2E1-725B6831E5CE}"/>
              </a:ext>
            </a:extLst>
          </p:cNvPr>
          <p:cNvSpPr txBox="1"/>
          <p:nvPr/>
        </p:nvSpPr>
        <p:spPr>
          <a:xfrm>
            <a:off x="-5694" y="0"/>
            <a:ext cx="9149693" cy="1107996"/>
          </a:xfrm>
          <a:prstGeom prst="rect">
            <a:avLst/>
          </a:prstGeom>
          <a:noFill/>
        </p:spPr>
        <p:txBody>
          <a:bodyPr wrap="square" rtlCol="0">
            <a:spAutoFit/>
          </a:bodyPr>
          <a:lstStyle/>
          <a:p>
            <a:pPr algn="ctr"/>
            <a:r>
              <a:rPr lang="es-ES" sz="6600" b="1" dirty="0" err="1">
                <a:solidFill>
                  <a:srgbClr val="0070C0"/>
                </a:solidFill>
                <a:latin typeface="Amasis MT Pro Light" panose="02040304050005020304" pitchFamily="18" charset="0"/>
                <a:cs typeface="Adobe Devanagari" panose="02040503050201020203" pitchFamily="18" charset="0"/>
              </a:rPr>
              <a:t>Fractalidad</a:t>
            </a:r>
            <a:r>
              <a:rPr lang="es-ES" sz="6600" b="1" dirty="0">
                <a:solidFill>
                  <a:srgbClr val="0070C0"/>
                </a:solidFill>
                <a:latin typeface="Amasis MT Pro Light" panose="02040304050005020304" pitchFamily="18" charset="0"/>
                <a:cs typeface="Adobe Devanagari" panose="02040503050201020203" pitchFamily="18" charset="0"/>
              </a:rPr>
              <a:t> en subclase U</a:t>
            </a:r>
            <a:endParaRPr lang="es-ES" sz="80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3787438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Gráfico, Calendario, Gráfico de dispersión&#10;&#10;El contenido generado por IA puede ser incorrecto.">
            <a:extLst>
              <a:ext uri="{FF2B5EF4-FFF2-40B4-BE49-F238E27FC236}">
                <a16:creationId xmlns:a16="http://schemas.microsoft.com/office/drawing/2014/main" id="{368F81E6-D4DB-A954-B98E-0B5EC8BE0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94" y="642732"/>
            <a:ext cx="9263094" cy="6175395"/>
          </a:xfrm>
          <a:prstGeom prst="rect">
            <a:avLst/>
          </a:prstGeom>
        </p:spPr>
      </p:pic>
      <p:sp>
        <p:nvSpPr>
          <p:cNvPr id="10" name="Marcador de número de diapositiva 9">
            <a:extLst>
              <a:ext uri="{FF2B5EF4-FFF2-40B4-BE49-F238E27FC236}">
                <a16:creationId xmlns:a16="http://schemas.microsoft.com/office/drawing/2014/main" id="{AA548B49-1D8F-D377-D7DB-16D04BD95DF3}"/>
              </a:ext>
            </a:extLst>
          </p:cNvPr>
          <p:cNvSpPr>
            <a:spLocks noGrp="1"/>
          </p:cNvSpPr>
          <p:nvPr>
            <p:ph type="sldNum" sz="quarter" idx="12"/>
          </p:nvPr>
        </p:nvSpPr>
        <p:spPr/>
        <p:txBody>
          <a:bodyPr/>
          <a:lstStyle/>
          <a:p>
            <a:fld id="{CC057153-B650-4DEB-B370-79DDCFDCE934}" type="slidenum">
              <a:rPr lang="en-US" smtClean="0"/>
              <a:pPr/>
              <a:t>25</a:t>
            </a:fld>
            <a:r>
              <a:rPr lang="en-US"/>
              <a:t>/32</a:t>
            </a:r>
            <a:endParaRPr lang="en-US" dirty="0"/>
          </a:p>
        </p:txBody>
      </p:sp>
      <p:sp>
        <p:nvSpPr>
          <p:cNvPr id="12" name="CuadroTexto 11">
            <a:extLst>
              <a:ext uri="{FF2B5EF4-FFF2-40B4-BE49-F238E27FC236}">
                <a16:creationId xmlns:a16="http://schemas.microsoft.com/office/drawing/2014/main" id="{82053333-3092-EE06-F722-7F410810B987}"/>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4" name="CuadroTexto 3">
            <a:extLst>
              <a:ext uri="{FF2B5EF4-FFF2-40B4-BE49-F238E27FC236}">
                <a16:creationId xmlns:a16="http://schemas.microsoft.com/office/drawing/2014/main" id="{FF630CAD-AA02-E503-3EFB-FA79FCEE329D}"/>
              </a:ext>
            </a:extLst>
          </p:cNvPr>
          <p:cNvSpPr txBox="1"/>
          <p:nvPr/>
        </p:nvSpPr>
        <p:spPr>
          <a:xfrm>
            <a:off x="3525848" y="1505086"/>
            <a:ext cx="768829" cy="523220"/>
          </a:xfrm>
          <a:prstGeom prst="rect">
            <a:avLst/>
          </a:prstGeom>
          <a:noFill/>
        </p:spPr>
        <p:txBody>
          <a:bodyPr wrap="square" rtlCol="0">
            <a:spAutoFit/>
          </a:bodyPr>
          <a:lstStyle/>
          <a:p>
            <a:pPr algn="ctr"/>
            <a:r>
              <a:rPr lang="es-ES" sz="2800" b="1" i="1" dirty="0">
                <a:latin typeface="Amasis MT Pro" panose="02040504050005020304" pitchFamily="18" charset="0"/>
              </a:rPr>
              <a:t>106</a:t>
            </a:r>
          </a:p>
        </p:txBody>
      </p:sp>
      <p:sp>
        <p:nvSpPr>
          <p:cNvPr id="5" name="CuadroTexto 4">
            <a:extLst>
              <a:ext uri="{FF2B5EF4-FFF2-40B4-BE49-F238E27FC236}">
                <a16:creationId xmlns:a16="http://schemas.microsoft.com/office/drawing/2014/main" id="{DD9D092D-8EA1-16EE-3B45-5D3066A9EEE8}"/>
              </a:ext>
            </a:extLst>
          </p:cNvPr>
          <p:cNvSpPr txBox="1"/>
          <p:nvPr/>
        </p:nvSpPr>
        <p:spPr>
          <a:xfrm>
            <a:off x="3290538" y="707886"/>
            <a:ext cx="619725" cy="523220"/>
          </a:xfrm>
          <a:prstGeom prst="rect">
            <a:avLst/>
          </a:prstGeom>
          <a:noFill/>
        </p:spPr>
        <p:txBody>
          <a:bodyPr wrap="square" rtlCol="0">
            <a:spAutoFit/>
          </a:bodyPr>
          <a:lstStyle/>
          <a:p>
            <a:pPr algn="ctr"/>
            <a:r>
              <a:rPr lang="es-ES" sz="2800" b="1" i="1" dirty="0">
                <a:latin typeface="Amasis MT Pro" panose="02040504050005020304" pitchFamily="18" charset="0"/>
              </a:rPr>
              <a:t>73</a:t>
            </a:r>
          </a:p>
        </p:txBody>
      </p:sp>
    </p:spTree>
    <p:extLst>
      <p:ext uri="{BB962C8B-B14F-4D97-AF65-F5344CB8AC3E}">
        <p14:creationId xmlns:p14="http://schemas.microsoft.com/office/powerpoint/2010/main" val="39034384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5BA463A2-B5A3-B305-1E2A-9B38ECEA623E}"/>
              </a:ext>
            </a:extLst>
          </p:cNvPr>
          <p:cNvSpPr txBox="1"/>
          <p:nvPr/>
        </p:nvSpPr>
        <p:spPr>
          <a:xfrm>
            <a:off x="1360760" y="506465"/>
            <a:ext cx="1858689" cy="523220"/>
          </a:xfrm>
          <a:prstGeom prst="rect">
            <a:avLst/>
          </a:prstGeom>
          <a:noFill/>
        </p:spPr>
        <p:txBody>
          <a:bodyPr wrap="square" rtlCol="0">
            <a:spAutoFit/>
          </a:bodyPr>
          <a:lstStyle/>
          <a:p>
            <a:pPr algn="ctr"/>
            <a:r>
              <a:rPr lang="es-ES" sz="2800" b="1" i="1" dirty="0">
                <a:latin typeface="Amasis MT Pro" panose="02040504050005020304" pitchFamily="18" charset="0"/>
              </a:rPr>
              <a:t>Regla-106</a:t>
            </a:r>
          </a:p>
        </p:txBody>
      </p:sp>
      <p:pic>
        <p:nvPicPr>
          <p:cNvPr id="13" name="Imagen 12" descr="Imagen que contiene computadora&#10;&#10;El contenido generado por IA puede ser incorrecto.">
            <a:extLst>
              <a:ext uri="{FF2B5EF4-FFF2-40B4-BE49-F238E27FC236}">
                <a16:creationId xmlns:a16="http://schemas.microsoft.com/office/drawing/2014/main" id="{F5664793-4757-F56B-637B-1C97D106BB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8607" y="986660"/>
            <a:ext cx="3443473" cy="5199643"/>
          </a:xfrm>
          <a:prstGeom prst="rect">
            <a:avLst/>
          </a:prstGeom>
        </p:spPr>
      </p:pic>
      <p:pic>
        <p:nvPicPr>
          <p:cNvPr id="17" name="Imagen 16" descr="Patrón de fondo&#10;&#10;El contenido generado por IA puede ser incorrecto.">
            <a:extLst>
              <a:ext uri="{FF2B5EF4-FFF2-40B4-BE49-F238E27FC236}">
                <a16:creationId xmlns:a16="http://schemas.microsoft.com/office/drawing/2014/main" id="{052A81A8-71EE-775A-37AE-189D9C227C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363" y="986661"/>
            <a:ext cx="3443473" cy="5199642"/>
          </a:xfrm>
          <a:prstGeom prst="rect">
            <a:avLst/>
          </a:prstGeom>
        </p:spPr>
      </p:pic>
      <p:sp>
        <p:nvSpPr>
          <p:cNvPr id="18" name="CuadroTexto 17">
            <a:extLst>
              <a:ext uri="{FF2B5EF4-FFF2-40B4-BE49-F238E27FC236}">
                <a16:creationId xmlns:a16="http://schemas.microsoft.com/office/drawing/2014/main" id="{2E3D20EB-07CC-2B79-5482-37D0AD1B8C35}"/>
              </a:ext>
            </a:extLst>
          </p:cNvPr>
          <p:cNvSpPr txBox="1"/>
          <p:nvPr/>
        </p:nvSpPr>
        <p:spPr>
          <a:xfrm>
            <a:off x="5866269" y="501855"/>
            <a:ext cx="1968148" cy="523220"/>
          </a:xfrm>
          <a:prstGeom prst="rect">
            <a:avLst/>
          </a:prstGeom>
          <a:noFill/>
        </p:spPr>
        <p:txBody>
          <a:bodyPr wrap="square" rtlCol="0">
            <a:spAutoFit/>
          </a:bodyPr>
          <a:lstStyle/>
          <a:p>
            <a:pPr algn="ctr"/>
            <a:r>
              <a:rPr lang="es-ES" sz="2800" b="1" i="1" dirty="0">
                <a:latin typeface="Amasis MT Pro" panose="02040504050005020304" pitchFamily="18" charset="0"/>
              </a:rPr>
              <a:t>Regla-73</a:t>
            </a:r>
          </a:p>
        </p:txBody>
      </p:sp>
      <p:sp>
        <p:nvSpPr>
          <p:cNvPr id="9" name="Marcador de número de diapositiva 8">
            <a:extLst>
              <a:ext uri="{FF2B5EF4-FFF2-40B4-BE49-F238E27FC236}">
                <a16:creationId xmlns:a16="http://schemas.microsoft.com/office/drawing/2014/main" id="{2E156921-0727-44C8-7E32-7EC29B2A9605}"/>
              </a:ext>
            </a:extLst>
          </p:cNvPr>
          <p:cNvSpPr>
            <a:spLocks noGrp="1"/>
          </p:cNvSpPr>
          <p:nvPr>
            <p:ph type="sldNum" sz="quarter" idx="12"/>
          </p:nvPr>
        </p:nvSpPr>
        <p:spPr/>
        <p:txBody>
          <a:bodyPr/>
          <a:lstStyle/>
          <a:p>
            <a:fld id="{CC057153-B650-4DEB-B370-79DDCFDCE934}" type="slidenum">
              <a:rPr lang="en-US" smtClean="0"/>
              <a:pPr/>
              <a:t>26</a:t>
            </a:fld>
            <a:r>
              <a:rPr lang="en-US"/>
              <a:t>/32</a:t>
            </a:r>
            <a:endParaRPr lang="en-US" dirty="0"/>
          </a:p>
        </p:txBody>
      </p:sp>
      <p:sp>
        <p:nvSpPr>
          <p:cNvPr id="2" name="CuadroTexto 1">
            <a:extLst>
              <a:ext uri="{FF2B5EF4-FFF2-40B4-BE49-F238E27FC236}">
                <a16:creationId xmlns:a16="http://schemas.microsoft.com/office/drawing/2014/main" id="{69534154-5A9A-E9DD-C5FE-8D211F27200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Reglas mal tabuladas en </a:t>
            </a:r>
            <a:r>
              <a:rPr lang="es-ES" sz="4000" b="1" dirty="0" err="1">
                <a:solidFill>
                  <a:srgbClr val="0070C0"/>
                </a:solidFill>
                <a:latin typeface="Amasis MT Pro Light" panose="02040304050005020304" pitchFamily="18" charset="0"/>
                <a:cs typeface="Adobe Devanagari" panose="02040503050201020203" pitchFamily="18" charset="0"/>
              </a:rPr>
              <a:t>WolframAlpha</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22536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75257-7539-6DAC-18BA-A7CB087A8488}"/>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5ED3B3E9-AAF5-6AAD-97A1-018353721918}"/>
              </a:ext>
            </a:extLst>
          </p:cNvPr>
          <p:cNvSpPr txBox="1"/>
          <p:nvPr/>
        </p:nvSpPr>
        <p:spPr>
          <a:xfrm>
            <a:off x="14875" y="1618357"/>
            <a:ext cx="9136561" cy="2308324"/>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Forcing the escape: Partial control of escaping orbits from a transient chaotic region</a:t>
            </a:r>
          </a:p>
        </p:txBody>
      </p:sp>
      <p:sp>
        <p:nvSpPr>
          <p:cNvPr id="12" name="Marcador de número de diapositiva 11">
            <a:extLst>
              <a:ext uri="{FF2B5EF4-FFF2-40B4-BE49-F238E27FC236}">
                <a16:creationId xmlns:a16="http://schemas.microsoft.com/office/drawing/2014/main" id="{3D69D9DD-14EE-1513-AEAD-1B91AA6197ED}"/>
              </a:ext>
            </a:extLst>
          </p:cNvPr>
          <p:cNvSpPr>
            <a:spLocks noGrp="1"/>
          </p:cNvSpPr>
          <p:nvPr>
            <p:ph type="sldNum" sz="quarter" idx="12"/>
          </p:nvPr>
        </p:nvSpPr>
        <p:spPr/>
        <p:txBody>
          <a:bodyPr/>
          <a:lstStyle/>
          <a:p>
            <a:fld id="{CC057153-B650-4DEB-B370-79DDCFDCE934}" type="slidenum">
              <a:rPr lang="en-US" smtClean="0"/>
              <a:pPr/>
              <a:t>27</a:t>
            </a:fld>
            <a:r>
              <a:rPr lang="en-US"/>
              <a:t>/32</a:t>
            </a:r>
            <a:endParaRPr lang="en-US" dirty="0"/>
          </a:p>
        </p:txBody>
      </p:sp>
      <p:sp>
        <p:nvSpPr>
          <p:cNvPr id="7" name="Rectángulo: esquinas redondeadas 6">
            <a:extLst>
              <a:ext uri="{FF2B5EF4-FFF2-40B4-BE49-F238E27FC236}">
                <a16:creationId xmlns:a16="http://schemas.microsoft.com/office/drawing/2014/main" id="{FF17A616-2F5F-B3E6-31CF-B76B235E47FD}"/>
              </a:ext>
            </a:extLst>
          </p:cNvPr>
          <p:cNvSpPr/>
          <p:nvPr/>
        </p:nvSpPr>
        <p:spPr>
          <a:xfrm>
            <a:off x="64641" y="4829175"/>
            <a:ext cx="8981387" cy="1438276"/>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8" name="CuadroTexto 7">
            <a:extLst>
              <a:ext uri="{FF2B5EF4-FFF2-40B4-BE49-F238E27FC236}">
                <a16:creationId xmlns:a16="http://schemas.microsoft.com/office/drawing/2014/main" id="{73916978-A8E9-4A86-C3DF-F1B9065480D1}"/>
              </a:ext>
            </a:extLst>
          </p:cNvPr>
          <p:cNvSpPr txBox="1"/>
          <p:nvPr/>
        </p:nvSpPr>
        <p:spPr>
          <a:xfrm>
            <a:off x="75800" y="4948148"/>
            <a:ext cx="9014709"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and M. A. F. Sanjuán, Nonlinear Dyn. </a:t>
            </a:r>
            <a:r>
              <a:rPr lang="en-US" sz="3600" b="1" dirty="0">
                <a:latin typeface="Amasis MT Pro" panose="02040504050005020304" pitchFamily="18" charset="0"/>
              </a:rPr>
              <a:t>104</a:t>
            </a:r>
            <a:r>
              <a:rPr lang="en-US" sz="3600" dirty="0">
                <a:latin typeface="Amasis MT Pro" panose="02040504050005020304" pitchFamily="18" charset="0"/>
              </a:rPr>
              <a:t>, 1603–1612 (2021)</a:t>
            </a:r>
            <a:endParaRPr lang="es-ES" sz="3600" dirty="0">
              <a:latin typeface="Amasis MT Pro" panose="02040504050005020304" pitchFamily="18" charset="0"/>
            </a:endParaRPr>
          </a:p>
        </p:txBody>
      </p:sp>
    </p:spTree>
    <p:extLst>
      <p:ext uri="{BB962C8B-B14F-4D97-AF65-F5344CB8AC3E}">
        <p14:creationId xmlns:p14="http://schemas.microsoft.com/office/powerpoint/2010/main" val="26500899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1F3ECAD-AB4E-CF84-35ED-CB2D3E6BDAF9}"/>
              </a:ext>
            </a:extLst>
          </p:cNvPr>
          <p:cNvSpPr>
            <a:spLocks noGrp="1"/>
          </p:cNvSpPr>
          <p:nvPr>
            <p:ph type="sldNum" sz="quarter" idx="12"/>
          </p:nvPr>
        </p:nvSpPr>
        <p:spPr/>
        <p:txBody>
          <a:bodyPr/>
          <a:lstStyle/>
          <a:p>
            <a:fld id="{CC057153-B650-4DEB-B370-79DDCFDCE934}" type="slidenum">
              <a:rPr lang="en-US" smtClean="0"/>
              <a:pPr/>
              <a:t>28</a:t>
            </a:fld>
            <a:r>
              <a:rPr lang="en-US"/>
              <a:t>/32</a:t>
            </a:r>
            <a:endParaRPr lang="en-US" dirty="0"/>
          </a:p>
        </p:txBody>
      </p:sp>
      <p:pic>
        <p:nvPicPr>
          <p:cNvPr id="6" name="Imagen 5">
            <a:extLst>
              <a:ext uri="{FF2B5EF4-FFF2-40B4-BE49-F238E27FC236}">
                <a16:creationId xmlns:a16="http://schemas.microsoft.com/office/drawing/2014/main" id="{0AEE3525-4266-CEB5-B103-276D61878E35}"/>
              </a:ext>
            </a:extLst>
          </p:cNvPr>
          <p:cNvPicPr>
            <a:picLocks noChangeAspect="1"/>
          </p:cNvPicPr>
          <p:nvPr/>
        </p:nvPicPr>
        <p:blipFill>
          <a:blip r:embed="rId2"/>
          <a:stretch>
            <a:fillRect/>
          </a:stretch>
        </p:blipFill>
        <p:spPr>
          <a:xfrm>
            <a:off x="1476375" y="2054009"/>
            <a:ext cx="6191250" cy="692788"/>
          </a:xfrm>
          <a:prstGeom prst="rect">
            <a:avLst/>
          </a:prstGeom>
        </p:spPr>
      </p:pic>
      <p:pic>
        <p:nvPicPr>
          <p:cNvPr id="8" name="Imagen 7">
            <a:extLst>
              <a:ext uri="{FF2B5EF4-FFF2-40B4-BE49-F238E27FC236}">
                <a16:creationId xmlns:a16="http://schemas.microsoft.com/office/drawing/2014/main" id="{34E09101-DC61-64FC-78D9-36046F4BD761}"/>
              </a:ext>
            </a:extLst>
          </p:cNvPr>
          <p:cNvPicPr>
            <a:picLocks noChangeAspect="1"/>
          </p:cNvPicPr>
          <p:nvPr/>
        </p:nvPicPr>
        <p:blipFill>
          <a:blip r:embed="rId3"/>
          <a:stretch>
            <a:fillRect/>
          </a:stretch>
        </p:blipFill>
        <p:spPr>
          <a:xfrm>
            <a:off x="3282949" y="3175000"/>
            <a:ext cx="2402789" cy="1596663"/>
          </a:xfrm>
          <a:prstGeom prst="rect">
            <a:avLst/>
          </a:prstGeom>
        </p:spPr>
      </p:pic>
      <p:pic>
        <p:nvPicPr>
          <p:cNvPr id="10" name="Imagen 9">
            <a:extLst>
              <a:ext uri="{FF2B5EF4-FFF2-40B4-BE49-F238E27FC236}">
                <a16:creationId xmlns:a16="http://schemas.microsoft.com/office/drawing/2014/main" id="{2A1BC744-C326-E08F-E2E5-7F859FA0D5CE}"/>
              </a:ext>
            </a:extLst>
          </p:cNvPr>
          <p:cNvPicPr>
            <a:picLocks noChangeAspect="1"/>
          </p:cNvPicPr>
          <p:nvPr/>
        </p:nvPicPr>
        <p:blipFill>
          <a:blip r:embed="rId4"/>
          <a:stretch>
            <a:fillRect/>
          </a:stretch>
        </p:blipFill>
        <p:spPr>
          <a:xfrm>
            <a:off x="5854362" y="4184650"/>
            <a:ext cx="1125293" cy="587013"/>
          </a:xfrm>
          <a:prstGeom prst="rect">
            <a:avLst/>
          </a:prstGeom>
        </p:spPr>
      </p:pic>
      <p:sp>
        <p:nvSpPr>
          <p:cNvPr id="11" name="Rectángulo: esquinas redondeadas 10">
            <a:extLst>
              <a:ext uri="{FF2B5EF4-FFF2-40B4-BE49-F238E27FC236}">
                <a16:creationId xmlns:a16="http://schemas.microsoft.com/office/drawing/2014/main" id="{05A171D6-B763-B9E2-9CB1-FAF18B7F6154}"/>
              </a:ext>
            </a:extLst>
          </p:cNvPr>
          <p:cNvSpPr/>
          <p:nvPr/>
        </p:nvSpPr>
        <p:spPr>
          <a:xfrm>
            <a:off x="5017564" y="4091275"/>
            <a:ext cx="2119835" cy="7737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FDE67BB6-7B1A-323F-8D4E-8A19E7760C8F}"/>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Control parcial</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CuadroTexto 12">
            <a:extLst>
              <a:ext uri="{FF2B5EF4-FFF2-40B4-BE49-F238E27FC236}">
                <a16:creationId xmlns:a16="http://schemas.microsoft.com/office/drawing/2014/main" id="{EAA1FA85-A17D-EE18-9286-C68AB2949E32}"/>
              </a:ext>
            </a:extLst>
          </p:cNvPr>
          <p:cNvSpPr txBox="1"/>
          <p:nvPr/>
        </p:nvSpPr>
        <p:spPr>
          <a:xfrm>
            <a:off x="6417009"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Control</a:t>
            </a:r>
          </a:p>
        </p:txBody>
      </p:sp>
      <p:sp>
        <p:nvSpPr>
          <p:cNvPr id="14" name="CuadroTexto 13">
            <a:extLst>
              <a:ext uri="{FF2B5EF4-FFF2-40B4-BE49-F238E27FC236}">
                <a16:creationId xmlns:a16="http://schemas.microsoft.com/office/drawing/2014/main" id="{9AD9F9A2-23F5-878A-9DA4-A8A33355CC9C}"/>
              </a:ext>
            </a:extLst>
          </p:cNvPr>
          <p:cNvSpPr txBox="1"/>
          <p:nvPr/>
        </p:nvSpPr>
        <p:spPr>
          <a:xfrm>
            <a:off x="4993938"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Ruido</a:t>
            </a:r>
          </a:p>
        </p:txBody>
      </p:sp>
      <p:sp>
        <p:nvSpPr>
          <p:cNvPr id="15" name="Rectángulo: esquinas redondeadas 14">
            <a:extLst>
              <a:ext uri="{FF2B5EF4-FFF2-40B4-BE49-F238E27FC236}">
                <a16:creationId xmlns:a16="http://schemas.microsoft.com/office/drawing/2014/main" id="{B83FAD51-275B-2486-D130-9E36AD7D5E7F}"/>
              </a:ext>
            </a:extLst>
          </p:cNvPr>
          <p:cNvSpPr/>
          <p:nvPr/>
        </p:nvSpPr>
        <p:spPr>
          <a:xfrm>
            <a:off x="6584950" y="1072512"/>
            <a:ext cx="1460500"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sp>
        <p:nvSpPr>
          <p:cNvPr id="16" name="Rectángulo: esquinas redondeadas 15">
            <a:extLst>
              <a:ext uri="{FF2B5EF4-FFF2-40B4-BE49-F238E27FC236}">
                <a16:creationId xmlns:a16="http://schemas.microsoft.com/office/drawing/2014/main" id="{143E6CBA-1C4A-CC5A-44CD-F7B553392D99}"/>
              </a:ext>
            </a:extLst>
          </p:cNvPr>
          <p:cNvSpPr/>
          <p:nvPr/>
        </p:nvSpPr>
        <p:spPr>
          <a:xfrm>
            <a:off x="5254287" y="1052645"/>
            <a:ext cx="1223777" cy="692788"/>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Rectángulo: esquinas redondeadas 16">
            <a:extLst>
              <a:ext uri="{FF2B5EF4-FFF2-40B4-BE49-F238E27FC236}">
                <a16:creationId xmlns:a16="http://schemas.microsoft.com/office/drawing/2014/main" id="{72584825-8135-2DCA-0AD8-9CBA754E97A5}"/>
              </a:ext>
            </a:extLst>
          </p:cNvPr>
          <p:cNvSpPr/>
          <p:nvPr/>
        </p:nvSpPr>
        <p:spPr>
          <a:xfrm>
            <a:off x="5613399" y="2081242"/>
            <a:ext cx="742951" cy="692788"/>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esquinas redondeadas 17">
            <a:extLst>
              <a:ext uri="{FF2B5EF4-FFF2-40B4-BE49-F238E27FC236}">
                <a16:creationId xmlns:a16="http://schemas.microsoft.com/office/drawing/2014/main" id="{D08A9B61-3D9A-9778-91A2-8C78F492027E}"/>
              </a:ext>
            </a:extLst>
          </p:cNvPr>
          <p:cNvSpPr/>
          <p:nvPr/>
        </p:nvSpPr>
        <p:spPr>
          <a:xfrm>
            <a:off x="6990603" y="2081242"/>
            <a:ext cx="742951"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20" name="Conector recto 19">
            <a:extLst>
              <a:ext uri="{FF2B5EF4-FFF2-40B4-BE49-F238E27FC236}">
                <a16:creationId xmlns:a16="http://schemas.microsoft.com/office/drawing/2014/main" id="{B6AE1220-806E-1B17-DBF3-28A62AE03077}"/>
              </a:ext>
            </a:extLst>
          </p:cNvPr>
          <p:cNvCxnSpPr>
            <a:cxnSpLocks/>
          </p:cNvCxnSpPr>
          <p:nvPr/>
        </p:nvCxnSpPr>
        <p:spPr>
          <a:xfrm>
            <a:off x="5254287" y="1647825"/>
            <a:ext cx="359112" cy="10406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596C36AE-937B-C271-74FF-4C9986F84619}"/>
              </a:ext>
            </a:extLst>
          </p:cNvPr>
          <p:cNvCxnSpPr>
            <a:cxnSpLocks/>
          </p:cNvCxnSpPr>
          <p:nvPr/>
        </p:nvCxnSpPr>
        <p:spPr>
          <a:xfrm flipH="1">
            <a:off x="6356350" y="1647825"/>
            <a:ext cx="121714" cy="10406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CACCDDB7-7B53-795C-2D4A-4FE0156AE7C1}"/>
              </a:ext>
            </a:extLst>
          </p:cNvPr>
          <p:cNvCxnSpPr>
            <a:cxnSpLocks/>
          </p:cNvCxnSpPr>
          <p:nvPr/>
        </p:nvCxnSpPr>
        <p:spPr>
          <a:xfrm>
            <a:off x="6584950" y="1679685"/>
            <a:ext cx="425450" cy="104208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FEF1ED97-42C3-038D-5386-2C8570199E40}"/>
              </a:ext>
            </a:extLst>
          </p:cNvPr>
          <p:cNvCxnSpPr>
            <a:cxnSpLocks/>
          </p:cNvCxnSpPr>
          <p:nvPr/>
        </p:nvCxnSpPr>
        <p:spPr>
          <a:xfrm flipH="1">
            <a:off x="7728284" y="1679685"/>
            <a:ext cx="317166" cy="1025415"/>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0" name="CuadroTexto 49">
            <a:extLst>
              <a:ext uri="{FF2B5EF4-FFF2-40B4-BE49-F238E27FC236}">
                <a16:creationId xmlns:a16="http://schemas.microsoft.com/office/drawing/2014/main" id="{B1679581-196D-7FBB-E8E2-D25F362C925B}"/>
              </a:ext>
            </a:extLst>
          </p:cNvPr>
          <p:cNvSpPr txBox="1"/>
          <p:nvPr/>
        </p:nvSpPr>
        <p:spPr>
          <a:xfrm>
            <a:off x="393700" y="5264150"/>
            <a:ext cx="8356600" cy="1200329"/>
          </a:xfrm>
          <a:prstGeom prst="rect">
            <a:avLst/>
          </a:prstGeom>
          <a:noFill/>
        </p:spPr>
        <p:txBody>
          <a:bodyPr wrap="square" rtlCol="0">
            <a:spAutoFit/>
          </a:bodyPr>
          <a:lstStyle/>
          <a:p>
            <a:pPr algn="ctr"/>
            <a:r>
              <a:rPr lang="es-ES" sz="3600" dirty="0">
                <a:latin typeface="Amasis MT Pro" panose="02040504050005020304" pitchFamily="18" charset="0"/>
              </a:rPr>
              <a:t>¿Es posible controlar la trayectoria con un </a:t>
            </a:r>
            <a:r>
              <a:rPr lang="es-ES" sz="3600" dirty="0">
                <a:solidFill>
                  <a:srgbClr val="C00000"/>
                </a:solidFill>
                <a:latin typeface="Amasis MT Pro" panose="02040504050005020304" pitchFamily="18" charset="0"/>
              </a:rPr>
              <a:t>control menor que el ruido</a:t>
            </a:r>
            <a:r>
              <a:rPr lang="es-ES" sz="3600" dirty="0">
                <a:latin typeface="Amasis MT Pro" panose="02040504050005020304" pitchFamily="18" charset="0"/>
              </a:rPr>
              <a:t>?</a:t>
            </a:r>
          </a:p>
        </p:txBody>
      </p:sp>
    </p:spTree>
    <p:extLst>
      <p:ext uri="{BB962C8B-B14F-4D97-AF65-F5344CB8AC3E}">
        <p14:creationId xmlns:p14="http://schemas.microsoft.com/office/powerpoint/2010/main" val="66714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50"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399-C4E5-FB3D-4D9D-70CDF0B9F415}"/>
            </a:ext>
          </a:extLst>
        </p:cNvPr>
        <p:cNvGrpSpPr/>
        <p:nvPr/>
      </p:nvGrpSpPr>
      <p:grpSpPr>
        <a:xfrm>
          <a:off x="0" y="0"/>
          <a:ext cx="0" cy="0"/>
          <a:chOff x="0" y="0"/>
          <a:chExt cx="0" cy="0"/>
        </a:xfrm>
      </p:grpSpPr>
      <p:pic>
        <p:nvPicPr>
          <p:cNvPr id="7" name="Imagen 6" descr="Gráfico&#10;&#10;El contenido generado por IA puede ser incorrecto.">
            <a:extLst>
              <a:ext uri="{FF2B5EF4-FFF2-40B4-BE49-F238E27FC236}">
                <a16:creationId xmlns:a16="http://schemas.microsoft.com/office/drawing/2014/main" id="{F038046A-D140-7FD3-39B0-EA9555BBBB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45792" y="815848"/>
            <a:ext cx="6675119" cy="5562600"/>
          </a:xfrm>
          <a:prstGeom prst="rect">
            <a:avLst/>
          </a:prstGeom>
        </p:spPr>
      </p:pic>
      <p:sp>
        <p:nvSpPr>
          <p:cNvPr id="18" name="Elipse 17">
            <a:extLst>
              <a:ext uri="{FF2B5EF4-FFF2-40B4-BE49-F238E27FC236}">
                <a16:creationId xmlns:a16="http://schemas.microsoft.com/office/drawing/2014/main" id="{A7666476-76B3-9F51-31F2-1A1CAAE87FD6}"/>
              </a:ext>
            </a:extLst>
          </p:cNvPr>
          <p:cNvSpPr/>
          <p:nvPr/>
        </p:nvSpPr>
        <p:spPr>
          <a:xfrm>
            <a:off x="3147062" y="3231319"/>
            <a:ext cx="570482" cy="45968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Imagen 7">
            <a:extLst>
              <a:ext uri="{FF2B5EF4-FFF2-40B4-BE49-F238E27FC236}">
                <a16:creationId xmlns:a16="http://schemas.microsoft.com/office/drawing/2014/main" id="{FA6EABDB-7924-9B16-ABA6-FABC014901A8}"/>
              </a:ext>
            </a:extLst>
          </p:cNvPr>
          <p:cNvPicPr>
            <a:picLocks noChangeAspect="1"/>
          </p:cNvPicPr>
          <p:nvPr/>
        </p:nvPicPr>
        <p:blipFill>
          <a:blip r:embed="rId4"/>
          <a:stretch>
            <a:fillRect/>
          </a:stretch>
        </p:blipFill>
        <p:spPr>
          <a:xfrm>
            <a:off x="435913" y="2134198"/>
            <a:ext cx="3281631" cy="469162"/>
          </a:xfrm>
          <a:prstGeom prst="rect">
            <a:avLst/>
          </a:prstGeom>
        </p:spPr>
      </p:pic>
      <p:sp>
        <p:nvSpPr>
          <p:cNvPr id="9" name="Rectángulo: esquinas redondeadas 8">
            <a:extLst>
              <a:ext uri="{FF2B5EF4-FFF2-40B4-BE49-F238E27FC236}">
                <a16:creationId xmlns:a16="http://schemas.microsoft.com/office/drawing/2014/main" id="{3A4E862F-B3F7-E8C2-A299-2A815A8F2619}"/>
              </a:ext>
            </a:extLst>
          </p:cNvPr>
          <p:cNvSpPr/>
          <p:nvPr/>
        </p:nvSpPr>
        <p:spPr>
          <a:xfrm>
            <a:off x="304574" y="1981899"/>
            <a:ext cx="3488260" cy="7737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 name="Elipse 1">
            <a:extLst>
              <a:ext uri="{FF2B5EF4-FFF2-40B4-BE49-F238E27FC236}">
                <a16:creationId xmlns:a16="http://schemas.microsoft.com/office/drawing/2014/main" id="{3F35BC05-E219-E7EB-5CEE-E9D773027E44}"/>
              </a:ext>
            </a:extLst>
          </p:cNvPr>
          <p:cNvSpPr/>
          <p:nvPr/>
        </p:nvSpPr>
        <p:spPr>
          <a:xfrm>
            <a:off x="2400300" y="6026150"/>
            <a:ext cx="260350" cy="45968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Marcador de número de diapositiva 14">
            <a:extLst>
              <a:ext uri="{FF2B5EF4-FFF2-40B4-BE49-F238E27FC236}">
                <a16:creationId xmlns:a16="http://schemas.microsoft.com/office/drawing/2014/main" id="{D6047B6A-24E0-75E7-2A96-B2020F38333F}"/>
              </a:ext>
            </a:extLst>
          </p:cNvPr>
          <p:cNvSpPr>
            <a:spLocks noGrp="1"/>
          </p:cNvSpPr>
          <p:nvPr>
            <p:ph type="sldNum" sz="quarter" idx="12"/>
          </p:nvPr>
        </p:nvSpPr>
        <p:spPr/>
        <p:txBody>
          <a:bodyPr/>
          <a:lstStyle/>
          <a:p>
            <a:fld id="{CC057153-B650-4DEB-B370-79DDCFDCE934}" type="slidenum">
              <a:rPr lang="en-US" smtClean="0"/>
              <a:pPr/>
              <a:t>29</a:t>
            </a:fld>
            <a:r>
              <a:rPr lang="en-US"/>
              <a:t>/32</a:t>
            </a:r>
            <a:endParaRPr lang="en-US" dirty="0"/>
          </a:p>
        </p:txBody>
      </p:sp>
      <p:sp>
        <p:nvSpPr>
          <p:cNvPr id="16" name="CuadroTexto 15">
            <a:extLst>
              <a:ext uri="{FF2B5EF4-FFF2-40B4-BE49-F238E27FC236}">
                <a16:creationId xmlns:a16="http://schemas.microsoft.com/office/drawing/2014/main" id="{AB8201CF-4817-E5A5-AB82-02F2328569B3}"/>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Mapa logístico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86BBDA7B-5CF6-070F-EE13-6DEFA7928275}"/>
              </a:ext>
            </a:extLst>
          </p:cNvPr>
          <p:cNvSpPr txBox="1"/>
          <p:nvPr/>
        </p:nvSpPr>
        <p:spPr>
          <a:xfrm>
            <a:off x="-288096" y="4041672"/>
            <a:ext cx="4673600" cy="400110"/>
          </a:xfrm>
          <a:prstGeom prst="rect">
            <a:avLst/>
          </a:prstGeom>
          <a:noFill/>
        </p:spPr>
        <p:txBody>
          <a:bodyPr wrap="square" rtlCol="0">
            <a:spAutoFit/>
          </a:bodyPr>
          <a:lstStyle/>
          <a:p>
            <a:pPr algn="ctr"/>
            <a:r>
              <a:rPr lang="es-ES" sz="2000" b="1" dirty="0">
                <a:latin typeface="Amasis MT Pro" panose="02040504050005020304" pitchFamily="18" charset="0"/>
              </a:rPr>
              <a:t>Objetivo 1</a:t>
            </a:r>
            <a:r>
              <a:rPr lang="es-ES" sz="2000" dirty="0">
                <a:latin typeface="Amasis MT Pro" panose="02040504050005020304" pitchFamily="18" charset="0"/>
              </a:rPr>
              <a:t>: acelerar el escape</a:t>
            </a:r>
          </a:p>
        </p:txBody>
      </p:sp>
      <p:sp>
        <p:nvSpPr>
          <p:cNvPr id="4" name="Rectángulo: esquinas redondeadas 3">
            <a:extLst>
              <a:ext uri="{FF2B5EF4-FFF2-40B4-BE49-F238E27FC236}">
                <a16:creationId xmlns:a16="http://schemas.microsoft.com/office/drawing/2014/main" id="{DDD46D6E-7024-A724-5A45-8EC6FEF2FF88}"/>
              </a:ext>
            </a:extLst>
          </p:cNvPr>
          <p:cNvSpPr/>
          <p:nvPr/>
        </p:nvSpPr>
        <p:spPr>
          <a:xfrm>
            <a:off x="304574" y="3971852"/>
            <a:ext cx="3494313" cy="53975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DBBEF56F-BB98-0A31-00E5-E97825F3AB65}"/>
              </a:ext>
            </a:extLst>
          </p:cNvPr>
          <p:cNvSpPr txBox="1"/>
          <p:nvPr/>
        </p:nvSpPr>
        <p:spPr>
          <a:xfrm>
            <a:off x="354569" y="5051103"/>
            <a:ext cx="3444318" cy="707886"/>
          </a:xfrm>
          <a:prstGeom prst="rect">
            <a:avLst/>
          </a:prstGeom>
          <a:noFill/>
        </p:spPr>
        <p:txBody>
          <a:bodyPr wrap="square" rtlCol="0">
            <a:spAutoFit/>
          </a:bodyPr>
          <a:lstStyle/>
          <a:p>
            <a:pPr algn="ctr"/>
            <a:r>
              <a:rPr lang="es-ES" sz="2000" b="1" dirty="0">
                <a:latin typeface="Amasis MT Pro" panose="02040504050005020304" pitchFamily="18" charset="0"/>
              </a:rPr>
              <a:t>Objetivo 2</a:t>
            </a:r>
            <a:r>
              <a:rPr lang="es-ES" sz="2000" dirty="0">
                <a:latin typeface="Amasis MT Pro" panose="02040504050005020304" pitchFamily="18" charset="0"/>
              </a:rPr>
              <a:t>: escape en un número exacto de iteraciones </a:t>
            </a:r>
          </a:p>
        </p:txBody>
      </p:sp>
      <p:sp>
        <p:nvSpPr>
          <p:cNvPr id="11" name="Rectángulo: esquinas redondeadas 10">
            <a:extLst>
              <a:ext uri="{FF2B5EF4-FFF2-40B4-BE49-F238E27FC236}">
                <a16:creationId xmlns:a16="http://schemas.microsoft.com/office/drawing/2014/main" id="{3460C439-793C-9067-062C-263C01E4DC56}"/>
              </a:ext>
            </a:extLst>
          </p:cNvPr>
          <p:cNvSpPr/>
          <p:nvPr/>
        </p:nvSpPr>
        <p:spPr>
          <a:xfrm>
            <a:off x="304574" y="4968552"/>
            <a:ext cx="3494313" cy="84044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Rectángulo: esquinas redondeadas 12">
            <a:extLst>
              <a:ext uri="{FF2B5EF4-FFF2-40B4-BE49-F238E27FC236}">
                <a16:creationId xmlns:a16="http://schemas.microsoft.com/office/drawing/2014/main" id="{AAA1118B-403E-DBBE-F0E3-B596BFEEAAD2}"/>
              </a:ext>
            </a:extLst>
          </p:cNvPr>
          <p:cNvSpPr/>
          <p:nvPr/>
        </p:nvSpPr>
        <p:spPr>
          <a:xfrm>
            <a:off x="4195004" y="5920740"/>
            <a:ext cx="297180" cy="400110"/>
          </a:xfrm>
          <a:prstGeom prst="roundRect">
            <a:avLst>
              <a:gd name="adj" fmla="val 39744"/>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Imagen 16">
            <a:extLst>
              <a:ext uri="{FF2B5EF4-FFF2-40B4-BE49-F238E27FC236}">
                <a16:creationId xmlns:a16="http://schemas.microsoft.com/office/drawing/2014/main" id="{434EFA58-FD12-452A-1EDB-0053F79E9016}"/>
              </a:ext>
            </a:extLst>
          </p:cNvPr>
          <p:cNvPicPr>
            <a:picLocks noChangeAspect="1"/>
          </p:cNvPicPr>
          <p:nvPr/>
        </p:nvPicPr>
        <p:blipFill>
          <a:blip r:embed="rId5"/>
          <a:stretch>
            <a:fillRect/>
          </a:stretch>
        </p:blipFill>
        <p:spPr>
          <a:xfrm>
            <a:off x="3642308" y="3253441"/>
            <a:ext cx="646930" cy="437560"/>
          </a:xfrm>
          <a:prstGeom prst="rect">
            <a:avLst/>
          </a:prstGeom>
        </p:spPr>
      </p:pic>
    </p:spTree>
    <p:extLst>
      <p:ext uri="{BB962C8B-B14F-4D97-AF65-F5344CB8AC3E}">
        <p14:creationId xmlns:p14="http://schemas.microsoft.com/office/powerpoint/2010/main" val="3426971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901C2-A62A-56AA-741F-550F5C1112BF}"/>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59D61FBE-2BC8-37E3-402E-A5EFADC092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65358"/>
            <a:ext cx="13735198" cy="3748658"/>
          </a:xfrm>
          <a:prstGeom prst="rect">
            <a:avLst/>
          </a:prstGeom>
        </p:spPr>
      </p:pic>
      <p:sp>
        <p:nvSpPr>
          <p:cNvPr id="12" name="Marcador de número de diapositiva 11">
            <a:extLst>
              <a:ext uri="{FF2B5EF4-FFF2-40B4-BE49-F238E27FC236}">
                <a16:creationId xmlns:a16="http://schemas.microsoft.com/office/drawing/2014/main" id="{6CE081F9-2B3C-AB42-EC89-6D5C0C003686}"/>
              </a:ext>
            </a:extLst>
          </p:cNvPr>
          <p:cNvSpPr>
            <a:spLocks noGrp="1"/>
          </p:cNvSpPr>
          <p:nvPr>
            <p:ph type="sldNum" sz="quarter" idx="12"/>
          </p:nvPr>
        </p:nvSpPr>
        <p:spPr/>
        <p:txBody>
          <a:bodyPr/>
          <a:lstStyle/>
          <a:p>
            <a:fld id="{CC057153-B650-4DEB-B370-79DDCFDCE934}" type="slidenum">
              <a:rPr lang="en-US" smtClean="0"/>
              <a:pPr/>
              <a:t>30</a:t>
            </a:fld>
            <a:r>
              <a:rPr lang="en-US"/>
              <a:t>/32</a:t>
            </a:r>
            <a:endParaRPr lang="en-US" dirty="0"/>
          </a:p>
        </p:txBody>
      </p:sp>
      <p:sp>
        <p:nvSpPr>
          <p:cNvPr id="6" name="CuadroTexto 5">
            <a:extLst>
              <a:ext uri="{FF2B5EF4-FFF2-40B4-BE49-F238E27FC236}">
                <a16:creationId xmlns:a16="http://schemas.microsoft.com/office/drawing/2014/main" id="{B4F20BC9-41FC-33A7-37DF-6FD97832B10C}"/>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C00000"/>
                </a:solidFill>
                <a:latin typeface="Amasis MT Pro Light" panose="02040304050005020304" pitchFamily="18" charset="0"/>
                <a:cs typeface="Adobe Devanagari" panose="02040503050201020203" pitchFamily="18" charset="0"/>
              </a:rPr>
              <a:t>Funciones</a:t>
            </a:r>
            <a:r>
              <a:rPr lang="es-ES" sz="4800" b="1" dirty="0">
                <a:solidFill>
                  <a:srgbClr val="0070C0"/>
                </a:solidFill>
                <a:latin typeface="Amasis MT Pro Light" panose="02040304050005020304" pitchFamily="18" charset="0"/>
                <a:cs typeface="Adobe Devanagari" panose="02040503050201020203" pitchFamily="18" charset="0"/>
              </a:rPr>
              <a:t> </a:t>
            </a:r>
            <a:r>
              <a:rPr lang="es-ES" sz="4800" b="1" dirty="0">
                <a:latin typeface="Amasis MT Pro Light" panose="02040304050005020304" pitchFamily="18" charset="0"/>
                <a:cs typeface="Adobe Devanagari" panose="02040503050201020203" pitchFamily="18" charset="0"/>
              </a:rPr>
              <a:t>y</a:t>
            </a:r>
            <a:r>
              <a:rPr lang="es-ES" sz="4800" b="1" dirty="0">
                <a:solidFill>
                  <a:srgbClr val="0070C0"/>
                </a:solidFill>
                <a:latin typeface="Amasis MT Pro Light" panose="02040304050005020304" pitchFamily="18" charset="0"/>
                <a:cs typeface="Adobe Devanagari" panose="02040503050201020203" pitchFamily="18" charset="0"/>
              </a:rPr>
              <a:t> conjuntos </a:t>
            </a:r>
            <a:r>
              <a:rPr lang="es-ES" sz="4800" b="1" dirty="0">
                <a:latin typeface="Amasis MT Pro Light" panose="02040304050005020304" pitchFamily="18" charset="0"/>
                <a:cs typeface="Adobe Devanagari" panose="02040503050201020203" pitchFamily="18" charset="0"/>
              </a:rPr>
              <a:t>de escape</a:t>
            </a:r>
            <a:endParaRPr lang="es-ES" sz="6000" b="1" dirty="0">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5EA9EFC-C200-9C0E-7A51-06F79579FDAB}"/>
              </a:ext>
            </a:extLst>
          </p:cNvPr>
          <p:cNvSpPr txBox="1"/>
          <p:nvPr/>
        </p:nvSpPr>
        <p:spPr>
          <a:xfrm>
            <a:off x="336732" y="1514672"/>
            <a:ext cx="2872740" cy="461665"/>
          </a:xfrm>
          <a:prstGeom prst="rect">
            <a:avLst/>
          </a:prstGeom>
          <a:noFill/>
        </p:spPr>
        <p:txBody>
          <a:bodyPr wrap="square" rtlCol="0">
            <a:spAutoFit/>
          </a:bodyPr>
          <a:lstStyle/>
          <a:p>
            <a:pPr algn="ctr"/>
            <a:r>
              <a:rPr lang="es-ES" sz="2400" u="sng" dirty="0">
                <a:solidFill>
                  <a:srgbClr val="C00000"/>
                </a:solidFill>
                <a:latin typeface="Amasis MT Pro" panose="02040504050005020304" pitchFamily="18" charset="0"/>
              </a:rPr>
              <a:t>Función de escape</a:t>
            </a:r>
          </a:p>
        </p:txBody>
      </p:sp>
      <p:sp>
        <p:nvSpPr>
          <p:cNvPr id="8" name="CuadroTexto 7">
            <a:extLst>
              <a:ext uri="{FF2B5EF4-FFF2-40B4-BE49-F238E27FC236}">
                <a16:creationId xmlns:a16="http://schemas.microsoft.com/office/drawing/2014/main" id="{D4EB21F7-94AF-1CB7-0CA9-8EBADA2C6AD1}"/>
              </a:ext>
            </a:extLst>
          </p:cNvPr>
          <p:cNvSpPr txBox="1"/>
          <p:nvPr/>
        </p:nvSpPr>
        <p:spPr>
          <a:xfrm>
            <a:off x="4937942" y="5521130"/>
            <a:ext cx="2872740" cy="461665"/>
          </a:xfrm>
          <a:prstGeom prst="rect">
            <a:avLst/>
          </a:prstGeom>
          <a:noFill/>
        </p:spPr>
        <p:txBody>
          <a:bodyPr wrap="square" rtlCol="0">
            <a:spAutoFit/>
          </a:bodyPr>
          <a:lstStyle/>
          <a:p>
            <a:pPr algn="ctr"/>
            <a:r>
              <a:rPr lang="es-ES" sz="2400" u="sng" dirty="0">
                <a:solidFill>
                  <a:srgbClr val="0070C0"/>
                </a:solidFill>
                <a:latin typeface="Amasis MT Pro" panose="02040504050005020304" pitchFamily="18" charset="0"/>
              </a:rPr>
              <a:t>Conjunto de escape</a:t>
            </a:r>
          </a:p>
        </p:txBody>
      </p:sp>
      <p:cxnSp>
        <p:nvCxnSpPr>
          <p:cNvPr id="10" name="Conector recto de flecha 9">
            <a:extLst>
              <a:ext uri="{FF2B5EF4-FFF2-40B4-BE49-F238E27FC236}">
                <a16:creationId xmlns:a16="http://schemas.microsoft.com/office/drawing/2014/main" id="{A57F101C-F024-EA87-D5EC-BC9AECCE26E8}"/>
              </a:ext>
            </a:extLst>
          </p:cNvPr>
          <p:cNvCxnSpPr>
            <a:cxnSpLocks/>
          </p:cNvCxnSpPr>
          <p:nvPr/>
        </p:nvCxnSpPr>
        <p:spPr>
          <a:xfrm flipH="1">
            <a:off x="1364162" y="1953297"/>
            <a:ext cx="172538" cy="43043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2BD51EA8-7D69-5BFD-0C87-71656ABAD281}"/>
              </a:ext>
            </a:extLst>
          </p:cNvPr>
          <p:cNvCxnSpPr>
            <a:cxnSpLocks/>
          </p:cNvCxnSpPr>
          <p:nvPr/>
        </p:nvCxnSpPr>
        <p:spPr>
          <a:xfrm flipH="1" flipV="1">
            <a:off x="6134282" y="5227854"/>
            <a:ext cx="76200" cy="32766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09666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04EB0-61FE-FB4B-C892-4C0024259298}"/>
            </a:ext>
          </a:extLst>
        </p:cNvPr>
        <p:cNvGrpSpPr/>
        <p:nvPr/>
      </p:nvGrpSpPr>
      <p:grpSpPr>
        <a:xfrm>
          <a:off x="0" y="0"/>
          <a:ext cx="0" cy="0"/>
          <a:chOff x="0" y="0"/>
          <a:chExt cx="0" cy="0"/>
        </a:xfrm>
      </p:grpSpPr>
      <p:pic>
        <p:nvPicPr>
          <p:cNvPr id="5" name="Imagen 4" descr="Un dibujo de una persona&#10;&#10;El contenido generado por IA puede ser incorrecto.">
            <a:extLst>
              <a:ext uri="{FF2B5EF4-FFF2-40B4-BE49-F238E27FC236}">
                <a16:creationId xmlns:a16="http://schemas.microsoft.com/office/drawing/2014/main" id="{F7E0FFAC-17FB-7934-6500-BC1A5D4078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2913" y="817289"/>
            <a:ext cx="2803207" cy="5728291"/>
          </a:xfrm>
          <a:prstGeom prst="rect">
            <a:avLst/>
          </a:prstGeom>
        </p:spPr>
      </p:pic>
      <p:pic>
        <p:nvPicPr>
          <p:cNvPr id="14" name="Imagen 13">
            <a:extLst>
              <a:ext uri="{FF2B5EF4-FFF2-40B4-BE49-F238E27FC236}">
                <a16:creationId xmlns:a16="http://schemas.microsoft.com/office/drawing/2014/main" id="{43D95F7E-FFCA-C626-0BB7-C5139C7CFF3B}"/>
              </a:ext>
            </a:extLst>
          </p:cNvPr>
          <p:cNvPicPr>
            <a:picLocks noChangeAspect="1"/>
          </p:cNvPicPr>
          <p:nvPr/>
        </p:nvPicPr>
        <p:blipFill>
          <a:blip r:embed="rId4"/>
          <a:stretch>
            <a:fillRect/>
          </a:stretch>
        </p:blipFill>
        <p:spPr>
          <a:xfrm>
            <a:off x="3694727" y="1058725"/>
            <a:ext cx="1537844" cy="387142"/>
          </a:xfrm>
          <a:prstGeom prst="rect">
            <a:avLst/>
          </a:prstGeom>
        </p:spPr>
      </p:pic>
      <p:pic>
        <p:nvPicPr>
          <p:cNvPr id="16" name="Imagen 15">
            <a:extLst>
              <a:ext uri="{FF2B5EF4-FFF2-40B4-BE49-F238E27FC236}">
                <a16:creationId xmlns:a16="http://schemas.microsoft.com/office/drawing/2014/main" id="{621BD51C-C19A-EE4F-C067-13A5E9C7EDD9}"/>
              </a:ext>
            </a:extLst>
          </p:cNvPr>
          <p:cNvPicPr>
            <a:picLocks noChangeAspect="1"/>
          </p:cNvPicPr>
          <p:nvPr/>
        </p:nvPicPr>
        <p:blipFill>
          <a:blip r:embed="rId5"/>
          <a:stretch>
            <a:fillRect/>
          </a:stretch>
        </p:blipFill>
        <p:spPr>
          <a:xfrm>
            <a:off x="3588273" y="1592844"/>
            <a:ext cx="1770793" cy="381461"/>
          </a:xfrm>
          <a:prstGeom prst="rect">
            <a:avLst/>
          </a:prstGeom>
        </p:spPr>
      </p:pic>
      <p:pic>
        <p:nvPicPr>
          <p:cNvPr id="18" name="Imagen 17">
            <a:extLst>
              <a:ext uri="{FF2B5EF4-FFF2-40B4-BE49-F238E27FC236}">
                <a16:creationId xmlns:a16="http://schemas.microsoft.com/office/drawing/2014/main" id="{AE968662-47DE-10A5-0FBE-8279C96E8EE1}"/>
              </a:ext>
            </a:extLst>
          </p:cNvPr>
          <p:cNvPicPr>
            <a:picLocks noChangeAspect="1"/>
          </p:cNvPicPr>
          <p:nvPr/>
        </p:nvPicPr>
        <p:blipFill>
          <a:blip r:embed="rId6"/>
          <a:stretch>
            <a:fillRect/>
          </a:stretch>
        </p:blipFill>
        <p:spPr>
          <a:xfrm>
            <a:off x="3597956" y="2102000"/>
            <a:ext cx="2000478" cy="352515"/>
          </a:xfrm>
          <a:prstGeom prst="rect">
            <a:avLst/>
          </a:prstGeom>
        </p:spPr>
      </p:pic>
      <p:pic>
        <p:nvPicPr>
          <p:cNvPr id="7" name="Imagen 6" descr="Forma, Polígono&#10;&#10;El contenido generado por IA puede ser incorrecto.">
            <a:extLst>
              <a:ext uri="{FF2B5EF4-FFF2-40B4-BE49-F238E27FC236}">
                <a16:creationId xmlns:a16="http://schemas.microsoft.com/office/drawing/2014/main" id="{EA853250-96BD-A716-906A-3CDAC2970D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720586" y="817289"/>
            <a:ext cx="2803207" cy="5728291"/>
          </a:xfrm>
          <a:prstGeom prst="rect">
            <a:avLst/>
          </a:prstGeom>
        </p:spPr>
      </p:pic>
      <p:sp>
        <p:nvSpPr>
          <p:cNvPr id="8" name="CuadroTexto 7">
            <a:extLst>
              <a:ext uri="{FF2B5EF4-FFF2-40B4-BE49-F238E27FC236}">
                <a16:creationId xmlns:a16="http://schemas.microsoft.com/office/drawing/2014/main" id="{43C8DA7D-A0D0-FA3A-787B-D39BC8DC217A}"/>
              </a:ext>
            </a:extLst>
          </p:cNvPr>
          <p:cNvSpPr txBox="1"/>
          <p:nvPr/>
        </p:nvSpPr>
        <p:spPr>
          <a:xfrm>
            <a:off x="3972748" y="2556216"/>
            <a:ext cx="1798320" cy="400110"/>
          </a:xfrm>
          <a:prstGeom prst="rect">
            <a:avLst/>
          </a:prstGeom>
          <a:noFill/>
        </p:spPr>
        <p:txBody>
          <a:bodyPr wrap="square" rtlCol="0">
            <a:spAutoFit/>
          </a:bodyPr>
          <a:lstStyle/>
          <a:p>
            <a:pPr algn="ctr"/>
            <a:r>
              <a:rPr lang="es-ES" sz="2000" dirty="0">
                <a:latin typeface="Amasis MT Pro" panose="02040504050005020304" pitchFamily="18" charset="0"/>
              </a:rPr>
              <a:t>Escape rápido</a:t>
            </a:r>
          </a:p>
        </p:txBody>
      </p:sp>
      <p:sp>
        <p:nvSpPr>
          <p:cNvPr id="9" name="CuadroTexto 8">
            <a:extLst>
              <a:ext uri="{FF2B5EF4-FFF2-40B4-BE49-F238E27FC236}">
                <a16:creationId xmlns:a16="http://schemas.microsoft.com/office/drawing/2014/main" id="{E1AF58B2-774E-0346-E544-91F7EB1849B6}"/>
              </a:ext>
            </a:extLst>
          </p:cNvPr>
          <p:cNvSpPr txBox="1"/>
          <p:nvPr/>
        </p:nvSpPr>
        <p:spPr>
          <a:xfrm>
            <a:off x="3161352" y="3281324"/>
            <a:ext cx="1798320" cy="400110"/>
          </a:xfrm>
          <a:prstGeom prst="rect">
            <a:avLst/>
          </a:prstGeom>
          <a:noFill/>
        </p:spPr>
        <p:txBody>
          <a:bodyPr wrap="square" rtlCol="0">
            <a:spAutoFit/>
          </a:bodyPr>
          <a:lstStyle/>
          <a:p>
            <a:pPr algn="ctr"/>
            <a:r>
              <a:rPr lang="es-ES" sz="2000" dirty="0">
                <a:latin typeface="Amasis MT Pro" panose="02040504050005020304" pitchFamily="18" charset="0"/>
              </a:rPr>
              <a:t>Escape exacto</a:t>
            </a:r>
          </a:p>
        </p:txBody>
      </p:sp>
      <p:cxnSp>
        <p:nvCxnSpPr>
          <p:cNvPr id="11" name="Conector recto de flecha 10">
            <a:extLst>
              <a:ext uri="{FF2B5EF4-FFF2-40B4-BE49-F238E27FC236}">
                <a16:creationId xmlns:a16="http://schemas.microsoft.com/office/drawing/2014/main" id="{86E14558-82E6-C791-EC70-C70DAA43ED68}"/>
              </a:ext>
            </a:extLst>
          </p:cNvPr>
          <p:cNvCxnSpPr>
            <a:cxnSpLocks/>
          </p:cNvCxnSpPr>
          <p:nvPr/>
        </p:nvCxnSpPr>
        <p:spPr>
          <a:xfrm flipH="1">
            <a:off x="3113111" y="2772940"/>
            <a:ext cx="892364"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recto de flecha 14">
            <a:extLst>
              <a:ext uri="{FF2B5EF4-FFF2-40B4-BE49-F238E27FC236}">
                <a16:creationId xmlns:a16="http://schemas.microsoft.com/office/drawing/2014/main" id="{30BB4641-258D-0DAE-23FE-52115A9FA3BB}"/>
              </a:ext>
            </a:extLst>
          </p:cNvPr>
          <p:cNvCxnSpPr>
            <a:cxnSpLocks/>
          </p:cNvCxnSpPr>
          <p:nvPr/>
        </p:nvCxnSpPr>
        <p:spPr>
          <a:xfrm>
            <a:off x="4959672" y="3511641"/>
            <a:ext cx="882009"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 name="Elipse 1">
            <a:extLst>
              <a:ext uri="{FF2B5EF4-FFF2-40B4-BE49-F238E27FC236}">
                <a16:creationId xmlns:a16="http://schemas.microsoft.com/office/drawing/2014/main" id="{8D1A99C9-E5AD-73AC-DEE4-E7A8A3AD41E7}"/>
              </a:ext>
            </a:extLst>
          </p:cNvPr>
          <p:cNvSpPr/>
          <p:nvPr/>
        </p:nvSpPr>
        <p:spPr>
          <a:xfrm>
            <a:off x="686886" y="36814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Elipse 2">
            <a:extLst>
              <a:ext uri="{FF2B5EF4-FFF2-40B4-BE49-F238E27FC236}">
                <a16:creationId xmlns:a16="http://schemas.microsoft.com/office/drawing/2014/main" id="{1AF7708A-7F9B-E53F-B452-4800B83F8E16}"/>
              </a:ext>
            </a:extLst>
          </p:cNvPr>
          <p:cNvSpPr/>
          <p:nvPr/>
        </p:nvSpPr>
        <p:spPr>
          <a:xfrm>
            <a:off x="5964559" y="36814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0BC2DFC3-3BE1-CF61-9849-E5341842A268}"/>
              </a:ext>
            </a:extLst>
          </p:cNvPr>
          <p:cNvSpPr/>
          <p:nvPr/>
        </p:nvSpPr>
        <p:spPr>
          <a:xfrm>
            <a:off x="686886" y="458948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Elipse 9">
            <a:extLst>
              <a:ext uri="{FF2B5EF4-FFF2-40B4-BE49-F238E27FC236}">
                <a16:creationId xmlns:a16="http://schemas.microsoft.com/office/drawing/2014/main" id="{CE92B6E4-4FCD-47F6-FCEC-EADF0949E3B1}"/>
              </a:ext>
            </a:extLst>
          </p:cNvPr>
          <p:cNvSpPr/>
          <p:nvPr/>
        </p:nvSpPr>
        <p:spPr>
          <a:xfrm>
            <a:off x="686886" y="54975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Elipse 11">
            <a:extLst>
              <a:ext uri="{FF2B5EF4-FFF2-40B4-BE49-F238E27FC236}">
                <a16:creationId xmlns:a16="http://schemas.microsoft.com/office/drawing/2014/main" id="{301D8F69-2F2A-A28E-1859-467426EAD491}"/>
              </a:ext>
            </a:extLst>
          </p:cNvPr>
          <p:cNvSpPr/>
          <p:nvPr/>
        </p:nvSpPr>
        <p:spPr>
          <a:xfrm>
            <a:off x="686886" y="6329680"/>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Elipse 12">
            <a:extLst>
              <a:ext uri="{FF2B5EF4-FFF2-40B4-BE49-F238E27FC236}">
                <a16:creationId xmlns:a16="http://schemas.microsoft.com/office/drawing/2014/main" id="{45FABA00-B145-24B5-4B5B-7A0204B60052}"/>
              </a:ext>
            </a:extLst>
          </p:cNvPr>
          <p:cNvSpPr/>
          <p:nvPr/>
        </p:nvSpPr>
        <p:spPr>
          <a:xfrm>
            <a:off x="5964559" y="4593972"/>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9EEBC5B1-A9A9-1941-6F33-5DBC3CFAEF65}"/>
              </a:ext>
            </a:extLst>
          </p:cNvPr>
          <p:cNvSpPr/>
          <p:nvPr/>
        </p:nvSpPr>
        <p:spPr>
          <a:xfrm>
            <a:off x="5964559" y="54975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C529FC4A-F5B8-19B9-67AD-E0C3CF8BF4AA}"/>
              </a:ext>
            </a:extLst>
          </p:cNvPr>
          <p:cNvSpPr/>
          <p:nvPr/>
        </p:nvSpPr>
        <p:spPr>
          <a:xfrm>
            <a:off x="5964559" y="636748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6" name="Marcador de número de diapositiva 25">
            <a:extLst>
              <a:ext uri="{FF2B5EF4-FFF2-40B4-BE49-F238E27FC236}">
                <a16:creationId xmlns:a16="http://schemas.microsoft.com/office/drawing/2014/main" id="{5E11E5BD-79D3-9A0B-1DD3-5BD0462AF9B2}"/>
              </a:ext>
            </a:extLst>
          </p:cNvPr>
          <p:cNvSpPr>
            <a:spLocks noGrp="1"/>
          </p:cNvSpPr>
          <p:nvPr>
            <p:ph type="sldNum" sz="quarter" idx="12"/>
          </p:nvPr>
        </p:nvSpPr>
        <p:spPr/>
        <p:txBody>
          <a:bodyPr/>
          <a:lstStyle/>
          <a:p>
            <a:fld id="{CC057153-B650-4DEB-B370-79DDCFDCE934}" type="slidenum">
              <a:rPr lang="en-US" smtClean="0"/>
              <a:pPr/>
              <a:t>31</a:t>
            </a:fld>
            <a:r>
              <a:rPr lang="en-US"/>
              <a:t>/32</a:t>
            </a:r>
            <a:endParaRPr lang="en-US" dirty="0"/>
          </a:p>
        </p:txBody>
      </p:sp>
      <p:sp>
        <p:nvSpPr>
          <p:cNvPr id="20" name="CuadroTexto 19">
            <a:extLst>
              <a:ext uri="{FF2B5EF4-FFF2-40B4-BE49-F238E27FC236}">
                <a16:creationId xmlns:a16="http://schemas.microsoft.com/office/drawing/2014/main" id="{8C87A094-907F-95BE-163C-97AB03E35D4B}"/>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C00000"/>
                </a:solidFill>
                <a:latin typeface="Amasis MT Pro Light" panose="02040304050005020304" pitchFamily="18" charset="0"/>
                <a:cs typeface="Adobe Devanagari" panose="02040503050201020203" pitchFamily="18" charset="0"/>
              </a:rPr>
              <a:t>Funciones</a:t>
            </a:r>
            <a:r>
              <a:rPr lang="es-ES" sz="4800" b="1" dirty="0">
                <a:solidFill>
                  <a:srgbClr val="0070C0"/>
                </a:solidFill>
                <a:latin typeface="Amasis MT Pro Light" panose="02040304050005020304" pitchFamily="18" charset="0"/>
                <a:cs typeface="Adobe Devanagari" panose="02040503050201020203" pitchFamily="18" charset="0"/>
              </a:rPr>
              <a:t> </a:t>
            </a:r>
            <a:r>
              <a:rPr lang="es-ES" sz="4800" b="1" dirty="0">
                <a:latin typeface="Amasis MT Pro Light" panose="02040304050005020304" pitchFamily="18" charset="0"/>
                <a:cs typeface="Adobe Devanagari" panose="02040503050201020203" pitchFamily="18" charset="0"/>
              </a:rPr>
              <a:t>y</a:t>
            </a:r>
            <a:r>
              <a:rPr lang="es-ES" sz="4800" b="1" dirty="0">
                <a:solidFill>
                  <a:srgbClr val="0070C0"/>
                </a:solidFill>
                <a:latin typeface="Amasis MT Pro Light" panose="02040304050005020304" pitchFamily="18" charset="0"/>
                <a:cs typeface="Adobe Devanagari" panose="02040503050201020203" pitchFamily="18" charset="0"/>
              </a:rPr>
              <a:t> conjuntos </a:t>
            </a:r>
            <a:r>
              <a:rPr lang="es-ES" sz="4800" b="1" dirty="0">
                <a:latin typeface="Amasis MT Pro Light" panose="02040304050005020304" pitchFamily="18" charset="0"/>
                <a:cs typeface="Adobe Devanagari" panose="02040503050201020203" pitchFamily="18" charset="0"/>
              </a:rPr>
              <a:t>de escape</a:t>
            </a:r>
            <a:endParaRPr lang="es-ES" sz="60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40059341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1E61E-99DF-C257-CFED-3412DFF9F651}"/>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2A4F8DBB-B489-82CC-1AAF-5C71577327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785626"/>
            <a:ext cx="6920844" cy="5767369"/>
          </a:xfrm>
          <a:prstGeom prst="rect">
            <a:avLst/>
          </a:prstGeom>
        </p:spPr>
      </p:pic>
      <p:pic>
        <p:nvPicPr>
          <p:cNvPr id="12" name="Imagen 11">
            <a:extLst>
              <a:ext uri="{FF2B5EF4-FFF2-40B4-BE49-F238E27FC236}">
                <a16:creationId xmlns:a16="http://schemas.microsoft.com/office/drawing/2014/main" id="{7D5924C1-C53B-CEBF-3C35-3BB82EC902E6}"/>
              </a:ext>
            </a:extLst>
          </p:cNvPr>
          <p:cNvPicPr>
            <a:picLocks noChangeAspect="1"/>
          </p:cNvPicPr>
          <p:nvPr/>
        </p:nvPicPr>
        <p:blipFill>
          <a:blip r:embed="rId4"/>
          <a:stretch>
            <a:fillRect/>
          </a:stretch>
        </p:blipFill>
        <p:spPr>
          <a:xfrm>
            <a:off x="6808539" y="1525914"/>
            <a:ext cx="1277073" cy="366084"/>
          </a:xfrm>
          <a:prstGeom prst="rect">
            <a:avLst/>
          </a:prstGeom>
        </p:spPr>
      </p:pic>
      <p:pic>
        <p:nvPicPr>
          <p:cNvPr id="15" name="Imagen 14">
            <a:extLst>
              <a:ext uri="{FF2B5EF4-FFF2-40B4-BE49-F238E27FC236}">
                <a16:creationId xmlns:a16="http://schemas.microsoft.com/office/drawing/2014/main" id="{4898EB1D-55B6-A8D3-87B5-F9D2B3DCFEA2}"/>
              </a:ext>
            </a:extLst>
          </p:cNvPr>
          <p:cNvPicPr>
            <a:picLocks noChangeAspect="1"/>
          </p:cNvPicPr>
          <p:nvPr/>
        </p:nvPicPr>
        <p:blipFill>
          <a:blip r:embed="rId5"/>
          <a:stretch>
            <a:fillRect/>
          </a:stretch>
        </p:blipFill>
        <p:spPr>
          <a:xfrm>
            <a:off x="6631532" y="2677624"/>
            <a:ext cx="2106929" cy="366084"/>
          </a:xfrm>
          <a:prstGeom prst="rect">
            <a:avLst/>
          </a:prstGeom>
        </p:spPr>
      </p:pic>
      <p:pic>
        <p:nvPicPr>
          <p:cNvPr id="16" name="Imagen 15">
            <a:extLst>
              <a:ext uri="{FF2B5EF4-FFF2-40B4-BE49-F238E27FC236}">
                <a16:creationId xmlns:a16="http://schemas.microsoft.com/office/drawing/2014/main" id="{684DBE59-66A6-70A9-0F27-ECA30198D97A}"/>
              </a:ext>
            </a:extLst>
          </p:cNvPr>
          <p:cNvPicPr>
            <a:picLocks noChangeAspect="1"/>
          </p:cNvPicPr>
          <p:nvPr/>
        </p:nvPicPr>
        <p:blipFill>
          <a:blip r:embed="rId6"/>
          <a:stretch>
            <a:fillRect/>
          </a:stretch>
        </p:blipFill>
        <p:spPr>
          <a:xfrm>
            <a:off x="6703764" y="2082381"/>
            <a:ext cx="1781743" cy="366084"/>
          </a:xfrm>
          <a:prstGeom prst="rect">
            <a:avLst/>
          </a:prstGeom>
        </p:spPr>
      </p:pic>
      <p:sp>
        <p:nvSpPr>
          <p:cNvPr id="22" name="Marcador de número de diapositiva 21">
            <a:extLst>
              <a:ext uri="{FF2B5EF4-FFF2-40B4-BE49-F238E27FC236}">
                <a16:creationId xmlns:a16="http://schemas.microsoft.com/office/drawing/2014/main" id="{7C299913-2FD7-6778-B58D-7781AFA64B23}"/>
              </a:ext>
            </a:extLst>
          </p:cNvPr>
          <p:cNvSpPr>
            <a:spLocks noGrp="1"/>
          </p:cNvSpPr>
          <p:nvPr>
            <p:ph type="sldNum" sz="quarter" idx="12"/>
          </p:nvPr>
        </p:nvSpPr>
        <p:spPr/>
        <p:txBody>
          <a:bodyPr/>
          <a:lstStyle/>
          <a:p>
            <a:fld id="{CC057153-B650-4DEB-B370-79DDCFDCE934}" type="slidenum">
              <a:rPr lang="en-US" smtClean="0"/>
              <a:pPr/>
              <a:t>32</a:t>
            </a:fld>
            <a:r>
              <a:rPr lang="en-US"/>
              <a:t>/32</a:t>
            </a:r>
            <a:endParaRPr lang="en-US" dirty="0"/>
          </a:p>
        </p:txBody>
      </p:sp>
      <p:sp>
        <p:nvSpPr>
          <p:cNvPr id="23" name="CuadroTexto 22">
            <a:extLst>
              <a:ext uri="{FF2B5EF4-FFF2-40B4-BE49-F238E27FC236}">
                <a16:creationId xmlns:a16="http://schemas.microsoft.com/office/drawing/2014/main" id="{F6359716-515B-8F53-6BEF-0A82478EEAA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Sistema </a:t>
            </a:r>
            <a:r>
              <a:rPr lang="es-ES" sz="5400" b="1" dirty="0" err="1">
                <a:solidFill>
                  <a:srgbClr val="0070C0"/>
                </a:solidFill>
                <a:latin typeface="Amasis MT Pro Light" panose="02040304050005020304" pitchFamily="18" charset="0"/>
                <a:cs typeface="Adobe Devanagari" panose="02040503050201020203" pitchFamily="18" charset="0"/>
              </a:rPr>
              <a:t>multiestable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600328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6DE19-9002-047D-BBF4-EE1DC60A74A9}"/>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D3266234-F323-E130-255D-18F9E75D3E0C}"/>
              </a:ext>
            </a:extLst>
          </p:cNvPr>
          <p:cNvSpPr txBox="1"/>
          <p:nvPr/>
        </p:nvSpPr>
        <p:spPr>
          <a:xfrm>
            <a:off x="-5694" y="2351782"/>
            <a:ext cx="9149692" cy="1569660"/>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Two-Player Yorke’s Game of Survival in Chaotic Transients</a:t>
            </a:r>
          </a:p>
        </p:txBody>
      </p:sp>
      <p:sp>
        <p:nvSpPr>
          <p:cNvPr id="12" name="Marcador de número de diapositiva 11">
            <a:extLst>
              <a:ext uri="{FF2B5EF4-FFF2-40B4-BE49-F238E27FC236}">
                <a16:creationId xmlns:a16="http://schemas.microsoft.com/office/drawing/2014/main" id="{1653ECF0-2526-64ED-4B9B-B8D734C03920}"/>
              </a:ext>
            </a:extLst>
          </p:cNvPr>
          <p:cNvSpPr>
            <a:spLocks noGrp="1"/>
          </p:cNvSpPr>
          <p:nvPr>
            <p:ph type="sldNum" sz="quarter" idx="12"/>
          </p:nvPr>
        </p:nvSpPr>
        <p:spPr/>
        <p:txBody>
          <a:bodyPr/>
          <a:lstStyle/>
          <a:p>
            <a:fld id="{CC057153-B650-4DEB-B370-79DDCFDCE934}" type="slidenum">
              <a:rPr lang="en-US" smtClean="0"/>
              <a:pPr/>
              <a:t>33</a:t>
            </a:fld>
            <a:r>
              <a:rPr lang="en-US"/>
              <a:t>/32</a:t>
            </a:r>
            <a:endParaRPr lang="en-US" dirty="0"/>
          </a:p>
        </p:txBody>
      </p:sp>
      <p:sp>
        <p:nvSpPr>
          <p:cNvPr id="5" name="Rectángulo: esquinas redondeadas 4">
            <a:extLst>
              <a:ext uri="{FF2B5EF4-FFF2-40B4-BE49-F238E27FC236}">
                <a16:creationId xmlns:a16="http://schemas.microsoft.com/office/drawing/2014/main" id="{BFB2ACBB-E8ED-6457-78DD-349826D982FA}"/>
              </a:ext>
            </a:extLst>
          </p:cNvPr>
          <p:cNvSpPr/>
          <p:nvPr/>
        </p:nvSpPr>
        <p:spPr>
          <a:xfrm>
            <a:off x="363262" y="4752972"/>
            <a:ext cx="8285438" cy="15696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AD5A01CC-04CA-022B-6698-920C073B1505}"/>
              </a:ext>
            </a:extLst>
          </p:cNvPr>
          <p:cNvSpPr txBox="1"/>
          <p:nvPr/>
        </p:nvSpPr>
        <p:spPr>
          <a:xfrm>
            <a:off x="363261" y="4937637"/>
            <a:ext cx="8411781"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M. A. F. Sanjuán, Phys. Rev. E (2025).</a:t>
            </a:r>
            <a:endParaRPr lang="es-ES" sz="3600" dirty="0">
              <a:latin typeface="Amasis MT Pro" panose="02040504050005020304" pitchFamily="18" charset="0"/>
            </a:endParaRPr>
          </a:p>
        </p:txBody>
      </p:sp>
    </p:spTree>
    <p:extLst>
      <p:ext uri="{BB962C8B-B14F-4D97-AF65-F5344CB8AC3E}">
        <p14:creationId xmlns:p14="http://schemas.microsoft.com/office/powerpoint/2010/main" val="9892849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52B83-CEDA-CD0D-084F-29B7D9D81F22}"/>
            </a:ext>
          </a:extLst>
        </p:cNvPr>
        <p:cNvGrpSpPr/>
        <p:nvPr/>
      </p:nvGrpSpPr>
      <p:grpSpPr>
        <a:xfrm>
          <a:off x="0" y="0"/>
          <a:ext cx="0" cy="0"/>
          <a:chOff x="0" y="0"/>
          <a:chExt cx="0" cy="0"/>
        </a:xfrm>
      </p:grpSpPr>
      <p:pic>
        <p:nvPicPr>
          <p:cNvPr id="5" name="Imagen 4" descr="Gráfico, Gráfico radial&#10;&#10;El contenido generado por IA puede ser incorrecto.">
            <a:extLst>
              <a:ext uri="{FF2B5EF4-FFF2-40B4-BE49-F238E27FC236}">
                <a16:creationId xmlns:a16="http://schemas.microsoft.com/office/drawing/2014/main" id="{5363F534-5C07-8595-D44A-F376BDB43B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6132" y="1015663"/>
            <a:ext cx="5431735" cy="4526446"/>
          </a:xfrm>
          <a:prstGeom prst="rect">
            <a:avLst/>
          </a:prstGeom>
        </p:spPr>
      </p:pic>
      <p:sp>
        <p:nvSpPr>
          <p:cNvPr id="12" name="Marcador de número de diapositiva 11">
            <a:extLst>
              <a:ext uri="{FF2B5EF4-FFF2-40B4-BE49-F238E27FC236}">
                <a16:creationId xmlns:a16="http://schemas.microsoft.com/office/drawing/2014/main" id="{97861359-6E94-F296-A095-ACC40E3BFD35}"/>
              </a:ext>
            </a:extLst>
          </p:cNvPr>
          <p:cNvSpPr>
            <a:spLocks noGrp="1"/>
          </p:cNvSpPr>
          <p:nvPr>
            <p:ph type="sldNum" sz="quarter" idx="12"/>
          </p:nvPr>
        </p:nvSpPr>
        <p:spPr/>
        <p:txBody>
          <a:bodyPr/>
          <a:lstStyle/>
          <a:p>
            <a:fld id="{CC057153-B650-4DEB-B370-79DDCFDCE934}" type="slidenum">
              <a:rPr lang="en-US" smtClean="0"/>
              <a:pPr/>
              <a:t>34</a:t>
            </a:fld>
            <a:r>
              <a:rPr lang="en-US"/>
              <a:t>/32</a:t>
            </a:r>
            <a:endParaRPr lang="en-US" dirty="0"/>
          </a:p>
        </p:txBody>
      </p:sp>
      <p:sp>
        <p:nvSpPr>
          <p:cNvPr id="2" name="CuadroTexto 1">
            <a:extLst>
              <a:ext uri="{FF2B5EF4-FFF2-40B4-BE49-F238E27FC236}">
                <a16:creationId xmlns:a16="http://schemas.microsoft.com/office/drawing/2014/main" id="{BD9671E6-B6AC-6A72-2558-EB489BAB5D9C}"/>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4" name="Imagen 3">
            <a:extLst>
              <a:ext uri="{FF2B5EF4-FFF2-40B4-BE49-F238E27FC236}">
                <a16:creationId xmlns:a16="http://schemas.microsoft.com/office/drawing/2014/main" id="{C2107343-A85E-887F-86A9-E7B6F30F1515}"/>
              </a:ext>
            </a:extLst>
          </p:cNvPr>
          <p:cNvPicPr>
            <a:picLocks noChangeAspect="1"/>
          </p:cNvPicPr>
          <p:nvPr/>
        </p:nvPicPr>
        <p:blipFill>
          <a:blip r:embed="rId4"/>
          <a:stretch>
            <a:fillRect/>
          </a:stretch>
        </p:blipFill>
        <p:spPr>
          <a:xfrm>
            <a:off x="1387965" y="5747253"/>
            <a:ext cx="6362373" cy="705750"/>
          </a:xfrm>
          <a:prstGeom prst="rect">
            <a:avLst/>
          </a:prstGeom>
        </p:spPr>
      </p:pic>
      <p:sp>
        <p:nvSpPr>
          <p:cNvPr id="6" name="Rectángulo: esquinas redondeadas 5">
            <a:extLst>
              <a:ext uri="{FF2B5EF4-FFF2-40B4-BE49-F238E27FC236}">
                <a16:creationId xmlns:a16="http://schemas.microsoft.com/office/drawing/2014/main" id="{5E9453BF-840E-0394-5FE4-2CFAD2D1BCE3}"/>
              </a:ext>
            </a:extLst>
          </p:cNvPr>
          <p:cNvSpPr/>
          <p:nvPr/>
        </p:nvSpPr>
        <p:spPr>
          <a:xfrm>
            <a:off x="1282700" y="5626101"/>
            <a:ext cx="6648451" cy="910894"/>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73215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D367A-7CF4-F7F4-5E0F-5C20304EEBF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DF5954BC-FD8B-F74F-10A6-CCF90FF94E55}"/>
                  </a:ext>
                </a:extLst>
              </p:cNvPr>
              <p:cNvSpPr txBox="1"/>
              <p:nvPr/>
            </p:nvSpPr>
            <p:spPr>
              <a:xfrm>
                <a:off x="7550900" y="2432586"/>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3" name="CuadroTexto 2">
                <a:extLst>
                  <a:ext uri="{FF2B5EF4-FFF2-40B4-BE49-F238E27FC236}">
                    <a16:creationId xmlns:a16="http://schemas.microsoft.com/office/drawing/2014/main" id="{DF5954BC-FD8B-F74F-10A6-CCF90FF94E55}"/>
                  </a:ext>
                </a:extLst>
              </p:cNvPr>
              <p:cNvSpPr txBox="1">
                <a:spLocks noRot="1" noChangeAspect="1" noMove="1" noResize="1" noEditPoints="1" noAdjustHandles="1" noChangeArrowheads="1" noChangeShapeType="1" noTextEdit="1"/>
              </p:cNvSpPr>
              <p:nvPr/>
            </p:nvSpPr>
            <p:spPr>
              <a:xfrm>
                <a:off x="7550900" y="2432586"/>
                <a:ext cx="576263" cy="400110"/>
              </a:xfrm>
              <a:prstGeom prst="rect">
                <a:avLst/>
              </a:prstGeom>
              <a:blipFill>
                <a:blip r:embed="rId3"/>
                <a:stretch>
                  <a:fillRect r="-28723"/>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62F5ECED-CEEC-531A-1751-67B41069014D}"/>
                  </a:ext>
                </a:extLst>
              </p:cNvPr>
              <p:cNvSpPr txBox="1"/>
              <p:nvPr/>
            </p:nvSpPr>
            <p:spPr>
              <a:xfrm>
                <a:off x="7550899" y="3340228"/>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5" name="CuadroTexto 4">
                <a:extLst>
                  <a:ext uri="{FF2B5EF4-FFF2-40B4-BE49-F238E27FC236}">
                    <a16:creationId xmlns:a16="http://schemas.microsoft.com/office/drawing/2014/main" id="{62F5ECED-CEEC-531A-1751-67B41069014D}"/>
                  </a:ext>
                </a:extLst>
              </p:cNvPr>
              <p:cNvSpPr txBox="1">
                <a:spLocks noRot="1" noChangeAspect="1" noMove="1" noResize="1" noEditPoints="1" noAdjustHandles="1" noChangeArrowheads="1" noChangeShapeType="1" noTextEdit="1"/>
              </p:cNvSpPr>
              <p:nvPr/>
            </p:nvSpPr>
            <p:spPr>
              <a:xfrm>
                <a:off x="7550899" y="3340228"/>
                <a:ext cx="576263" cy="400110"/>
              </a:xfrm>
              <a:prstGeom prst="rect">
                <a:avLst/>
              </a:prstGeom>
              <a:blipFill>
                <a:blip r:embed="rId4"/>
                <a:stretch>
                  <a:fillRect r="-329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B518DD7C-02C2-ADE2-C1C6-75386BCF6448}"/>
                  </a:ext>
                </a:extLst>
              </p:cNvPr>
              <p:cNvSpPr txBox="1"/>
              <p:nvPr/>
            </p:nvSpPr>
            <p:spPr>
              <a:xfrm>
                <a:off x="7611860" y="4247870"/>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6" name="CuadroTexto 5">
                <a:extLst>
                  <a:ext uri="{FF2B5EF4-FFF2-40B4-BE49-F238E27FC236}">
                    <a16:creationId xmlns:a16="http://schemas.microsoft.com/office/drawing/2014/main" id="{B518DD7C-02C2-ADE2-C1C6-75386BCF6448}"/>
                  </a:ext>
                </a:extLst>
              </p:cNvPr>
              <p:cNvSpPr txBox="1">
                <a:spLocks noRot="1" noChangeAspect="1" noMove="1" noResize="1" noEditPoints="1" noAdjustHandles="1" noChangeArrowheads="1" noChangeShapeType="1" noTextEdit="1"/>
              </p:cNvSpPr>
              <p:nvPr/>
            </p:nvSpPr>
            <p:spPr>
              <a:xfrm>
                <a:off x="7611860" y="4247870"/>
                <a:ext cx="576263" cy="400110"/>
              </a:xfrm>
              <a:prstGeom prst="rect">
                <a:avLst/>
              </a:prstGeom>
              <a:blipFill>
                <a:blip r:embed="rId5"/>
                <a:stretch>
                  <a:fillRect r="-28723"/>
                </a:stretch>
              </a:blipFill>
            </p:spPr>
            <p:txBody>
              <a:bodyPr/>
              <a:lstStyle/>
              <a:p>
                <a:r>
                  <a:rPr lang="es-ES">
                    <a:noFill/>
                  </a:rPr>
                  <a:t> </a:t>
                </a:r>
              </a:p>
            </p:txBody>
          </p:sp>
        </mc:Fallback>
      </mc:AlternateContent>
      <p:sp>
        <p:nvSpPr>
          <p:cNvPr id="7" name="CuadroTexto 6">
            <a:extLst>
              <a:ext uri="{FF2B5EF4-FFF2-40B4-BE49-F238E27FC236}">
                <a16:creationId xmlns:a16="http://schemas.microsoft.com/office/drawing/2014/main" id="{1437960A-AEB4-92F6-09AB-63798C779C5C}"/>
              </a:ext>
            </a:extLst>
          </p:cNvPr>
          <p:cNvSpPr txBox="1"/>
          <p:nvPr/>
        </p:nvSpPr>
        <p:spPr>
          <a:xfrm>
            <a:off x="1392913" y="1772600"/>
            <a:ext cx="144780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Objetivos</a:t>
            </a:r>
          </a:p>
        </p:txBody>
      </p:sp>
      <p:sp>
        <p:nvSpPr>
          <p:cNvPr id="8" name="CuadroTexto 7">
            <a:extLst>
              <a:ext uri="{FF2B5EF4-FFF2-40B4-BE49-F238E27FC236}">
                <a16:creationId xmlns:a16="http://schemas.microsoft.com/office/drawing/2014/main" id="{72BBF885-CB79-BE0F-AC6E-9C01364C607D}"/>
              </a:ext>
            </a:extLst>
          </p:cNvPr>
          <p:cNvSpPr txBox="1"/>
          <p:nvPr/>
        </p:nvSpPr>
        <p:spPr>
          <a:xfrm>
            <a:off x="288684" y="2854648"/>
            <a:ext cx="314325" cy="461665"/>
          </a:xfrm>
          <a:prstGeom prst="rect">
            <a:avLst/>
          </a:prstGeom>
          <a:noFill/>
        </p:spPr>
        <p:txBody>
          <a:bodyPr wrap="square" rtlCol="0">
            <a:spAutoFit/>
          </a:bodyPr>
          <a:lstStyle/>
          <a:p>
            <a:pPr algn="ctr"/>
            <a:r>
              <a:rPr lang="es-ES" sz="2400" dirty="0">
                <a:solidFill>
                  <a:srgbClr val="F5720F"/>
                </a:solidFill>
                <a:latin typeface="Amasis MT Pro" panose="02040504050005020304" pitchFamily="18" charset="0"/>
              </a:rPr>
              <a:t>A</a:t>
            </a:r>
          </a:p>
        </p:txBody>
      </p:sp>
      <p:sp>
        <p:nvSpPr>
          <p:cNvPr id="10" name="CuadroTexto 9">
            <a:extLst>
              <a:ext uri="{FF2B5EF4-FFF2-40B4-BE49-F238E27FC236}">
                <a16:creationId xmlns:a16="http://schemas.microsoft.com/office/drawing/2014/main" id="{211C0DD7-D7C3-9601-1CEB-51A6A679B086}"/>
              </a:ext>
            </a:extLst>
          </p:cNvPr>
          <p:cNvSpPr txBox="1"/>
          <p:nvPr/>
        </p:nvSpPr>
        <p:spPr>
          <a:xfrm>
            <a:off x="1030147" y="2731537"/>
            <a:ext cx="3138487"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F5720F"/>
                </a:solidFill>
                <a:latin typeface="Amasis MT Pro" panose="02040504050005020304" pitchFamily="18" charset="0"/>
              </a:rPr>
              <a:t>escapar </a:t>
            </a:r>
            <a:r>
              <a:rPr lang="es-ES" sz="2000" dirty="0">
                <a:latin typeface="Amasis MT Pro" panose="02040504050005020304" pitchFamily="18" charset="0"/>
              </a:rPr>
              <a:t>de una región caótica transitoria</a:t>
            </a:r>
            <a:endParaRPr lang="es-ES" sz="2000" dirty="0"/>
          </a:p>
        </p:txBody>
      </p:sp>
      <p:sp>
        <p:nvSpPr>
          <p:cNvPr id="11" name="CuadroTexto 10">
            <a:extLst>
              <a:ext uri="{FF2B5EF4-FFF2-40B4-BE49-F238E27FC236}">
                <a16:creationId xmlns:a16="http://schemas.microsoft.com/office/drawing/2014/main" id="{48A748B8-0C27-0E8D-E871-EBFD94561951}"/>
              </a:ext>
            </a:extLst>
          </p:cNvPr>
          <p:cNvSpPr txBox="1"/>
          <p:nvPr/>
        </p:nvSpPr>
        <p:spPr>
          <a:xfrm>
            <a:off x="288683" y="3949344"/>
            <a:ext cx="314325" cy="461665"/>
          </a:xfrm>
          <a:prstGeom prst="rect">
            <a:avLst/>
          </a:prstGeom>
          <a:noFill/>
        </p:spPr>
        <p:txBody>
          <a:bodyPr wrap="square" rtlCol="0">
            <a:spAutoFit/>
          </a:bodyPr>
          <a:lstStyle/>
          <a:p>
            <a:pPr algn="ctr"/>
            <a:r>
              <a:rPr lang="es-ES" sz="2400" dirty="0">
                <a:solidFill>
                  <a:srgbClr val="0070C0"/>
                </a:solidFill>
                <a:latin typeface="Amasis MT Pro" panose="02040504050005020304" pitchFamily="18" charset="0"/>
              </a:rPr>
              <a:t>B</a:t>
            </a:r>
          </a:p>
        </p:txBody>
      </p:sp>
      <p:sp>
        <p:nvSpPr>
          <p:cNvPr id="12" name="CuadroTexto 11">
            <a:extLst>
              <a:ext uri="{FF2B5EF4-FFF2-40B4-BE49-F238E27FC236}">
                <a16:creationId xmlns:a16="http://schemas.microsoft.com/office/drawing/2014/main" id="{419A2855-A8BF-85D2-4366-B59CA07CA47A}"/>
              </a:ext>
            </a:extLst>
          </p:cNvPr>
          <p:cNvSpPr txBox="1"/>
          <p:nvPr/>
        </p:nvSpPr>
        <p:spPr>
          <a:xfrm>
            <a:off x="1016837" y="3826233"/>
            <a:ext cx="3165108"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0070C0"/>
                </a:solidFill>
                <a:latin typeface="Amasis MT Pro" panose="02040504050005020304" pitchFamily="18" charset="0"/>
              </a:rPr>
              <a:t>permanecer</a:t>
            </a:r>
            <a:r>
              <a:rPr lang="es-ES" sz="2000" dirty="0">
                <a:solidFill>
                  <a:schemeClr val="bg2">
                    <a:lumMod val="25000"/>
                  </a:schemeClr>
                </a:solidFill>
                <a:latin typeface="Amasis MT Pro" panose="02040504050005020304" pitchFamily="18" charset="0"/>
              </a:rPr>
              <a:t> </a:t>
            </a:r>
            <a:r>
              <a:rPr lang="es-ES" sz="2000" dirty="0">
                <a:latin typeface="Amasis MT Pro" panose="02040504050005020304" pitchFamily="18" charset="0"/>
              </a:rPr>
              <a:t>en la  región</a:t>
            </a:r>
            <a:endParaRPr lang="es-ES" sz="2000" dirty="0"/>
          </a:p>
        </p:txBody>
      </p:sp>
      <p:sp>
        <p:nvSpPr>
          <p:cNvPr id="15" name="CuadroTexto 14">
            <a:extLst>
              <a:ext uri="{FF2B5EF4-FFF2-40B4-BE49-F238E27FC236}">
                <a16:creationId xmlns:a16="http://schemas.microsoft.com/office/drawing/2014/main" id="{A9493EC3-776D-74F4-1DA1-9EC85E58C1DE}"/>
              </a:ext>
            </a:extLst>
          </p:cNvPr>
          <p:cNvSpPr txBox="1"/>
          <p:nvPr/>
        </p:nvSpPr>
        <p:spPr>
          <a:xfrm>
            <a:off x="5127952" y="1772600"/>
            <a:ext cx="1900237"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Información</a:t>
            </a:r>
          </a:p>
        </p:txBody>
      </p:sp>
      <p:sp>
        <p:nvSpPr>
          <p:cNvPr id="16" name="CuadroTexto 15">
            <a:extLst>
              <a:ext uri="{FF2B5EF4-FFF2-40B4-BE49-F238E27FC236}">
                <a16:creationId xmlns:a16="http://schemas.microsoft.com/office/drawing/2014/main" id="{FF104609-C724-CBBA-F852-658D7BF74D6B}"/>
              </a:ext>
            </a:extLst>
          </p:cNvPr>
          <p:cNvSpPr txBox="1"/>
          <p:nvPr/>
        </p:nvSpPr>
        <p:spPr>
          <a:xfrm>
            <a:off x="5404838" y="2577650"/>
            <a:ext cx="1732409" cy="1015663"/>
          </a:xfrm>
          <a:prstGeom prst="rect">
            <a:avLst/>
          </a:prstGeom>
          <a:noFill/>
        </p:spPr>
        <p:txBody>
          <a:bodyPr wrap="square">
            <a:spAutoFit/>
          </a:bodyPr>
          <a:lstStyle/>
          <a:p>
            <a:r>
              <a:rPr lang="es-ES" sz="2000" dirty="0">
                <a:solidFill>
                  <a:srgbClr val="C00000"/>
                </a:solidFill>
                <a:latin typeface="Amasis MT Pro" panose="02040504050005020304" pitchFamily="18" charset="0"/>
              </a:rPr>
              <a:t>conoce</a:t>
            </a:r>
            <a:r>
              <a:rPr lang="es-ES" sz="2000" dirty="0">
                <a:latin typeface="Amasis MT Pro" panose="02040504050005020304" pitchFamily="18" charset="0"/>
              </a:rPr>
              <a:t> los movimientos del rival</a:t>
            </a:r>
            <a:endParaRPr lang="es-ES" sz="2000" dirty="0">
              <a:solidFill>
                <a:srgbClr val="0070C0"/>
              </a:solidFill>
            </a:endParaRPr>
          </a:p>
        </p:txBody>
      </p:sp>
      <p:sp>
        <p:nvSpPr>
          <p:cNvPr id="17" name="CuadroTexto 16">
            <a:extLst>
              <a:ext uri="{FF2B5EF4-FFF2-40B4-BE49-F238E27FC236}">
                <a16:creationId xmlns:a16="http://schemas.microsoft.com/office/drawing/2014/main" id="{3A1ECC79-387B-7E61-356F-3F86C9AD9D85}"/>
              </a:ext>
            </a:extLst>
          </p:cNvPr>
          <p:cNvSpPr txBox="1"/>
          <p:nvPr/>
        </p:nvSpPr>
        <p:spPr>
          <a:xfrm>
            <a:off x="5323209" y="3672346"/>
            <a:ext cx="1814038" cy="1015663"/>
          </a:xfrm>
          <a:prstGeom prst="rect">
            <a:avLst/>
          </a:prstGeom>
          <a:noFill/>
        </p:spPr>
        <p:txBody>
          <a:bodyPr wrap="square">
            <a:spAutoFit/>
          </a:bodyPr>
          <a:lstStyle/>
          <a:p>
            <a:r>
              <a:rPr lang="es-ES" sz="2000" dirty="0">
                <a:solidFill>
                  <a:srgbClr val="C00000"/>
                </a:solidFill>
                <a:latin typeface="Amasis MT Pro" panose="02040504050005020304" pitchFamily="18" charset="0"/>
              </a:rPr>
              <a:t>desconoce</a:t>
            </a:r>
            <a:r>
              <a:rPr lang="es-ES" sz="2000" dirty="0">
                <a:latin typeface="Amasis MT Pro" panose="02040504050005020304" pitchFamily="18" charset="0"/>
              </a:rPr>
              <a:t> los movimientos del rival</a:t>
            </a:r>
            <a:endParaRPr lang="es-ES" sz="2000" dirty="0">
              <a:solidFill>
                <a:srgbClr val="FFC000"/>
              </a:solidFill>
            </a:endParaRPr>
          </a:p>
        </p:txBody>
      </p:sp>
      <p:sp>
        <p:nvSpPr>
          <p:cNvPr id="21" name="Marcador de número de diapositiva 20">
            <a:extLst>
              <a:ext uri="{FF2B5EF4-FFF2-40B4-BE49-F238E27FC236}">
                <a16:creationId xmlns:a16="http://schemas.microsoft.com/office/drawing/2014/main" id="{227D6FC1-CC62-7AC0-5045-13EA2D44A2DE}"/>
              </a:ext>
            </a:extLst>
          </p:cNvPr>
          <p:cNvSpPr>
            <a:spLocks noGrp="1"/>
          </p:cNvSpPr>
          <p:nvPr>
            <p:ph type="sldNum" sz="quarter" idx="12"/>
          </p:nvPr>
        </p:nvSpPr>
        <p:spPr/>
        <p:txBody>
          <a:bodyPr/>
          <a:lstStyle/>
          <a:p>
            <a:fld id="{CC057153-B650-4DEB-B370-79DDCFDCE934}" type="slidenum">
              <a:rPr lang="en-US" smtClean="0"/>
              <a:pPr/>
              <a:t>35</a:t>
            </a:fld>
            <a:r>
              <a:rPr lang="en-US"/>
              <a:t>/32</a:t>
            </a:r>
            <a:endParaRPr lang="en-US" dirty="0"/>
          </a:p>
        </p:txBody>
      </p:sp>
      <p:sp>
        <p:nvSpPr>
          <p:cNvPr id="22" name="CuadroTexto 21">
            <a:extLst>
              <a:ext uri="{FF2B5EF4-FFF2-40B4-BE49-F238E27FC236}">
                <a16:creationId xmlns:a16="http://schemas.microsoft.com/office/drawing/2014/main" id="{723A72E3-90E4-8B37-A76C-2BD5E6FB2AE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Variantes del 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576EDB1F-A307-CD39-1015-00B563B70DB7}"/>
              </a:ext>
            </a:extLst>
          </p:cNvPr>
          <p:cNvSpPr txBox="1"/>
          <p:nvPr/>
        </p:nvSpPr>
        <p:spPr>
          <a:xfrm>
            <a:off x="4569152" y="2661374"/>
            <a:ext cx="558800"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sp>
        <p:nvSpPr>
          <p:cNvPr id="4" name="CuadroTexto 3">
            <a:extLst>
              <a:ext uri="{FF2B5EF4-FFF2-40B4-BE49-F238E27FC236}">
                <a16:creationId xmlns:a16="http://schemas.microsoft.com/office/drawing/2014/main" id="{7BA3A6B5-763F-FE9E-76E7-A3D4435C0A19}"/>
              </a:ext>
            </a:extLst>
          </p:cNvPr>
          <p:cNvSpPr txBox="1"/>
          <p:nvPr/>
        </p:nvSpPr>
        <p:spPr>
          <a:xfrm>
            <a:off x="4569337" y="3672346"/>
            <a:ext cx="558800"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sp>
        <p:nvSpPr>
          <p:cNvPr id="9" name="Abrir llave 8">
            <a:extLst>
              <a:ext uri="{FF2B5EF4-FFF2-40B4-BE49-F238E27FC236}">
                <a16:creationId xmlns:a16="http://schemas.microsoft.com/office/drawing/2014/main" id="{9C9EB58C-645F-7523-578B-0CEFC23D38E0}"/>
              </a:ext>
            </a:extLst>
          </p:cNvPr>
          <p:cNvSpPr/>
          <p:nvPr/>
        </p:nvSpPr>
        <p:spPr>
          <a:xfrm>
            <a:off x="7104751" y="2524919"/>
            <a:ext cx="330200" cy="2031326"/>
          </a:xfrm>
          <a:prstGeom prst="leftBrace">
            <a:avLst>
              <a:gd name="adj1" fmla="val 56410"/>
              <a:gd name="adj2" fmla="val 50000"/>
            </a:avLst>
          </a:prstGeom>
          <a:ln w="571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solidFill>
                <a:srgbClr val="C00000"/>
              </a:solidFill>
            </a:endParaRPr>
          </a:p>
        </p:txBody>
      </p:sp>
    </p:spTree>
    <p:extLst>
      <p:ext uri="{BB962C8B-B14F-4D97-AF65-F5344CB8AC3E}">
        <p14:creationId xmlns:p14="http://schemas.microsoft.com/office/powerpoint/2010/main" val="38454327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28321-2A74-58BD-F0EA-AD207CAFC46F}"/>
            </a:ext>
          </a:extLst>
        </p:cNvPr>
        <p:cNvGrpSpPr/>
        <p:nvPr/>
      </p:nvGrpSpPr>
      <p:grpSpPr>
        <a:xfrm>
          <a:off x="0" y="0"/>
          <a:ext cx="0" cy="0"/>
          <a:chOff x="0" y="0"/>
          <a:chExt cx="0" cy="0"/>
        </a:xfrm>
      </p:grpSpPr>
      <p:sp>
        <p:nvSpPr>
          <p:cNvPr id="12" name="Marcador de número de diapositiva 11">
            <a:extLst>
              <a:ext uri="{FF2B5EF4-FFF2-40B4-BE49-F238E27FC236}">
                <a16:creationId xmlns:a16="http://schemas.microsoft.com/office/drawing/2014/main" id="{04803859-9BE8-44DA-4D35-1A08BAFE8E34}"/>
              </a:ext>
            </a:extLst>
          </p:cNvPr>
          <p:cNvSpPr>
            <a:spLocks noGrp="1"/>
          </p:cNvSpPr>
          <p:nvPr>
            <p:ph type="sldNum" sz="quarter" idx="12"/>
          </p:nvPr>
        </p:nvSpPr>
        <p:spPr/>
        <p:txBody>
          <a:bodyPr/>
          <a:lstStyle/>
          <a:p>
            <a:fld id="{CC057153-B650-4DEB-B370-79DDCFDCE934}" type="slidenum">
              <a:rPr lang="en-US" smtClean="0"/>
              <a:pPr/>
              <a:t>36</a:t>
            </a:fld>
            <a:r>
              <a:rPr lang="en-US"/>
              <a:t>/32</a:t>
            </a:r>
            <a:endParaRPr lang="en-US" dirty="0"/>
          </a:p>
        </p:txBody>
      </p:sp>
      <p:sp>
        <p:nvSpPr>
          <p:cNvPr id="14" name="CuadroTexto 13">
            <a:extLst>
              <a:ext uri="{FF2B5EF4-FFF2-40B4-BE49-F238E27FC236}">
                <a16:creationId xmlns:a16="http://schemas.microsoft.com/office/drawing/2014/main" id="{5D52F8BE-A894-50A3-11DD-A58A4181963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8" name="Imagen 7">
            <a:extLst>
              <a:ext uri="{FF2B5EF4-FFF2-40B4-BE49-F238E27FC236}">
                <a16:creationId xmlns:a16="http://schemas.microsoft.com/office/drawing/2014/main" id="{B0F65668-2CC7-93C6-2F6F-A4F844201012}"/>
              </a:ext>
            </a:extLst>
          </p:cNvPr>
          <p:cNvPicPr>
            <a:picLocks noChangeAspect="1"/>
          </p:cNvPicPr>
          <p:nvPr/>
        </p:nvPicPr>
        <p:blipFill>
          <a:blip r:embed="rId3"/>
          <a:stretch>
            <a:fillRect/>
          </a:stretch>
        </p:blipFill>
        <p:spPr>
          <a:xfrm>
            <a:off x="317445" y="1725772"/>
            <a:ext cx="3941970" cy="4355242"/>
          </a:xfrm>
          <a:prstGeom prst="rect">
            <a:avLst/>
          </a:prstGeom>
        </p:spPr>
      </p:pic>
      <p:pic>
        <p:nvPicPr>
          <p:cNvPr id="13" name="Imagen 12">
            <a:extLst>
              <a:ext uri="{FF2B5EF4-FFF2-40B4-BE49-F238E27FC236}">
                <a16:creationId xmlns:a16="http://schemas.microsoft.com/office/drawing/2014/main" id="{2C2F8D12-156C-D213-E11E-4FBCACF1BD35}"/>
              </a:ext>
            </a:extLst>
          </p:cNvPr>
          <p:cNvPicPr>
            <a:picLocks noChangeAspect="1"/>
          </p:cNvPicPr>
          <p:nvPr/>
        </p:nvPicPr>
        <p:blipFill>
          <a:blip r:embed="rId4"/>
          <a:stretch>
            <a:fillRect/>
          </a:stretch>
        </p:blipFill>
        <p:spPr>
          <a:xfrm>
            <a:off x="4629296" y="1726713"/>
            <a:ext cx="3949918" cy="4410874"/>
          </a:xfrm>
          <a:prstGeom prst="rect">
            <a:avLst/>
          </a:prstGeom>
        </p:spPr>
      </p:pic>
      <p:sp>
        <p:nvSpPr>
          <p:cNvPr id="16" name="CuadroTexto 15">
            <a:extLst>
              <a:ext uri="{FF2B5EF4-FFF2-40B4-BE49-F238E27FC236}">
                <a16:creationId xmlns:a16="http://schemas.microsoft.com/office/drawing/2014/main" id="{0577110B-6494-21C0-55BD-C6BEF1801AEC}"/>
              </a:ext>
            </a:extLst>
          </p:cNvPr>
          <p:cNvSpPr txBox="1"/>
          <p:nvPr/>
        </p:nvSpPr>
        <p:spPr>
          <a:xfrm>
            <a:off x="1572293" y="6024441"/>
            <a:ext cx="1432274" cy="646331"/>
          </a:xfrm>
          <a:prstGeom prst="rect">
            <a:avLst/>
          </a:prstGeom>
          <a:noFill/>
        </p:spPr>
        <p:txBody>
          <a:bodyPr wrap="square" rtlCol="0">
            <a:spAutoFit/>
          </a:bodyPr>
          <a:lstStyle/>
          <a:p>
            <a:r>
              <a:rPr lang="es-ES" dirty="0">
                <a:latin typeface="Amasis MT Pro" panose="02040504050005020304" pitchFamily="18" charset="0"/>
              </a:rPr>
              <a:t>Conjunto victoria de </a:t>
            </a:r>
            <a:r>
              <a:rPr lang="es-ES" dirty="0">
                <a:solidFill>
                  <a:srgbClr val="F5720F"/>
                </a:solidFill>
                <a:latin typeface="Amasis MT Pro" panose="02040504050005020304" pitchFamily="18" charset="0"/>
              </a:rPr>
              <a:t>A</a:t>
            </a:r>
          </a:p>
        </p:txBody>
      </p:sp>
      <p:sp>
        <p:nvSpPr>
          <p:cNvPr id="17" name="CuadroTexto 16">
            <a:extLst>
              <a:ext uri="{FF2B5EF4-FFF2-40B4-BE49-F238E27FC236}">
                <a16:creationId xmlns:a16="http://schemas.microsoft.com/office/drawing/2014/main" id="{F3B7B60A-0EA1-1E81-7125-ABC5A1844538}"/>
              </a:ext>
            </a:extLst>
          </p:cNvPr>
          <p:cNvSpPr txBox="1"/>
          <p:nvPr/>
        </p:nvSpPr>
        <p:spPr>
          <a:xfrm>
            <a:off x="6160751" y="6081014"/>
            <a:ext cx="1432274" cy="646331"/>
          </a:xfrm>
          <a:prstGeom prst="rect">
            <a:avLst/>
          </a:prstGeom>
          <a:noFill/>
        </p:spPr>
        <p:txBody>
          <a:bodyPr wrap="square" rtlCol="0">
            <a:spAutoFit/>
          </a:bodyPr>
          <a:lstStyle/>
          <a:p>
            <a:r>
              <a:rPr lang="es-ES" dirty="0">
                <a:latin typeface="Amasis MT Pro" panose="02040504050005020304" pitchFamily="18" charset="0"/>
              </a:rPr>
              <a:t>Conjunto victoria de </a:t>
            </a:r>
            <a:r>
              <a:rPr lang="es-ES" dirty="0">
                <a:solidFill>
                  <a:srgbClr val="0072BD"/>
                </a:solidFill>
                <a:latin typeface="Amasis MT Pro" panose="02040504050005020304" pitchFamily="18" charset="0"/>
              </a:rPr>
              <a:t>B</a:t>
            </a:r>
          </a:p>
        </p:txBody>
      </p:sp>
      <p:sp>
        <p:nvSpPr>
          <p:cNvPr id="15" name="Rectángulo 14">
            <a:extLst>
              <a:ext uri="{FF2B5EF4-FFF2-40B4-BE49-F238E27FC236}">
                <a16:creationId xmlns:a16="http://schemas.microsoft.com/office/drawing/2014/main" id="{C3C2255D-16BF-9955-FF0F-CC24FF29CDC0}"/>
              </a:ext>
            </a:extLst>
          </p:cNvPr>
          <p:cNvSpPr/>
          <p:nvPr/>
        </p:nvSpPr>
        <p:spPr>
          <a:xfrm>
            <a:off x="629920" y="1670140"/>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23C8C208-3FE3-8154-5A33-F944F7BFE2D5}"/>
              </a:ext>
            </a:extLst>
          </p:cNvPr>
          <p:cNvSpPr/>
          <p:nvPr/>
        </p:nvSpPr>
        <p:spPr>
          <a:xfrm>
            <a:off x="4968130" y="1586258"/>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991533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CA768-AFBF-5DA9-0C9D-0545AFD358DD}"/>
            </a:ext>
          </a:extLst>
        </p:cNvPr>
        <p:cNvGrpSpPr/>
        <p:nvPr/>
      </p:nvGrpSpPr>
      <p:grpSpPr>
        <a:xfrm>
          <a:off x="0" y="0"/>
          <a:ext cx="0" cy="0"/>
          <a:chOff x="0" y="0"/>
          <a:chExt cx="0" cy="0"/>
        </a:xfrm>
      </p:grpSpPr>
      <p:sp>
        <p:nvSpPr>
          <p:cNvPr id="10" name="Marcador de número de diapositiva 9">
            <a:extLst>
              <a:ext uri="{FF2B5EF4-FFF2-40B4-BE49-F238E27FC236}">
                <a16:creationId xmlns:a16="http://schemas.microsoft.com/office/drawing/2014/main" id="{3F913A34-ACD3-611A-DCC0-9EB0F6F66CD7}"/>
              </a:ext>
            </a:extLst>
          </p:cNvPr>
          <p:cNvSpPr>
            <a:spLocks noGrp="1"/>
          </p:cNvSpPr>
          <p:nvPr>
            <p:ph type="sldNum" sz="quarter" idx="12"/>
          </p:nvPr>
        </p:nvSpPr>
        <p:spPr/>
        <p:txBody>
          <a:bodyPr/>
          <a:lstStyle/>
          <a:p>
            <a:fld id="{CC057153-B650-4DEB-B370-79DDCFDCE934}" type="slidenum">
              <a:rPr lang="en-US" smtClean="0"/>
              <a:pPr/>
              <a:t>37</a:t>
            </a:fld>
            <a:r>
              <a:rPr lang="en-US"/>
              <a:t>/32</a:t>
            </a:r>
            <a:endParaRPr lang="en-US" dirty="0"/>
          </a:p>
        </p:txBody>
      </p:sp>
      <p:sp>
        <p:nvSpPr>
          <p:cNvPr id="11" name="CuadroTexto 10">
            <a:extLst>
              <a:ext uri="{FF2B5EF4-FFF2-40B4-BE49-F238E27FC236}">
                <a16:creationId xmlns:a16="http://schemas.microsoft.com/office/drawing/2014/main" id="{3C93F234-599A-DC54-2AE9-E2F4951E5131}"/>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7" name="Imagen 6">
            <a:extLst>
              <a:ext uri="{FF2B5EF4-FFF2-40B4-BE49-F238E27FC236}">
                <a16:creationId xmlns:a16="http://schemas.microsoft.com/office/drawing/2014/main" id="{286F45A3-C8F1-97AE-42E7-D620030201A5}"/>
              </a:ext>
            </a:extLst>
          </p:cNvPr>
          <p:cNvPicPr>
            <a:picLocks noChangeAspect="1"/>
          </p:cNvPicPr>
          <p:nvPr/>
        </p:nvPicPr>
        <p:blipFill>
          <a:blip r:embed="rId3"/>
          <a:stretch>
            <a:fillRect/>
          </a:stretch>
        </p:blipFill>
        <p:spPr>
          <a:xfrm>
            <a:off x="569120" y="1339665"/>
            <a:ext cx="3829233" cy="4718235"/>
          </a:xfrm>
          <a:prstGeom prst="rect">
            <a:avLst/>
          </a:prstGeom>
        </p:spPr>
      </p:pic>
      <p:pic>
        <p:nvPicPr>
          <p:cNvPr id="16" name="Imagen 15">
            <a:extLst>
              <a:ext uri="{FF2B5EF4-FFF2-40B4-BE49-F238E27FC236}">
                <a16:creationId xmlns:a16="http://schemas.microsoft.com/office/drawing/2014/main" id="{F4FC1DBA-81E2-6B2F-CEA8-31F1ACCAD470}"/>
              </a:ext>
            </a:extLst>
          </p:cNvPr>
          <p:cNvPicPr>
            <a:picLocks noChangeAspect="1"/>
          </p:cNvPicPr>
          <p:nvPr/>
        </p:nvPicPr>
        <p:blipFill>
          <a:blip r:embed="rId4"/>
          <a:stretch>
            <a:fillRect/>
          </a:stretch>
        </p:blipFill>
        <p:spPr>
          <a:xfrm>
            <a:off x="4320019" y="1386371"/>
            <a:ext cx="4823980" cy="4718235"/>
          </a:xfrm>
          <a:prstGeom prst="rect">
            <a:avLst/>
          </a:prstGeom>
        </p:spPr>
      </p:pic>
    </p:spTree>
    <p:extLst>
      <p:ext uri="{BB962C8B-B14F-4D97-AF65-F5344CB8AC3E}">
        <p14:creationId xmlns:p14="http://schemas.microsoft.com/office/powerpoint/2010/main" val="27777349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692B-192B-7AFC-69C2-0342C898080A}"/>
            </a:ext>
          </a:extLst>
        </p:cNvPr>
        <p:cNvGrpSpPr/>
        <p:nvPr/>
      </p:nvGrpSpPr>
      <p:grpSpPr>
        <a:xfrm>
          <a:off x="0" y="0"/>
          <a:ext cx="0" cy="0"/>
          <a:chOff x="0" y="0"/>
          <a:chExt cx="0" cy="0"/>
        </a:xfrm>
      </p:grpSpPr>
      <p:sp>
        <p:nvSpPr>
          <p:cNvPr id="10" name="Marcador de número de diapositiva 9">
            <a:extLst>
              <a:ext uri="{FF2B5EF4-FFF2-40B4-BE49-F238E27FC236}">
                <a16:creationId xmlns:a16="http://schemas.microsoft.com/office/drawing/2014/main" id="{9257CC74-445D-4B84-A5D9-84FD5CF97661}"/>
              </a:ext>
            </a:extLst>
          </p:cNvPr>
          <p:cNvSpPr>
            <a:spLocks noGrp="1"/>
          </p:cNvSpPr>
          <p:nvPr>
            <p:ph type="sldNum" sz="quarter" idx="12"/>
          </p:nvPr>
        </p:nvSpPr>
        <p:spPr/>
        <p:txBody>
          <a:bodyPr/>
          <a:lstStyle/>
          <a:p>
            <a:fld id="{CC057153-B650-4DEB-B370-79DDCFDCE934}" type="slidenum">
              <a:rPr lang="en-US" smtClean="0"/>
              <a:pPr/>
              <a:t>38</a:t>
            </a:fld>
            <a:r>
              <a:rPr lang="en-US"/>
              <a:t>/32</a:t>
            </a:r>
            <a:endParaRPr lang="en-US" dirty="0"/>
          </a:p>
        </p:txBody>
      </p:sp>
      <p:sp>
        <p:nvSpPr>
          <p:cNvPr id="11" name="CuadroTexto 10">
            <a:extLst>
              <a:ext uri="{FF2B5EF4-FFF2-40B4-BE49-F238E27FC236}">
                <a16:creationId xmlns:a16="http://schemas.microsoft.com/office/drawing/2014/main" id="{AD39CE45-DE73-7F03-5BD9-BD3329C5BC5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2" name="Imagen 1">
            <a:extLst>
              <a:ext uri="{FF2B5EF4-FFF2-40B4-BE49-F238E27FC236}">
                <a16:creationId xmlns:a16="http://schemas.microsoft.com/office/drawing/2014/main" id="{00224A63-03CC-AA96-9E8D-3FFF14789A91}"/>
              </a:ext>
            </a:extLst>
          </p:cNvPr>
          <p:cNvPicPr>
            <a:picLocks noChangeAspect="1"/>
          </p:cNvPicPr>
          <p:nvPr/>
        </p:nvPicPr>
        <p:blipFill>
          <a:blip r:embed="rId3"/>
          <a:stretch>
            <a:fillRect/>
          </a:stretch>
        </p:blipFill>
        <p:spPr>
          <a:xfrm>
            <a:off x="4461477" y="1339664"/>
            <a:ext cx="4619397" cy="4718235"/>
          </a:xfrm>
          <a:prstGeom prst="rect">
            <a:avLst/>
          </a:prstGeom>
        </p:spPr>
      </p:pic>
      <p:pic>
        <p:nvPicPr>
          <p:cNvPr id="3" name="Imagen 2">
            <a:extLst>
              <a:ext uri="{FF2B5EF4-FFF2-40B4-BE49-F238E27FC236}">
                <a16:creationId xmlns:a16="http://schemas.microsoft.com/office/drawing/2014/main" id="{414CD137-F6B3-4775-DF18-6CA0554F53EF}"/>
              </a:ext>
            </a:extLst>
          </p:cNvPr>
          <p:cNvPicPr>
            <a:picLocks noChangeAspect="1"/>
          </p:cNvPicPr>
          <p:nvPr/>
        </p:nvPicPr>
        <p:blipFill>
          <a:blip r:embed="rId4"/>
          <a:stretch>
            <a:fillRect/>
          </a:stretch>
        </p:blipFill>
        <p:spPr>
          <a:xfrm>
            <a:off x="479188" y="1323439"/>
            <a:ext cx="3982289" cy="4718235"/>
          </a:xfrm>
          <a:prstGeom prst="rect">
            <a:avLst/>
          </a:prstGeom>
        </p:spPr>
      </p:pic>
    </p:spTree>
    <p:extLst>
      <p:ext uri="{BB962C8B-B14F-4D97-AF65-F5344CB8AC3E}">
        <p14:creationId xmlns:p14="http://schemas.microsoft.com/office/powerpoint/2010/main" val="3987242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01AE5DF-C1CF-1F90-F470-7A7458E0A756}"/>
              </a:ext>
            </a:extLst>
          </p:cNvPr>
          <p:cNvSpPr>
            <a:spLocks noGrp="1"/>
          </p:cNvSpPr>
          <p:nvPr>
            <p:ph type="sldNum" sz="quarter" idx="12"/>
          </p:nvPr>
        </p:nvSpPr>
        <p:spPr/>
        <p:txBody>
          <a:bodyPr/>
          <a:lstStyle/>
          <a:p>
            <a:fld id="{CC057153-B650-4DEB-B370-79DDCFDCE934}" type="slidenum">
              <a:rPr lang="en-US" smtClean="0"/>
              <a:pPr/>
              <a:t>39</a:t>
            </a:fld>
            <a:r>
              <a:rPr lang="en-US"/>
              <a:t>/32</a:t>
            </a:r>
            <a:endParaRPr lang="en-US" dirty="0"/>
          </a:p>
        </p:txBody>
      </p:sp>
      <p:pic>
        <p:nvPicPr>
          <p:cNvPr id="18" name="Imagen 17">
            <a:extLst>
              <a:ext uri="{FF2B5EF4-FFF2-40B4-BE49-F238E27FC236}">
                <a16:creationId xmlns:a16="http://schemas.microsoft.com/office/drawing/2014/main" id="{AE516C3D-40CC-194B-8ECC-B7A9AD3B09B1}"/>
              </a:ext>
            </a:extLst>
          </p:cNvPr>
          <p:cNvPicPr>
            <a:picLocks noChangeAspect="1"/>
          </p:cNvPicPr>
          <p:nvPr/>
        </p:nvPicPr>
        <p:blipFill>
          <a:blip r:embed="rId2"/>
          <a:stretch>
            <a:fillRect/>
          </a:stretch>
        </p:blipFill>
        <p:spPr>
          <a:xfrm>
            <a:off x="447114" y="1323439"/>
            <a:ext cx="4243958" cy="4718235"/>
          </a:xfrm>
          <a:prstGeom prst="rect">
            <a:avLst/>
          </a:prstGeom>
        </p:spPr>
      </p:pic>
      <p:pic>
        <p:nvPicPr>
          <p:cNvPr id="19" name="Imagen 18">
            <a:extLst>
              <a:ext uri="{FF2B5EF4-FFF2-40B4-BE49-F238E27FC236}">
                <a16:creationId xmlns:a16="http://schemas.microsoft.com/office/drawing/2014/main" id="{AAA0F3A0-AC67-5DBD-2474-0B7C13AC98A9}"/>
              </a:ext>
            </a:extLst>
          </p:cNvPr>
          <p:cNvPicPr>
            <a:picLocks noChangeAspect="1"/>
          </p:cNvPicPr>
          <p:nvPr/>
        </p:nvPicPr>
        <p:blipFill>
          <a:blip r:embed="rId3"/>
          <a:stretch>
            <a:fillRect/>
          </a:stretch>
        </p:blipFill>
        <p:spPr>
          <a:xfrm>
            <a:off x="4474880" y="1372115"/>
            <a:ext cx="4621318" cy="4718234"/>
          </a:xfrm>
          <a:prstGeom prst="rect">
            <a:avLst/>
          </a:prstGeom>
        </p:spPr>
      </p:pic>
      <p:sp>
        <p:nvSpPr>
          <p:cNvPr id="20" name="CuadroTexto 19">
            <a:extLst>
              <a:ext uri="{FF2B5EF4-FFF2-40B4-BE49-F238E27FC236}">
                <a16:creationId xmlns:a16="http://schemas.microsoft.com/office/drawing/2014/main" id="{95F46266-86CA-1C17-C9D1-7A06F9C2756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6366333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A10F8-D39E-08BC-6F52-AC24C5B938F6}"/>
            </a:ext>
          </a:extLst>
        </p:cNvPr>
        <p:cNvGrpSpPr/>
        <p:nvPr/>
      </p:nvGrpSpPr>
      <p:grpSpPr>
        <a:xfrm>
          <a:off x="0" y="0"/>
          <a:ext cx="0" cy="0"/>
          <a:chOff x="0" y="0"/>
          <a:chExt cx="0" cy="0"/>
        </a:xfrm>
      </p:grpSpPr>
      <p:sp>
        <p:nvSpPr>
          <p:cNvPr id="2" name="Elipse 1">
            <a:extLst>
              <a:ext uri="{FF2B5EF4-FFF2-40B4-BE49-F238E27FC236}">
                <a16:creationId xmlns:a16="http://schemas.microsoft.com/office/drawing/2014/main" id="{3816CFDA-698E-DD21-A447-E307514EF980}"/>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Marcador de número de diapositiva 12">
            <a:extLst>
              <a:ext uri="{FF2B5EF4-FFF2-40B4-BE49-F238E27FC236}">
                <a16:creationId xmlns:a16="http://schemas.microsoft.com/office/drawing/2014/main" id="{9C830E11-D438-6C3C-66E1-4C560D0E31AF}"/>
              </a:ext>
            </a:extLst>
          </p:cNvPr>
          <p:cNvSpPr>
            <a:spLocks noGrp="1"/>
          </p:cNvSpPr>
          <p:nvPr>
            <p:ph type="sldNum" sz="quarter" idx="12"/>
          </p:nvPr>
        </p:nvSpPr>
        <p:spPr/>
        <p:txBody>
          <a:bodyPr/>
          <a:lstStyle/>
          <a:p>
            <a:fld id="{CC057153-B650-4DEB-B370-79DDCFDCE934}" type="slidenum">
              <a:rPr lang="en-US" smtClean="0"/>
              <a:pPr/>
              <a:t>40</a:t>
            </a:fld>
            <a:r>
              <a:rPr lang="en-US"/>
              <a:t>/32</a:t>
            </a:r>
            <a:endParaRPr lang="en-US" dirty="0"/>
          </a:p>
        </p:txBody>
      </p:sp>
      <p:sp>
        <p:nvSpPr>
          <p:cNvPr id="14" name="CuadroTexto 13">
            <a:extLst>
              <a:ext uri="{FF2B5EF4-FFF2-40B4-BE49-F238E27FC236}">
                <a16:creationId xmlns:a16="http://schemas.microsoft.com/office/drawing/2014/main" id="{40562016-82CF-7E68-224E-7EAD86FDC44A}"/>
              </a:ext>
            </a:extLst>
          </p:cNvPr>
          <p:cNvSpPr txBox="1"/>
          <p:nvPr/>
        </p:nvSpPr>
        <p:spPr>
          <a:xfrm>
            <a:off x="-5694" y="0"/>
            <a:ext cx="9149693" cy="2123658"/>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¿Por qué nadie gana en esas zonas?</a:t>
            </a:r>
            <a:endParaRPr lang="es-ES" sz="80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D888160F-61DD-D182-2BF2-3D6B203DE71B}"/>
              </a:ext>
            </a:extLst>
          </p:cNvPr>
          <p:cNvSpPr txBox="1"/>
          <p:nvPr/>
        </p:nvSpPr>
        <p:spPr>
          <a:xfrm>
            <a:off x="4714250" y="4642247"/>
            <a:ext cx="3619500" cy="1569660"/>
          </a:xfrm>
          <a:prstGeom prst="rect">
            <a:avLst/>
          </a:prstGeom>
          <a:noFill/>
        </p:spPr>
        <p:txBody>
          <a:bodyPr wrap="square" rtlCol="0">
            <a:spAutoFit/>
          </a:bodyPr>
          <a:lstStyle/>
          <a:p>
            <a:pPr algn="ctr"/>
            <a:r>
              <a:rPr lang="es-ES" sz="3200" dirty="0">
                <a:solidFill>
                  <a:srgbClr val="00B050"/>
                </a:solidFill>
                <a:latin typeface="Amasis MT Pro" panose="02040504050005020304" pitchFamily="18" charset="0"/>
              </a:rPr>
              <a:t>Diferencia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entre conjunto</a:t>
            </a:r>
            <a:r>
              <a:rPr lang="es-ES" sz="3200" dirty="0">
                <a:solidFill>
                  <a:schemeClr val="bg2">
                    <a:lumMod val="25000"/>
                  </a:schemeClr>
                </a:solidFill>
                <a:latin typeface="Amasis MT Pro" panose="02040504050005020304" pitchFamily="18" charset="0"/>
              </a:rPr>
              <a:t> </a:t>
            </a:r>
            <a:r>
              <a:rPr lang="es-ES" sz="3200" dirty="0">
                <a:solidFill>
                  <a:srgbClr val="0070C0"/>
                </a:solidFill>
                <a:latin typeface="Amasis MT Pro" panose="02040504050005020304" pitchFamily="18" charset="0"/>
              </a:rPr>
              <a:t>informado</a:t>
            </a:r>
            <a:r>
              <a:rPr lang="es-ES" sz="3200" dirty="0">
                <a:solidFill>
                  <a:schemeClr val="bg2">
                    <a:lumMod val="25000"/>
                  </a:schemeClr>
                </a:solidFill>
                <a:latin typeface="Amasis MT Pro" panose="02040504050005020304" pitchFamily="18" charset="0"/>
              </a:rPr>
              <a:t> e </a:t>
            </a:r>
            <a:r>
              <a:rPr lang="es-ES" sz="3200" dirty="0">
                <a:solidFill>
                  <a:srgbClr val="C00000"/>
                </a:solidFill>
                <a:latin typeface="Amasis MT Pro" panose="02040504050005020304" pitchFamily="18" charset="0"/>
              </a:rPr>
              <a:t>ignorante</a:t>
            </a:r>
          </a:p>
        </p:txBody>
      </p:sp>
      <p:sp>
        <p:nvSpPr>
          <p:cNvPr id="4" name="CuadroTexto 3">
            <a:extLst>
              <a:ext uri="{FF2B5EF4-FFF2-40B4-BE49-F238E27FC236}">
                <a16:creationId xmlns:a16="http://schemas.microsoft.com/office/drawing/2014/main" id="{788472D7-9285-C8C2-A402-99AE260D65F6}"/>
              </a:ext>
            </a:extLst>
          </p:cNvPr>
          <p:cNvSpPr txBox="1"/>
          <p:nvPr/>
        </p:nvSpPr>
        <p:spPr>
          <a:xfrm>
            <a:off x="613430" y="4888468"/>
            <a:ext cx="3590088" cy="1077218"/>
          </a:xfrm>
          <a:prstGeom prst="rect">
            <a:avLst/>
          </a:prstGeom>
          <a:noFill/>
        </p:spPr>
        <p:txBody>
          <a:bodyPr wrap="square" rtlCol="0">
            <a:spAutoFit/>
          </a:bodyPr>
          <a:lstStyle/>
          <a:p>
            <a:pPr algn="ctr"/>
            <a:r>
              <a:rPr lang="es-ES" sz="3200" dirty="0">
                <a:latin typeface="Amasis MT Pro" panose="02040504050005020304" pitchFamily="18" charset="0"/>
              </a:rPr>
              <a:t>Región donde </a:t>
            </a:r>
            <a:r>
              <a:rPr lang="es-ES" sz="3200" dirty="0">
                <a:solidFill>
                  <a:srgbClr val="0070C0"/>
                </a:solidFill>
                <a:latin typeface="Amasis MT Pro" panose="02040504050005020304" pitchFamily="18" charset="0"/>
              </a:rPr>
              <a:t>nadie gana</a:t>
            </a:r>
          </a:p>
        </p:txBody>
      </p:sp>
      <p:sp>
        <p:nvSpPr>
          <p:cNvPr id="8" name="CuadroTexto 7">
            <a:extLst>
              <a:ext uri="{FF2B5EF4-FFF2-40B4-BE49-F238E27FC236}">
                <a16:creationId xmlns:a16="http://schemas.microsoft.com/office/drawing/2014/main" id="{1EDF81F8-D55D-BC0D-0721-2AAEA17F4844}"/>
              </a:ext>
            </a:extLst>
          </p:cNvPr>
          <p:cNvSpPr txBox="1"/>
          <p:nvPr/>
        </p:nvSpPr>
        <p:spPr>
          <a:xfrm>
            <a:off x="4018773" y="4965412"/>
            <a:ext cx="368986"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pic>
        <p:nvPicPr>
          <p:cNvPr id="10" name="Imagen 9">
            <a:extLst>
              <a:ext uri="{FF2B5EF4-FFF2-40B4-BE49-F238E27FC236}">
                <a16:creationId xmlns:a16="http://schemas.microsoft.com/office/drawing/2014/main" id="{3E05F658-FB53-7CB3-3B11-CF683E4A6DF7}"/>
              </a:ext>
            </a:extLst>
          </p:cNvPr>
          <p:cNvPicPr>
            <a:picLocks noChangeAspect="1"/>
          </p:cNvPicPr>
          <p:nvPr/>
        </p:nvPicPr>
        <p:blipFill>
          <a:blip r:embed="rId3"/>
          <a:stretch>
            <a:fillRect/>
          </a:stretch>
        </p:blipFill>
        <p:spPr>
          <a:xfrm>
            <a:off x="146021" y="2200602"/>
            <a:ext cx="4639884" cy="1952121"/>
          </a:xfrm>
          <a:prstGeom prst="rect">
            <a:avLst/>
          </a:prstGeom>
        </p:spPr>
      </p:pic>
      <p:pic>
        <p:nvPicPr>
          <p:cNvPr id="12" name="Imagen 11">
            <a:extLst>
              <a:ext uri="{FF2B5EF4-FFF2-40B4-BE49-F238E27FC236}">
                <a16:creationId xmlns:a16="http://schemas.microsoft.com/office/drawing/2014/main" id="{95D8A380-6E40-A69B-433C-1CC1F2977675}"/>
              </a:ext>
            </a:extLst>
          </p:cNvPr>
          <p:cNvPicPr>
            <a:picLocks noChangeAspect="1"/>
          </p:cNvPicPr>
          <p:nvPr/>
        </p:nvPicPr>
        <p:blipFill>
          <a:blip r:embed="rId4"/>
          <a:stretch>
            <a:fillRect/>
          </a:stretch>
        </p:blipFill>
        <p:spPr>
          <a:xfrm>
            <a:off x="4860290" y="2856848"/>
            <a:ext cx="3405595" cy="639630"/>
          </a:xfrm>
          <a:prstGeom prst="rect">
            <a:avLst/>
          </a:prstGeom>
        </p:spPr>
      </p:pic>
      <p:pic>
        <p:nvPicPr>
          <p:cNvPr id="19" name="Imagen 18">
            <a:extLst>
              <a:ext uri="{FF2B5EF4-FFF2-40B4-BE49-F238E27FC236}">
                <a16:creationId xmlns:a16="http://schemas.microsoft.com/office/drawing/2014/main" id="{D147DF13-D74C-92E9-3367-FF867CC37FFA}"/>
              </a:ext>
            </a:extLst>
          </p:cNvPr>
          <p:cNvPicPr>
            <a:picLocks noChangeAspect="1"/>
          </p:cNvPicPr>
          <p:nvPr/>
        </p:nvPicPr>
        <p:blipFill>
          <a:blip r:embed="rId5"/>
          <a:stretch>
            <a:fillRect/>
          </a:stretch>
        </p:blipFill>
        <p:spPr>
          <a:xfrm>
            <a:off x="5917973" y="3496478"/>
            <a:ext cx="2273527" cy="611298"/>
          </a:xfrm>
          <a:prstGeom prst="rect">
            <a:avLst/>
          </a:prstGeom>
        </p:spPr>
      </p:pic>
    </p:spTree>
    <p:extLst>
      <p:ext uri="{BB962C8B-B14F-4D97-AF65-F5344CB8AC3E}">
        <p14:creationId xmlns:p14="http://schemas.microsoft.com/office/powerpoint/2010/main" val="11323607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3EE52-43BD-BBDC-E115-9FAA12E76BC6}"/>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9AB48CF0-6AE7-5BEA-466C-730DF26C8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954" y="1267574"/>
            <a:ext cx="6826395" cy="5121746"/>
          </a:xfrm>
          <a:prstGeom prst="rect">
            <a:avLst/>
          </a:prstGeom>
        </p:spPr>
      </p:pic>
      <p:sp>
        <p:nvSpPr>
          <p:cNvPr id="2" name="Elipse 1">
            <a:extLst>
              <a:ext uri="{FF2B5EF4-FFF2-40B4-BE49-F238E27FC236}">
                <a16:creationId xmlns:a16="http://schemas.microsoft.com/office/drawing/2014/main" id="{8E12466F-0BDE-BFF0-4041-B1F465E2C55E}"/>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Marcador de número de diapositiva 12">
            <a:extLst>
              <a:ext uri="{FF2B5EF4-FFF2-40B4-BE49-F238E27FC236}">
                <a16:creationId xmlns:a16="http://schemas.microsoft.com/office/drawing/2014/main" id="{C1685C7B-DA9F-7141-54F0-EA20B9E4044F}"/>
              </a:ext>
            </a:extLst>
          </p:cNvPr>
          <p:cNvSpPr>
            <a:spLocks noGrp="1"/>
          </p:cNvSpPr>
          <p:nvPr>
            <p:ph type="sldNum" sz="quarter" idx="12"/>
          </p:nvPr>
        </p:nvSpPr>
        <p:spPr/>
        <p:txBody>
          <a:bodyPr/>
          <a:lstStyle/>
          <a:p>
            <a:fld id="{CC057153-B650-4DEB-B370-79DDCFDCE934}" type="slidenum">
              <a:rPr lang="en-US" smtClean="0"/>
              <a:pPr/>
              <a:t>41</a:t>
            </a:fld>
            <a:r>
              <a:rPr lang="en-US"/>
              <a:t>/32</a:t>
            </a:r>
            <a:endParaRPr lang="en-US" dirty="0"/>
          </a:p>
        </p:txBody>
      </p:sp>
      <p:sp>
        <p:nvSpPr>
          <p:cNvPr id="14" name="CuadroTexto 13">
            <a:extLst>
              <a:ext uri="{FF2B5EF4-FFF2-40B4-BE49-F238E27FC236}">
                <a16:creationId xmlns:a16="http://schemas.microsoft.com/office/drawing/2014/main" id="{AD3E3231-3117-4F15-4DD6-0EF11551620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Importancia de la información</a:t>
            </a:r>
            <a:endParaRPr lang="es-ES" sz="6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5334366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60A5B-AD4E-F761-5393-71BEBD8A206C}"/>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1CD02853-839A-397C-E9CC-6BA6892EBC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0600" y="815340"/>
            <a:ext cx="13679674" cy="5918499"/>
          </a:xfrm>
          <a:prstGeom prst="rect">
            <a:avLst/>
          </a:prstGeom>
        </p:spPr>
      </p:pic>
      <p:sp>
        <p:nvSpPr>
          <p:cNvPr id="10" name="Marcador de número de diapositiva 9">
            <a:extLst>
              <a:ext uri="{FF2B5EF4-FFF2-40B4-BE49-F238E27FC236}">
                <a16:creationId xmlns:a16="http://schemas.microsoft.com/office/drawing/2014/main" id="{8DD03919-F990-61FE-B93E-6531FDDDF5FD}"/>
              </a:ext>
            </a:extLst>
          </p:cNvPr>
          <p:cNvSpPr>
            <a:spLocks noGrp="1"/>
          </p:cNvSpPr>
          <p:nvPr>
            <p:ph type="sldNum" sz="quarter" idx="12"/>
          </p:nvPr>
        </p:nvSpPr>
        <p:spPr/>
        <p:txBody>
          <a:bodyPr/>
          <a:lstStyle/>
          <a:p>
            <a:fld id="{CC057153-B650-4DEB-B370-79DDCFDCE934}" type="slidenum">
              <a:rPr lang="en-US" smtClean="0"/>
              <a:pPr/>
              <a:t>42</a:t>
            </a:fld>
            <a:r>
              <a:rPr lang="en-US"/>
              <a:t>/32</a:t>
            </a:r>
            <a:endParaRPr lang="en-US" dirty="0"/>
          </a:p>
        </p:txBody>
      </p:sp>
      <p:sp>
        <p:nvSpPr>
          <p:cNvPr id="11" name="CuadroTexto 10">
            <a:extLst>
              <a:ext uri="{FF2B5EF4-FFF2-40B4-BE49-F238E27FC236}">
                <a16:creationId xmlns:a16="http://schemas.microsoft.com/office/drawing/2014/main" id="{4DDA392B-A108-09F0-450A-2FBE9E38959A}"/>
              </a:ext>
            </a:extLst>
          </p:cNvPr>
          <p:cNvSpPr txBox="1"/>
          <p:nvPr/>
        </p:nvSpPr>
        <p:spPr>
          <a:xfrm>
            <a:off x="-5694" y="0"/>
            <a:ext cx="9149693" cy="830997"/>
          </a:xfrm>
          <a:prstGeom prst="rect">
            <a:avLst/>
          </a:prstGeom>
          <a:noFill/>
        </p:spPr>
        <p:txBody>
          <a:bodyPr wrap="square" rtlCol="0">
            <a:spAutoFit/>
          </a:bodyPr>
          <a:lstStyle/>
          <a:p>
            <a:pPr algn="ctr"/>
            <a:r>
              <a:rPr lang="es-ES" sz="4800" b="1" dirty="0" err="1">
                <a:solidFill>
                  <a:srgbClr val="0070C0"/>
                </a:solidFill>
                <a:latin typeface="Amasis MT Pro Light" panose="02040304050005020304" pitchFamily="18" charset="0"/>
                <a:cs typeface="Adobe Devanagari" panose="02040503050201020203" pitchFamily="18" charset="0"/>
              </a:rPr>
              <a:t>Fractalidad</a:t>
            </a:r>
            <a:r>
              <a:rPr lang="es-ES" sz="4800" b="1" dirty="0">
                <a:solidFill>
                  <a:srgbClr val="0070C0"/>
                </a:solidFill>
                <a:latin typeface="Amasis MT Pro Light" panose="02040304050005020304" pitchFamily="18" charset="0"/>
                <a:cs typeface="Adobe Devanagari" panose="02040503050201020203" pitchFamily="18" charset="0"/>
              </a:rPr>
              <a:t> en conjuntos de victoria</a:t>
            </a:r>
            <a:endParaRPr lang="es-ES" sz="60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956469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E1C-92EC-C5AE-F6EF-7661445B8F92}"/>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BB600DBD-AA6D-B797-D488-BE852A4F3D72}"/>
              </a:ext>
            </a:extLst>
          </p:cNvPr>
          <p:cNvSpPr txBox="1"/>
          <p:nvPr/>
        </p:nvSpPr>
        <p:spPr>
          <a:xfrm>
            <a:off x="2633472" y="1728217"/>
            <a:ext cx="6510528" cy="2585323"/>
          </a:xfrm>
          <a:prstGeom prst="rect">
            <a:avLst/>
          </a:prstGeom>
        </p:spPr>
        <p:txBody>
          <a:bodyPr wrap="square" rtlCol="0">
            <a:spAutoFit/>
          </a:bodyPr>
          <a:lstStyle/>
          <a:p>
            <a:pPr marL="600075" lvl="1" indent="-257175">
              <a:buFont typeface="Arial" panose="020B0604020202020204" pitchFamily="34" charset="0"/>
              <a:buChar char="•"/>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AutoNum type="arabicPeriod" startAt="3"/>
            </a:pPr>
            <a:endParaRPr lang="es-ES" sz="1350" dirty="0"/>
          </a:p>
          <a:p>
            <a:pPr marL="257175" indent="-257175">
              <a:buAutoNum type="arabicPeriod" startAt="3"/>
            </a:pPr>
            <a:endParaRPr lang="es-ES" sz="1350" dirty="0"/>
          </a:p>
          <a:p>
            <a:endParaRPr lang="es-ES" sz="1350" dirty="0"/>
          </a:p>
          <a:p>
            <a:endParaRPr lang="es-ES" sz="1350" dirty="0"/>
          </a:p>
          <a:p>
            <a:pPr marL="257175" indent="-257175">
              <a:buAutoNum type="arabicPeriod"/>
            </a:pPr>
            <a:endParaRPr lang="es-ES" sz="1350" dirty="0"/>
          </a:p>
          <a:p>
            <a:pPr marL="257175" indent="-257175">
              <a:buAutoNum type="arabicPeriod"/>
            </a:pPr>
            <a:endParaRPr lang="es-ES" sz="1350" dirty="0"/>
          </a:p>
          <a:p>
            <a:endParaRPr lang="es-ES" sz="1350" dirty="0"/>
          </a:p>
          <a:p>
            <a:endParaRPr lang="es-ES" sz="1350" dirty="0"/>
          </a:p>
        </p:txBody>
      </p:sp>
      <p:sp>
        <p:nvSpPr>
          <p:cNvPr id="7" name="CuadroTexto 6">
            <a:extLst>
              <a:ext uri="{FF2B5EF4-FFF2-40B4-BE49-F238E27FC236}">
                <a16:creationId xmlns:a16="http://schemas.microsoft.com/office/drawing/2014/main" id="{F8CB079C-BE9A-B46C-6DB1-4EE46201EDBC}"/>
              </a:ext>
            </a:extLst>
          </p:cNvPr>
          <p:cNvSpPr txBox="1"/>
          <p:nvPr/>
        </p:nvSpPr>
        <p:spPr>
          <a:xfrm>
            <a:off x="0" y="1906815"/>
            <a:ext cx="9144000" cy="4031873"/>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sz="3200" dirty="0">
                <a:latin typeface="Amasis MT Pro"/>
                <a:cs typeface="Adobe Devanagari" panose="02040503050201020203" pitchFamily="18" charset="0"/>
              </a:rPr>
              <a:t>En el estudio de los efectos dependientes del tiempo en el juego de los bienes públicos, se determinó que la </a:t>
            </a:r>
            <a:r>
              <a:rPr lang="es-ES" sz="3200" dirty="0">
                <a:solidFill>
                  <a:srgbClr val="0070C0"/>
                </a:solidFill>
                <a:latin typeface="Amasis MT Pro"/>
                <a:cs typeface="Adobe Devanagari" panose="02040503050201020203" pitchFamily="18" charset="0"/>
              </a:rPr>
              <a:t>inestabilidad de las inversiones</a:t>
            </a:r>
            <a:r>
              <a:rPr lang="es-ES" sz="3200" dirty="0">
                <a:latin typeface="Amasis MT Pro"/>
                <a:cs typeface="Adobe Devanagari" panose="02040503050201020203" pitchFamily="18" charset="0"/>
              </a:rPr>
              <a:t>, caracterizada por una oscilación en el parámetro que controla su rentabilidad, </a:t>
            </a:r>
            <a:r>
              <a:rPr lang="es-ES" sz="3200" dirty="0">
                <a:solidFill>
                  <a:srgbClr val="C00000"/>
                </a:solidFill>
                <a:latin typeface="Amasis MT Pro"/>
                <a:cs typeface="Adobe Devanagari" panose="02040503050201020203" pitchFamily="18" charset="0"/>
              </a:rPr>
              <a:t>perjudica a la cooperación </a:t>
            </a:r>
            <a:r>
              <a:rPr lang="es-ES" sz="3200" dirty="0">
                <a:latin typeface="Amasis MT Pro"/>
                <a:cs typeface="Adobe Devanagari" panose="02040503050201020203" pitchFamily="18" charset="0"/>
              </a:rPr>
              <a:t>entre estos para invertir conjuntamente. Además, un </a:t>
            </a:r>
            <a:r>
              <a:rPr lang="es-ES" sz="3200" dirty="0">
                <a:solidFill>
                  <a:srgbClr val="0070C0"/>
                </a:solidFill>
                <a:latin typeface="Amasis MT Pro"/>
                <a:cs typeface="Adobe Devanagari" panose="02040503050201020203" pitchFamily="18" charset="0"/>
              </a:rPr>
              <a:t>castigo tardío a los defraudadores</a:t>
            </a:r>
            <a:r>
              <a:rPr lang="es-ES" sz="3200" dirty="0">
                <a:solidFill>
                  <a:srgbClr val="C00000"/>
                </a:solidFill>
                <a:latin typeface="Amasis MT Pro"/>
                <a:cs typeface="Adobe Devanagari" panose="02040503050201020203" pitchFamily="18" charset="0"/>
              </a:rPr>
              <a:t> favorece su crecimiento</a:t>
            </a:r>
            <a:r>
              <a:rPr lang="es-ES" sz="3200" dirty="0">
                <a:latin typeface="Amasis MT Pro"/>
                <a:cs typeface="Adobe Devanagari" panose="02040503050201020203" pitchFamily="18" charset="0"/>
              </a:rPr>
              <a:t>. </a:t>
            </a:r>
            <a:endParaRPr lang="es-ES" sz="3200" dirty="0">
              <a:latin typeface="Amasis MT Pro"/>
              <a:ea typeface="Arial Unicode MS"/>
              <a:cs typeface="Adobe Devanagari" panose="02040503050201020203" pitchFamily="18" charset="0"/>
            </a:endParaRPr>
          </a:p>
        </p:txBody>
      </p:sp>
      <p:sp>
        <p:nvSpPr>
          <p:cNvPr id="11" name="Marcador de número de diapositiva 10">
            <a:extLst>
              <a:ext uri="{FF2B5EF4-FFF2-40B4-BE49-F238E27FC236}">
                <a16:creationId xmlns:a16="http://schemas.microsoft.com/office/drawing/2014/main" id="{BF641CF6-D6F4-A3BE-5F51-7E7E9AD2A811}"/>
              </a:ext>
            </a:extLst>
          </p:cNvPr>
          <p:cNvSpPr>
            <a:spLocks noGrp="1"/>
          </p:cNvSpPr>
          <p:nvPr>
            <p:ph type="sldNum" sz="quarter" idx="12"/>
          </p:nvPr>
        </p:nvSpPr>
        <p:spPr/>
        <p:txBody>
          <a:bodyPr/>
          <a:lstStyle/>
          <a:p>
            <a:fld id="{CC057153-B650-4DEB-B370-79DDCFDCE934}" type="slidenum">
              <a:rPr lang="en-US" smtClean="0"/>
              <a:pPr/>
              <a:t>43</a:t>
            </a:fld>
            <a:r>
              <a:rPr lang="en-US"/>
              <a:t>/32</a:t>
            </a:r>
            <a:endParaRPr lang="en-US" dirty="0"/>
          </a:p>
        </p:txBody>
      </p:sp>
      <p:sp>
        <p:nvSpPr>
          <p:cNvPr id="12" name="CuadroTexto 11">
            <a:extLst>
              <a:ext uri="{FF2B5EF4-FFF2-40B4-BE49-F238E27FC236}">
                <a16:creationId xmlns:a16="http://schemas.microsoft.com/office/drawing/2014/main" id="{9A4B8245-4A0D-EE35-7B7C-7D2FF6B4C705}"/>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9979118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33C9D-DD7C-C1FB-B462-58BEB1283683}"/>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5C31C56A-EA14-C845-DC8F-939A0309BC6F}"/>
              </a:ext>
            </a:extLst>
          </p:cNvPr>
          <p:cNvSpPr>
            <a:spLocks noGrp="1"/>
          </p:cNvSpPr>
          <p:nvPr>
            <p:ph type="sldNum" sz="quarter" idx="12"/>
          </p:nvPr>
        </p:nvSpPr>
        <p:spPr/>
        <p:txBody>
          <a:bodyPr/>
          <a:lstStyle/>
          <a:p>
            <a:fld id="{CC057153-B650-4DEB-B370-79DDCFDCE934}" type="slidenum">
              <a:rPr lang="en-US" smtClean="0"/>
              <a:pPr/>
              <a:t>44</a:t>
            </a:fld>
            <a:r>
              <a:rPr lang="en-US"/>
              <a:t>/32</a:t>
            </a:r>
            <a:endParaRPr lang="en-US" dirty="0"/>
          </a:p>
        </p:txBody>
      </p:sp>
      <p:sp>
        <p:nvSpPr>
          <p:cNvPr id="2" name="CuadroTexto 1">
            <a:extLst>
              <a:ext uri="{FF2B5EF4-FFF2-40B4-BE49-F238E27FC236}">
                <a16:creationId xmlns:a16="http://schemas.microsoft.com/office/drawing/2014/main" id="{714C914E-839E-DF28-F41C-857F5A9D2C4C}"/>
              </a:ext>
            </a:extLst>
          </p:cNvPr>
          <p:cNvSpPr txBox="1"/>
          <p:nvPr/>
        </p:nvSpPr>
        <p:spPr>
          <a:xfrm>
            <a:off x="0" y="39872"/>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47D59ED3-C94E-7174-26EC-1AF42A9BDE51}"/>
              </a:ext>
            </a:extLst>
          </p:cNvPr>
          <p:cNvSpPr txBox="1"/>
          <p:nvPr/>
        </p:nvSpPr>
        <p:spPr>
          <a:xfrm>
            <a:off x="0" y="1906815"/>
            <a:ext cx="9144000" cy="3970318"/>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altLang="es-ES" sz="2800" dirty="0">
                <a:latin typeface="Amasis MT Pro" panose="02040504050005020304" pitchFamily="18" charset="0"/>
              </a:rPr>
              <a:t>Hemos obtenido una herramienta que </a:t>
            </a:r>
            <a:r>
              <a:rPr lang="es-ES" altLang="es-ES" sz="2800" dirty="0">
                <a:solidFill>
                  <a:srgbClr val="C00000"/>
                </a:solidFill>
                <a:latin typeface="Amasis MT Pro" panose="02040504050005020304" pitchFamily="18" charset="0"/>
              </a:rPr>
              <a:t>cuantifica </a:t>
            </a:r>
            <a:r>
              <a:rPr lang="es-ES" altLang="es-ES" sz="2800" dirty="0">
                <a:latin typeface="Amasis MT Pro" panose="02040504050005020304" pitchFamily="18" charset="0"/>
              </a:rPr>
              <a:t>comportamientos</a:t>
            </a:r>
            <a:r>
              <a:rPr lang="es-ES" altLang="es-ES" sz="2800" dirty="0">
                <a:solidFill>
                  <a:srgbClr val="C00000"/>
                </a:solidFill>
                <a:latin typeface="Amasis MT Pro" panose="02040504050005020304" pitchFamily="18" charset="0"/>
              </a:rPr>
              <a:t> caóticos espacio-temporales</a:t>
            </a:r>
            <a:r>
              <a:rPr lang="es-ES" altLang="es-ES" sz="2800" dirty="0">
                <a:solidFill>
                  <a:schemeClr val="bg2">
                    <a:lumMod val="50000"/>
                  </a:schemeClr>
                </a:solidFill>
                <a:latin typeface="Amasis MT Pro" panose="02040504050005020304" pitchFamily="18" charset="0"/>
              </a:rPr>
              <a:t> </a:t>
            </a:r>
            <a:r>
              <a:rPr lang="es-ES" altLang="es-ES" sz="2800" dirty="0">
                <a:latin typeface="Amasis MT Pro" panose="02040504050005020304" pitchFamily="18" charset="0"/>
              </a:rPr>
              <a:t>de juegos en los que los individuos se reparten de manera espacial. Aunque el sistema esté en equilibrio globalmente, </a:t>
            </a:r>
            <a:r>
              <a:rPr lang="es-ES" altLang="es-ES" sz="2800" dirty="0">
                <a:solidFill>
                  <a:srgbClr val="C00000"/>
                </a:solidFill>
                <a:latin typeface="Amasis MT Pro" panose="02040504050005020304" pitchFamily="18" charset="0"/>
              </a:rPr>
              <a:t>la dinámica local </a:t>
            </a:r>
            <a:r>
              <a:rPr lang="es-ES" altLang="es-ES" sz="2800" dirty="0">
                <a:latin typeface="Amasis MT Pro" panose="02040504050005020304" pitchFamily="18" charset="0"/>
              </a:rPr>
              <a:t>puede ser </a:t>
            </a:r>
            <a:r>
              <a:rPr lang="es-ES" altLang="es-ES" sz="2800" dirty="0">
                <a:solidFill>
                  <a:srgbClr val="C00000"/>
                </a:solidFill>
                <a:latin typeface="Amasis MT Pro" panose="02040504050005020304" pitchFamily="18" charset="0"/>
              </a:rPr>
              <a:t>inestable</a:t>
            </a:r>
            <a:r>
              <a:rPr lang="es-ES" altLang="es-ES" sz="2800" dirty="0">
                <a:latin typeface="Amasis MT Pro" panose="02040504050005020304" pitchFamily="18" charset="0"/>
              </a:rPr>
              <a:t>. De esta manera </a:t>
            </a:r>
            <a:r>
              <a:rPr lang="es-ES" altLang="es-ES" sz="2800" dirty="0">
                <a:solidFill>
                  <a:srgbClr val="0070C0"/>
                </a:solidFill>
                <a:latin typeface="Amasis MT Pro" panose="02040504050005020304" pitchFamily="18" charset="0"/>
              </a:rPr>
              <a:t>cambios mínimos </a:t>
            </a:r>
            <a:r>
              <a:rPr lang="es-ES" altLang="es-ES" sz="2800" dirty="0">
                <a:latin typeface="Amasis MT Pro" panose="02040504050005020304" pitchFamily="18" charset="0"/>
              </a:rPr>
              <a:t>en las configuraciones iniciales de estrategias producen </a:t>
            </a:r>
            <a:r>
              <a:rPr lang="es-ES" altLang="es-ES" sz="2800" dirty="0">
                <a:solidFill>
                  <a:srgbClr val="C00000"/>
                </a:solidFill>
                <a:latin typeface="Amasis MT Pro" panose="02040504050005020304" pitchFamily="18" charset="0"/>
              </a:rPr>
              <a:t>cambios completamente diferentes </a:t>
            </a:r>
            <a:r>
              <a:rPr lang="es-ES" altLang="es-ES" sz="2800" dirty="0">
                <a:latin typeface="Amasis MT Pro" panose="02040504050005020304" pitchFamily="18" charset="0"/>
              </a:rPr>
              <a:t>tras un </a:t>
            </a:r>
            <a:r>
              <a:rPr lang="es-ES" altLang="es-ES" sz="2800" dirty="0">
                <a:solidFill>
                  <a:srgbClr val="00B050"/>
                </a:solidFill>
                <a:latin typeface="Amasis MT Pro" panose="02040504050005020304" pitchFamily="18" charset="0"/>
              </a:rPr>
              <a:t>tiempo característico del sistema</a:t>
            </a:r>
            <a:r>
              <a:rPr lang="es-ES" altLang="es-ES" sz="2800" dirty="0">
                <a:latin typeface="Amasis MT Pro" panose="02040504050005020304" pitchFamily="18" charset="0"/>
              </a:rPr>
              <a:t>, el cual hemos podido medir. </a:t>
            </a:r>
          </a:p>
        </p:txBody>
      </p:sp>
    </p:spTree>
    <p:extLst>
      <p:ext uri="{BB962C8B-B14F-4D97-AF65-F5344CB8AC3E}">
        <p14:creationId xmlns:p14="http://schemas.microsoft.com/office/powerpoint/2010/main" val="9121493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550EF-D8F4-AA0C-E2C3-F1E1D3DFFA0E}"/>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70FB002D-FCE2-09A3-23BF-4CF90F527E21}"/>
              </a:ext>
            </a:extLst>
          </p:cNvPr>
          <p:cNvSpPr>
            <a:spLocks noGrp="1"/>
          </p:cNvSpPr>
          <p:nvPr>
            <p:ph type="sldNum" sz="quarter" idx="12"/>
          </p:nvPr>
        </p:nvSpPr>
        <p:spPr/>
        <p:txBody>
          <a:bodyPr/>
          <a:lstStyle/>
          <a:p>
            <a:fld id="{CC057153-B650-4DEB-B370-79DDCFDCE934}" type="slidenum">
              <a:rPr lang="en-US" smtClean="0"/>
              <a:pPr/>
              <a:t>45</a:t>
            </a:fld>
            <a:r>
              <a:rPr lang="en-US"/>
              <a:t>/32</a:t>
            </a:r>
            <a:endParaRPr lang="en-US" dirty="0"/>
          </a:p>
        </p:txBody>
      </p:sp>
      <p:sp>
        <p:nvSpPr>
          <p:cNvPr id="2" name="CuadroTexto 1">
            <a:extLst>
              <a:ext uri="{FF2B5EF4-FFF2-40B4-BE49-F238E27FC236}">
                <a16:creationId xmlns:a16="http://schemas.microsoft.com/office/drawing/2014/main" id="{CA90EF2B-B35C-385B-3AD0-01B945F53F24}"/>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566452BB-3CDC-65E7-5A72-92D4B9E7AD5B}"/>
              </a:ext>
            </a:extLst>
          </p:cNvPr>
          <p:cNvSpPr txBox="1"/>
          <p:nvPr/>
        </p:nvSpPr>
        <p:spPr>
          <a:xfrm>
            <a:off x="0" y="1626063"/>
            <a:ext cx="9144000" cy="4524315"/>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altLang="es-ES" sz="3600" dirty="0">
                <a:latin typeface="Amasis MT Pro" panose="02040504050005020304" pitchFamily="18" charset="0"/>
              </a:rPr>
              <a:t>Además, mediante el uso de la misma herramienta de medición de complejidad, hemos </a:t>
            </a:r>
            <a:r>
              <a:rPr lang="es-ES" altLang="es-ES" sz="3600" dirty="0">
                <a:solidFill>
                  <a:srgbClr val="00B050"/>
                </a:solidFill>
                <a:latin typeface="Amasis MT Pro" panose="02040504050005020304" pitchFamily="18" charset="0"/>
              </a:rPr>
              <a:t>clasificado</a:t>
            </a:r>
            <a:r>
              <a:rPr lang="es-ES" altLang="es-ES" sz="3600" dirty="0">
                <a:latin typeface="Amasis MT Pro" panose="02040504050005020304" pitchFamily="18" charset="0"/>
              </a:rPr>
              <a:t> correctamente todos los autómatas celulares elementales. Las </a:t>
            </a:r>
            <a:r>
              <a:rPr lang="es-ES" altLang="es-ES" sz="3600" b="1" i="1" dirty="0">
                <a:latin typeface="Amasis MT Pro" panose="02040504050005020304" pitchFamily="18" charset="0"/>
              </a:rPr>
              <a:t>Clases-1 </a:t>
            </a:r>
            <a:r>
              <a:rPr lang="es-ES" altLang="es-ES" sz="3600" dirty="0">
                <a:latin typeface="Amasis MT Pro" panose="02040504050005020304" pitchFamily="18" charset="0"/>
              </a:rPr>
              <a:t>y</a:t>
            </a:r>
            <a:r>
              <a:rPr lang="es-ES" altLang="es-ES" sz="3600" b="1" i="1" dirty="0">
                <a:latin typeface="Amasis MT Pro" panose="02040504050005020304" pitchFamily="18" charset="0"/>
              </a:rPr>
              <a:t> 2</a:t>
            </a:r>
            <a:r>
              <a:rPr lang="es-ES" altLang="es-ES" sz="3600" dirty="0">
                <a:latin typeface="Amasis MT Pro" panose="02040504050005020304" pitchFamily="18" charset="0"/>
              </a:rPr>
              <a:t> resultan presentar </a:t>
            </a:r>
            <a:r>
              <a:rPr lang="es-ES" altLang="es-ES" sz="3600" dirty="0">
                <a:solidFill>
                  <a:srgbClr val="C00000"/>
                </a:solidFill>
                <a:latin typeface="Amasis MT Pro" panose="02040504050005020304" pitchFamily="18" charset="0"/>
              </a:rPr>
              <a:t>estabilidad </a:t>
            </a:r>
            <a:r>
              <a:rPr lang="es-ES" altLang="es-ES" sz="3600" dirty="0">
                <a:latin typeface="Amasis MT Pro" panose="02040504050005020304" pitchFamily="18" charset="0"/>
              </a:rPr>
              <a:t>mientras que las </a:t>
            </a:r>
            <a:r>
              <a:rPr lang="es-ES" altLang="es-ES" sz="3600" b="1" i="1" dirty="0">
                <a:latin typeface="Amasis MT Pro" panose="02040504050005020304" pitchFamily="18" charset="0"/>
              </a:rPr>
              <a:t>Clases-3 </a:t>
            </a:r>
            <a:r>
              <a:rPr lang="es-ES" altLang="es-ES" sz="3600" dirty="0">
                <a:latin typeface="Amasis MT Pro" panose="02040504050005020304" pitchFamily="18" charset="0"/>
              </a:rPr>
              <a:t>y</a:t>
            </a:r>
            <a:r>
              <a:rPr lang="es-ES" altLang="es-ES" sz="3600" b="1" i="1" dirty="0">
                <a:latin typeface="Amasis MT Pro" panose="02040504050005020304" pitchFamily="18" charset="0"/>
              </a:rPr>
              <a:t> 4</a:t>
            </a:r>
            <a:r>
              <a:rPr lang="es-ES" altLang="es-ES" sz="3600" dirty="0">
                <a:latin typeface="Amasis MT Pro" panose="02040504050005020304" pitchFamily="18" charset="0"/>
              </a:rPr>
              <a:t> presentan comportamiento</a:t>
            </a:r>
            <a:r>
              <a:rPr lang="es-ES" altLang="es-ES" sz="3600" dirty="0">
                <a:solidFill>
                  <a:srgbClr val="C00000"/>
                </a:solidFill>
                <a:latin typeface="Amasis MT Pro" panose="02040504050005020304" pitchFamily="18" charset="0"/>
              </a:rPr>
              <a:t> caótico</a:t>
            </a:r>
            <a:r>
              <a:rPr lang="es-ES" altLang="es-ES" sz="3600" dirty="0">
                <a:latin typeface="Amasis MT Pro" panose="02040504050005020304" pitchFamily="18" charset="0"/>
              </a:rPr>
              <a:t>. En la </a:t>
            </a:r>
            <a:r>
              <a:rPr lang="es-ES" altLang="es-ES" sz="3600" b="1" i="1" dirty="0">
                <a:latin typeface="Amasis MT Pro" panose="02040504050005020304" pitchFamily="18" charset="0"/>
              </a:rPr>
              <a:t>Clase-4</a:t>
            </a:r>
            <a:r>
              <a:rPr lang="es-ES" altLang="es-ES" sz="3600" dirty="0">
                <a:latin typeface="Amasis MT Pro" panose="02040504050005020304" pitchFamily="18" charset="0"/>
              </a:rPr>
              <a:t> se ha observado </a:t>
            </a:r>
            <a:r>
              <a:rPr lang="es-ES" altLang="es-ES" sz="3600" dirty="0">
                <a:solidFill>
                  <a:srgbClr val="C00000"/>
                </a:solidFill>
                <a:latin typeface="Amasis MT Pro" panose="02040504050005020304" pitchFamily="18" charset="0"/>
              </a:rPr>
              <a:t>caos transitorio</a:t>
            </a:r>
            <a:r>
              <a:rPr lang="es-ES" altLang="es-ES" sz="3600" dirty="0">
                <a:latin typeface="Amasis MT Pro" panose="02040504050005020304" pitchFamily="18" charset="0"/>
              </a:rPr>
              <a:t>. </a:t>
            </a:r>
            <a:endParaRPr lang="es-ES" sz="3200" dirty="0">
              <a:latin typeface="Amasis MT Pro" panose="02040504050005020304" pitchFamily="18" charset="0"/>
            </a:endParaRPr>
          </a:p>
        </p:txBody>
      </p:sp>
    </p:spTree>
    <p:extLst>
      <p:ext uri="{BB962C8B-B14F-4D97-AF65-F5344CB8AC3E}">
        <p14:creationId xmlns:p14="http://schemas.microsoft.com/office/powerpoint/2010/main" val="8866539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8ED6-4468-3514-4FB3-6AD04F0A96A4}"/>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09675649-3941-6EE6-F5BA-5044D51ACD04}"/>
              </a:ext>
            </a:extLst>
          </p:cNvPr>
          <p:cNvSpPr>
            <a:spLocks noGrp="1"/>
          </p:cNvSpPr>
          <p:nvPr>
            <p:ph type="sldNum" sz="quarter" idx="12"/>
          </p:nvPr>
        </p:nvSpPr>
        <p:spPr/>
        <p:txBody>
          <a:bodyPr/>
          <a:lstStyle/>
          <a:p>
            <a:fld id="{CC057153-B650-4DEB-B370-79DDCFDCE934}" type="slidenum">
              <a:rPr lang="en-US" smtClean="0"/>
              <a:pPr/>
              <a:t>46</a:t>
            </a:fld>
            <a:r>
              <a:rPr lang="en-US"/>
              <a:t>/32</a:t>
            </a:r>
            <a:endParaRPr lang="en-US" dirty="0"/>
          </a:p>
        </p:txBody>
      </p:sp>
      <p:sp>
        <p:nvSpPr>
          <p:cNvPr id="2" name="CuadroTexto 1">
            <a:extLst>
              <a:ext uri="{FF2B5EF4-FFF2-40B4-BE49-F238E27FC236}">
                <a16:creationId xmlns:a16="http://schemas.microsoft.com/office/drawing/2014/main" id="{2D93A1ED-1371-D1F8-EEB3-FBA95AC40978}"/>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261F6030-42A6-B915-FFFF-581D9B57B9F7}"/>
              </a:ext>
            </a:extLst>
          </p:cNvPr>
          <p:cNvSpPr txBox="1"/>
          <p:nvPr/>
        </p:nvSpPr>
        <p:spPr>
          <a:xfrm>
            <a:off x="0" y="1906815"/>
            <a:ext cx="9144000" cy="4524315"/>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sz="3200" dirty="0">
                <a:latin typeface="Amasis MT Pro" panose="02040504050005020304" pitchFamily="18" charset="0"/>
              </a:rPr>
              <a:t>Hemos elaborado una nueva </a:t>
            </a:r>
            <a:r>
              <a:rPr lang="es-ES" sz="3200" dirty="0">
                <a:solidFill>
                  <a:srgbClr val="0070C0"/>
                </a:solidFill>
                <a:latin typeface="Amasis MT Pro" panose="02040504050005020304" pitchFamily="18" charset="0"/>
              </a:rPr>
              <a:t>aplicación al control parcial </a:t>
            </a:r>
            <a:r>
              <a:rPr lang="es-ES" sz="3200" dirty="0">
                <a:latin typeface="Amasis MT Pro" panose="02040504050005020304" pitchFamily="18" charset="0"/>
              </a:rPr>
              <a:t>para</a:t>
            </a:r>
            <a:r>
              <a:rPr lang="es-ES" sz="3200" dirty="0">
                <a:solidFill>
                  <a:srgbClr val="C00000"/>
                </a:solidFill>
                <a:latin typeface="Amasis MT Pro" panose="02040504050005020304" pitchFamily="18" charset="0"/>
              </a:rPr>
              <a:t> </a:t>
            </a:r>
            <a:r>
              <a:rPr lang="es-ES" sz="3200" dirty="0">
                <a:solidFill>
                  <a:srgbClr val="00B050"/>
                </a:solidFill>
                <a:latin typeface="Amasis MT Pro" panose="02040504050005020304" pitchFamily="18" charset="0"/>
              </a:rPr>
              <a:t>controlar el escape </a:t>
            </a:r>
            <a:r>
              <a:rPr lang="es-ES" sz="3200" dirty="0">
                <a:latin typeface="Amasis MT Pro" panose="02040504050005020304" pitchFamily="18" charset="0"/>
              </a:rPr>
              <a:t>de trayectorias de una zona con </a:t>
            </a:r>
            <a:r>
              <a:rPr lang="es-ES" sz="3200" dirty="0">
                <a:solidFill>
                  <a:srgbClr val="C00000"/>
                </a:solidFill>
                <a:latin typeface="Amasis MT Pro" panose="02040504050005020304" pitchFamily="18" charset="0"/>
              </a:rPr>
              <a:t>caos transitorio</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Se consiguen expulsar las trayectorias de la manera más </a:t>
            </a:r>
            <a:r>
              <a:rPr lang="es-ES" sz="3200" dirty="0">
                <a:solidFill>
                  <a:srgbClr val="0070C0"/>
                </a:solidFill>
                <a:latin typeface="Amasis MT Pro" panose="02040504050005020304" pitchFamily="18" charset="0"/>
              </a:rPr>
              <a:t>rápida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posible o de una manera </a:t>
            </a:r>
            <a:r>
              <a:rPr lang="es-ES" sz="3200" dirty="0">
                <a:solidFill>
                  <a:srgbClr val="0070C0"/>
                </a:solidFill>
                <a:latin typeface="Amasis MT Pro" panose="02040504050005020304" pitchFamily="18" charset="0"/>
              </a:rPr>
              <a:t>controlada</a:t>
            </a:r>
            <a:r>
              <a:rPr lang="es-ES" sz="3200" dirty="0">
                <a:latin typeface="Amasis MT Pro" panose="02040504050005020304" pitchFamily="18" charset="0"/>
              </a:rPr>
              <a:t>, sabiendo el tiempo que va a pasar hasta el escape. Además, se ha conseguido crear trayectorias que </a:t>
            </a:r>
            <a:r>
              <a:rPr lang="es-ES" sz="3200" dirty="0">
                <a:solidFill>
                  <a:srgbClr val="00B050"/>
                </a:solidFill>
                <a:latin typeface="Amasis MT Pro" panose="02040504050005020304" pitchFamily="18" charset="0"/>
              </a:rPr>
              <a:t>transitan </a:t>
            </a:r>
            <a:r>
              <a:rPr lang="es-ES" sz="3200" dirty="0">
                <a:latin typeface="Amasis MT Pro" panose="02040504050005020304" pitchFamily="18" charset="0"/>
              </a:rPr>
              <a:t>de una zona a otra </a:t>
            </a:r>
            <a:r>
              <a:rPr lang="es-ES" sz="3200" dirty="0">
                <a:solidFill>
                  <a:srgbClr val="00B050"/>
                </a:solidFill>
                <a:latin typeface="Amasis MT Pro" panose="02040504050005020304" pitchFamily="18" charset="0"/>
              </a:rPr>
              <a:t>periódicamente </a:t>
            </a:r>
            <a:r>
              <a:rPr lang="es-ES" sz="3200" dirty="0">
                <a:latin typeface="Amasis MT Pro" panose="02040504050005020304" pitchFamily="18" charset="0"/>
              </a:rPr>
              <a:t>en </a:t>
            </a:r>
            <a:r>
              <a:rPr lang="es-ES" sz="3200" dirty="0">
                <a:solidFill>
                  <a:srgbClr val="C00000"/>
                </a:solidFill>
                <a:latin typeface="Amasis MT Pro" panose="02040504050005020304" pitchFamily="18" charset="0"/>
              </a:rPr>
              <a:t>sistemas caóticos </a:t>
            </a:r>
            <a:r>
              <a:rPr lang="es-ES" sz="3200" dirty="0" err="1">
                <a:solidFill>
                  <a:srgbClr val="C00000"/>
                </a:solidFill>
                <a:latin typeface="Amasis MT Pro" panose="02040504050005020304" pitchFamily="18" charset="0"/>
              </a:rPr>
              <a:t>multiestables</a:t>
            </a:r>
            <a:r>
              <a:rPr lang="es-ES" sz="3200" dirty="0">
                <a:latin typeface="Amasis MT Pro" panose="02040504050005020304" pitchFamily="18" charset="0"/>
              </a:rPr>
              <a:t>. </a:t>
            </a:r>
          </a:p>
        </p:txBody>
      </p:sp>
    </p:spTree>
    <p:extLst>
      <p:ext uri="{BB962C8B-B14F-4D97-AF65-F5344CB8AC3E}">
        <p14:creationId xmlns:p14="http://schemas.microsoft.com/office/powerpoint/2010/main" val="25789593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E1F65-E211-B417-E928-172BB96352ED}"/>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70F1E046-35B5-49B5-174F-D912C9DBB77C}"/>
              </a:ext>
            </a:extLst>
          </p:cNvPr>
          <p:cNvSpPr>
            <a:spLocks noGrp="1"/>
          </p:cNvSpPr>
          <p:nvPr>
            <p:ph type="sldNum" sz="quarter" idx="12"/>
          </p:nvPr>
        </p:nvSpPr>
        <p:spPr/>
        <p:txBody>
          <a:bodyPr/>
          <a:lstStyle/>
          <a:p>
            <a:fld id="{CC057153-B650-4DEB-B370-79DDCFDCE934}" type="slidenum">
              <a:rPr lang="en-US" smtClean="0"/>
              <a:pPr/>
              <a:t>47</a:t>
            </a:fld>
            <a:r>
              <a:rPr lang="en-US"/>
              <a:t>/32</a:t>
            </a:r>
            <a:endParaRPr lang="en-US" dirty="0"/>
          </a:p>
        </p:txBody>
      </p:sp>
      <p:sp>
        <p:nvSpPr>
          <p:cNvPr id="2" name="CuadroTexto 1">
            <a:extLst>
              <a:ext uri="{FF2B5EF4-FFF2-40B4-BE49-F238E27FC236}">
                <a16:creationId xmlns:a16="http://schemas.microsoft.com/office/drawing/2014/main" id="{8C0172BD-182A-A81B-71CF-FA0B704C83FD}"/>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462D23C2-EC70-A4E2-4A08-04758F1A65A6}"/>
              </a:ext>
            </a:extLst>
          </p:cNvPr>
          <p:cNvSpPr txBox="1"/>
          <p:nvPr/>
        </p:nvSpPr>
        <p:spPr>
          <a:xfrm>
            <a:off x="0" y="1906815"/>
            <a:ext cx="9144000" cy="3046988"/>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sz="3200" dirty="0">
                <a:latin typeface="Amasis MT Pro" panose="02040504050005020304" pitchFamily="18" charset="0"/>
              </a:rPr>
              <a:t>Usando </a:t>
            </a:r>
            <a:r>
              <a:rPr lang="es-ES" sz="3200" dirty="0">
                <a:solidFill>
                  <a:srgbClr val="0070C0"/>
                </a:solidFill>
                <a:latin typeface="Amasis MT Pro" panose="02040504050005020304" pitchFamily="18" charset="0"/>
              </a:rPr>
              <a:t>técnicas de control parcial </a:t>
            </a:r>
            <a:r>
              <a:rPr lang="es-ES" sz="3200" dirty="0">
                <a:latin typeface="Amasis MT Pro" panose="02040504050005020304" pitchFamily="18" charset="0"/>
              </a:rPr>
              <a:t>conseguimos </a:t>
            </a:r>
            <a:r>
              <a:rPr lang="es-ES" sz="3200" dirty="0">
                <a:solidFill>
                  <a:srgbClr val="00B050"/>
                </a:solidFill>
                <a:latin typeface="Amasis MT Pro" panose="02040504050005020304" pitchFamily="18" charset="0"/>
              </a:rPr>
              <a:t>resolver un juego </a:t>
            </a:r>
            <a:r>
              <a:rPr lang="es-ES" sz="3200" dirty="0">
                <a:latin typeface="Amasis MT Pro" panose="02040504050005020304" pitchFamily="18" charset="0"/>
              </a:rPr>
              <a:t>novedoso de </a:t>
            </a:r>
            <a:r>
              <a:rPr lang="es-ES" sz="3200" dirty="0">
                <a:solidFill>
                  <a:srgbClr val="00B050"/>
                </a:solidFill>
                <a:latin typeface="Amasis MT Pro" panose="02040504050005020304" pitchFamily="18" charset="0"/>
              </a:rPr>
              <a:t>control </a:t>
            </a:r>
            <a:r>
              <a:rPr lang="es-ES" sz="3200" dirty="0">
                <a:latin typeface="Amasis MT Pro" panose="02040504050005020304" pitchFamily="18" charset="0"/>
              </a:rPr>
              <a:t>y</a:t>
            </a:r>
            <a:r>
              <a:rPr lang="es-ES" sz="3200" dirty="0">
                <a:solidFill>
                  <a:srgbClr val="00B050"/>
                </a:solidFill>
                <a:latin typeface="Amasis MT Pro" panose="02040504050005020304" pitchFamily="18" charset="0"/>
              </a:rPr>
              <a:t> </a:t>
            </a:r>
            <a:r>
              <a:rPr lang="es-ES" sz="3200" dirty="0">
                <a:latin typeface="Amasis MT Pro" panose="02040504050005020304" pitchFamily="18" charset="0"/>
              </a:rPr>
              <a:t>supervivencia entre </a:t>
            </a:r>
            <a:r>
              <a:rPr lang="es-ES" sz="3200" dirty="0">
                <a:solidFill>
                  <a:srgbClr val="00B050"/>
                </a:solidFill>
                <a:latin typeface="Amasis MT Pro" panose="02040504050005020304" pitchFamily="18" charset="0"/>
              </a:rPr>
              <a:t>dos jugadores</a:t>
            </a:r>
            <a:r>
              <a:rPr lang="es-ES" sz="3200" dirty="0">
                <a:latin typeface="Amasis MT Pro" panose="02040504050005020304" pitchFamily="18" charset="0"/>
              </a:rPr>
              <a:t>. Se obtuvieron las regiones en las que cada jugador </a:t>
            </a:r>
            <a:r>
              <a:rPr lang="es-ES" sz="3200" dirty="0">
                <a:solidFill>
                  <a:srgbClr val="C00000"/>
                </a:solidFill>
                <a:latin typeface="Amasis MT Pro" panose="02040504050005020304" pitchFamily="18" charset="0"/>
              </a:rPr>
              <a:t>gana el juego dependiendo de la información</a:t>
            </a:r>
            <a:r>
              <a:rPr lang="es-ES" sz="3200" dirty="0">
                <a:latin typeface="Amasis MT Pro" panose="02040504050005020304" pitchFamily="18" charset="0"/>
              </a:rPr>
              <a:t> que cada uno posee.</a:t>
            </a:r>
          </a:p>
        </p:txBody>
      </p:sp>
    </p:spTree>
    <p:extLst>
      <p:ext uri="{BB962C8B-B14F-4D97-AF65-F5344CB8AC3E}">
        <p14:creationId xmlns:p14="http://schemas.microsoft.com/office/powerpoint/2010/main" val="38423870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Gráfico, Gráfico radial&#10;&#10;El contenido generado por IA puede ser incorrecto.">
            <a:extLst>
              <a:ext uri="{FF2B5EF4-FFF2-40B4-BE49-F238E27FC236}">
                <a16:creationId xmlns:a16="http://schemas.microsoft.com/office/drawing/2014/main" id="{45C58C1C-4C6D-C4A7-9F1C-C0FF0A53B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85900" y="857250"/>
            <a:ext cx="6172200" cy="5143500"/>
          </a:xfrm>
          <a:prstGeom prst="rect">
            <a:avLst/>
          </a:prstGeom>
        </p:spPr>
      </p:pic>
      <p:sp>
        <p:nvSpPr>
          <p:cNvPr id="5" name="Bocadillo: ovalado 4">
            <a:extLst>
              <a:ext uri="{FF2B5EF4-FFF2-40B4-BE49-F238E27FC236}">
                <a16:creationId xmlns:a16="http://schemas.microsoft.com/office/drawing/2014/main" id="{D22978DA-BF4B-8EF9-C4E4-8E320AB348FA}"/>
              </a:ext>
            </a:extLst>
          </p:cNvPr>
          <p:cNvSpPr/>
          <p:nvPr/>
        </p:nvSpPr>
        <p:spPr>
          <a:xfrm>
            <a:off x="3517582" y="937261"/>
            <a:ext cx="4752023" cy="2970014"/>
          </a:xfrm>
          <a:prstGeom prst="wedgeEllipseCallou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6" name="CuadroTexto 5">
            <a:extLst>
              <a:ext uri="{FF2B5EF4-FFF2-40B4-BE49-F238E27FC236}">
                <a16:creationId xmlns:a16="http://schemas.microsoft.com/office/drawing/2014/main" id="{36197756-71EA-BBE1-7B53-DA5016364245}"/>
              </a:ext>
            </a:extLst>
          </p:cNvPr>
          <p:cNvSpPr txBox="1"/>
          <p:nvPr/>
        </p:nvSpPr>
        <p:spPr>
          <a:xfrm>
            <a:off x="4010500" y="1752854"/>
            <a:ext cx="3766185" cy="1338828"/>
          </a:xfrm>
          <a:prstGeom prst="rect">
            <a:avLst/>
          </a:prstGeom>
          <a:noFill/>
        </p:spPr>
        <p:txBody>
          <a:bodyPr wrap="square" rtlCol="0">
            <a:spAutoFit/>
          </a:bodyPr>
          <a:lstStyle/>
          <a:p>
            <a:pPr algn="ctr"/>
            <a:r>
              <a:rPr lang="es-ES" sz="4050" b="1" dirty="0">
                <a:latin typeface="Amasis MT Pro Light" panose="02040304050005020304" pitchFamily="18" charset="0"/>
              </a:rPr>
              <a:t>¡GRACIAS POR LA ATENCIÓN!</a:t>
            </a:r>
          </a:p>
        </p:txBody>
      </p:sp>
    </p:spTree>
    <p:extLst>
      <p:ext uri="{BB962C8B-B14F-4D97-AF65-F5344CB8AC3E}">
        <p14:creationId xmlns:p14="http://schemas.microsoft.com/office/powerpoint/2010/main" val="22919512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6EEC31D9-50EC-9B11-4986-39BAF08BF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8" y="1049024"/>
            <a:ext cx="8964927" cy="5976618"/>
          </a:xfrm>
          <a:prstGeom prst="rect">
            <a:avLst/>
          </a:prstGeom>
        </p:spPr>
      </p:pic>
      <p:sp>
        <p:nvSpPr>
          <p:cNvPr id="9" name="Marcador de número de diapositiva 8">
            <a:extLst>
              <a:ext uri="{FF2B5EF4-FFF2-40B4-BE49-F238E27FC236}">
                <a16:creationId xmlns:a16="http://schemas.microsoft.com/office/drawing/2014/main" id="{E1C58C08-B966-C8DB-19F4-943AB48B54C5}"/>
              </a:ext>
            </a:extLst>
          </p:cNvPr>
          <p:cNvSpPr>
            <a:spLocks noGrp="1"/>
          </p:cNvSpPr>
          <p:nvPr>
            <p:ph type="sldNum" sz="quarter" idx="12"/>
          </p:nvPr>
        </p:nvSpPr>
        <p:spPr/>
        <p:txBody>
          <a:bodyPr/>
          <a:lstStyle/>
          <a:p>
            <a:fld id="{CC057153-B650-4DEB-B370-79DDCFDCE934}" type="slidenum">
              <a:rPr lang="en-US" smtClean="0"/>
              <a:pPr/>
              <a:t>49</a:t>
            </a:fld>
            <a:r>
              <a:rPr lang="en-US"/>
              <a:t>/32</a:t>
            </a:r>
            <a:endParaRPr lang="en-US" dirty="0"/>
          </a:p>
        </p:txBody>
      </p:sp>
      <p:sp>
        <p:nvSpPr>
          <p:cNvPr id="10" name="CuadroTexto 9">
            <a:extLst>
              <a:ext uri="{FF2B5EF4-FFF2-40B4-BE49-F238E27FC236}">
                <a16:creationId xmlns:a16="http://schemas.microsoft.com/office/drawing/2014/main" id="{5BBF6231-7292-42D4-D324-9A377528F24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1183821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9A621593-B601-1C77-FAB5-6644A564BA8D}"/>
              </a:ext>
            </a:extLst>
          </p:cNvPr>
          <p:cNvPicPr>
            <a:picLocks noChangeAspect="1"/>
          </p:cNvPicPr>
          <p:nvPr/>
        </p:nvPicPr>
        <p:blipFill>
          <a:blip r:embed="rId2"/>
          <a:stretch>
            <a:fillRect/>
          </a:stretch>
        </p:blipFill>
        <p:spPr>
          <a:xfrm>
            <a:off x="161925" y="2086126"/>
            <a:ext cx="8820150" cy="495842"/>
          </a:xfrm>
          <a:prstGeom prst="rect">
            <a:avLst/>
          </a:prstGeom>
        </p:spPr>
      </p:pic>
      <p:pic>
        <p:nvPicPr>
          <p:cNvPr id="8" name="Imagen 7">
            <a:extLst>
              <a:ext uri="{FF2B5EF4-FFF2-40B4-BE49-F238E27FC236}">
                <a16:creationId xmlns:a16="http://schemas.microsoft.com/office/drawing/2014/main" id="{890D3828-2116-A226-A142-187C4F598CFD}"/>
              </a:ext>
            </a:extLst>
          </p:cNvPr>
          <p:cNvPicPr>
            <a:picLocks noChangeAspect="1"/>
          </p:cNvPicPr>
          <p:nvPr/>
        </p:nvPicPr>
        <p:blipFill>
          <a:blip r:embed="rId3"/>
          <a:stretch>
            <a:fillRect/>
          </a:stretch>
        </p:blipFill>
        <p:spPr>
          <a:xfrm>
            <a:off x="1446545" y="2916584"/>
            <a:ext cx="6250909" cy="2320232"/>
          </a:xfrm>
          <a:prstGeom prst="rect">
            <a:avLst/>
          </a:prstGeom>
        </p:spPr>
      </p:pic>
      <p:sp>
        <p:nvSpPr>
          <p:cNvPr id="10" name="Marcador de número de diapositiva 9">
            <a:extLst>
              <a:ext uri="{FF2B5EF4-FFF2-40B4-BE49-F238E27FC236}">
                <a16:creationId xmlns:a16="http://schemas.microsoft.com/office/drawing/2014/main" id="{88E2EB91-41CB-0E03-60C2-67CB0701F7B8}"/>
              </a:ext>
            </a:extLst>
          </p:cNvPr>
          <p:cNvSpPr>
            <a:spLocks noGrp="1"/>
          </p:cNvSpPr>
          <p:nvPr>
            <p:ph type="sldNum" sz="quarter" idx="12"/>
          </p:nvPr>
        </p:nvSpPr>
        <p:spPr/>
        <p:txBody>
          <a:bodyPr/>
          <a:lstStyle/>
          <a:p>
            <a:fld id="{CC057153-B650-4DEB-B370-79DDCFDCE934}" type="slidenum">
              <a:rPr lang="en-US" smtClean="0"/>
              <a:pPr/>
              <a:t>50</a:t>
            </a:fld>
            <a:r>
              <a:rPr lang="en-US"/>
              <a:t>/32</a:t>
            </a:r>
            <a:endParaRPr lang="en-US" dirty="0"/>
          </a:p>
        </p:txBody>
      </p:sp>
      <p:sp>
        <p:nvSpPr>
          <p:cNvPr id="11" name="CuadroTexto 10">
            <a:extLst>
              <a:ext uri="{FF2B5EF4-FFF2-40B4-BE49-F238E27FC236}">
                <a16:creationId xmlns:a16="http://schemas.microsoft.com/office/drawing/2014/main" id="{3A17727C-2B61-1A27-3FD0-23B586C73A8B}"/>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escape rápido: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7336800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B40BD-DAD8-BD0A-0E72-3236ED4E3D8E}"/>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B00DBDE8-8B79-E16E-831A-46AA5E0C5EC5}"/>
              </a:ext>
            </a:extLst>
          </p:cNvPr>
          <p:cNvPicPr>
            <a:picLocks noChangeAspect="1"/>
          </p:cNvPicPr>
          <p:nvPr/>
        </p:nvPicPr>
        <p:blipFill>
          <a:blip r:embed="rId2"/>
          <a:stretch>
            <a:fillRect/>
          </a:stretch>
        </p:blipFill>
        <p:spPr>
          <a:xfrm>
            <a:off x="53975" y="2504321"/>
            <a:ext cx="9036050" cy="1849358"/>
          </a:xfrm>
          <a:prstGeom prst="rect">
            <a:avLst/>
          </a:prstGeom>
        </p:spPr>
      </p:pic>
      <p:sp>
        <p:nvSpPr>
          <p:cNvPr id="9" name="Marcador de número de diapositiva 8">
            <a:extLst>
              <a:ext uri="{FF2B5EF4-FFF2-40B4-BE49-F238E27FC236}">
                <a16:creationId xmlns:a16="http://schemas.microsoft.com/office/drawing/2014/main" id="{60A0F314-D8BC-D504-948E-8990561D8033}"/>
              </a:ext>
            </a:extLst>
          </p:cNvPr>
          <p:cNvSpPr>
            <a:spLocks noGrp="1"/>
          </p:cNvSpPr>
          <p:nvPr>
            <p:ph type="sldNum" sz="quarter" idx="12"/>
          </p:nvPr>
        </p:nvSpPr>
        <p:spPr/>
        <p:txBody>
          <a:bodyPr/>
          <a:lstStyle/>
          <a:p>
            <a:fld id="{CC057153-B650-4DEB-B370-79DDCFDCE934}" type="slidenum">
              <a:rPr lang="en-US" smtClean="0"/>
              <a:pPr/>
              <a:t>51</a:t>
            </a:fld>
            <a:r>
              <a:rPr lang="en-US"/>
              <a:t>/32</a:t>
            </a:r>
            <a:endParaRPr lang="en-US" dirty="0"/>
          </a:p>
        </p:txBody>
      </p:sp>
      <p:sp>
        <p:nvSpPr>
          <p:cNvPr id="10" name="CuadroTexto 9">
            <a:extLst>
              <a:ext uri="{FF2B5EF4-FFF2-40B4-BE49-F238E27FC236}">
                <a16:creationId xmlns:a16="http://schemas.microsoft.com/office/drawing/2014/main" id="{7420A109-E804-AA97-73BD-A877C397DBB8}"/>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escape exacto: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2074293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0AA12-5571-1511-5E25-5BB75CED5E07}"/>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0FF70096-080A-3DF3-60F0-E21545DCBB34}"/>
              </a:ext>
            </a:extLst>
          </p:cNvPr>
          <p:cNvPicPr>
            <a:picLocks noChangeAspect="1"/>
          </p:cNvPicPr>
          <p:nvPr/>
        </p:nvPicPr>
        <p:blipFill>
          <a:blip r:embed="rId2"/>
          <a:stretch>
            <a:fillRect/>
          </a:stretch>
        </p:blipFill>
        <p:spPr>
          <a:xfrm>
            <a:off x="1007054" y="2336139"/>
            <a:ext cx="7129892" cy="4071011"/>
          </a:xfrm>
          <a:prstGeom prst="rect">
            <a:avLst/>
          </a:prstGeom>
        </p:spPr>
      </p:pic>
      <p:pic>
        <p:nvPicPr>
          <p:cNvPr id="7" name="Imagen 6">
            <a:extLst>
              <a:ext uri="{FF2B5EF4-FFF2-40B4-BE49-F238E27FC236}">
                <a16:creationId xmlns:a16="http://schemas.microsoft.com/office/drawing/2014/main" id="{528AE814-186B-E65E-0567-6D229CE73430}"/>
              </a:ext>
            </a:extLst>
          </p:cNvPr>
          <p:cNvPicPr>
            <a:picLocks noChangeAspect="1"/>
          </p:cNvPicPr>
          <p:nvPr/>
        </p:nvPicPr>
        <p:blipFill>
          <a:blip r:embed="rId3"/>
          <a:stretch>
            <a:fillRect/>
          </a:stretch>
        </p:blipFill>
        <p:spPr>
          <a:xfrm>
            <a:off x="1809750" y="829228"/>
            <a:ext cx="5524500" cy="486561"/>
          </a:xfrm>
          <a:prstGeom prst="rect">
            <a:avLst/>
          </a:prstGeom>
        </p:spPr>
      </p:pic>
      <p:pic>
        <p:nvPicPr>
          <p:cNvPr id="9" name="Imagen 8">
            <a:extLst>
              <a:ext uri="{FF2B5EF4-FFF2-40B4-BE49-F238E27FC236}">
                <a16:creationId xmlns:a16="http://schemas.microsoft.com/office/drawing/2014/main" id="{4CB64681-CFAE-5369-4DE0-FE1130CF9E13}"/>
              </a:ext>
            </a:extLst>
          </p:cNvPr>
          <p:cNvPicPr>
            <a:picLocks noChangeAspect="1"/>
          </p:cNvPicPr>
          <p:nvPr/>
        </p:nvPicPr>
        <p:blipFill>
          <a:blip r:embed="rId4"/>
          <a:stretch>
            <a:fillRect/>
          </a:stretch>
        </p:blipFill>
        <p:spPr>
          <a:xfrm>
            <a:off x="1720850" y="1498686"/>
            <a:ext cx="5613400" cy="471799"/>
          </a:xfrm>
          <a:prstGeom prst="rect">
            <a:avLst/>
          </a:prstGeom>
        </p:spPr>
      </p:pic>
      <p:sp>
        <p:nvSpPr>
          <p:cNvPr id="11" name="Marcador de número de diapositiva 10">
            <a:extLst>
              <a:ext uri="{FF2B5EF4-FFF2-40B4-BE49-F238E27FC236}">
                <a16:creationId xmlns:a16="http://schemas.microsoft.com/office/drawing/2014/main" id="{07E566F7-7092-8B5E-5C4B-88E4E3F24466}"/>
              </a:ext>
            </a:extLst>
          </p:cNvPr>
          <p:cNvSpPr>
            <a:spLocks noGrp="1"/>
          </p:cNvSpPr>
          <p:nvPr>
            <p:ph type="sldNum" sz="quarter" idx="12"/>
          </p:nvPr>
        </p:nvSpPr>
        <p:spPr/>
        <p:txBody>
          <a:bodyPr/>
          <a:lstStyle/>
          <a:p>
            <a:fld id="{CC057153-B650-4DEB-B370-79DDCFDCE934}" type="slidenum">
              <a:rPr lang="en-US" smtClean="0"/>
              <a:pPr/>
              <a:t>52</a:t>
            </a:fld>
            <a:r>
              <a:rPr lang="en-US"/>
              <a:t>/32</a:t>
            </a:r>
            <a:endParaRPr lang="en-US" dirty="0"/>
          </a:p>
        </p:txBody>
      </p:sp>
      <p:sp>
        <p:nvSpPr>
          <p:cNvPr id="12" name="CuadroTexto 11">
            <a:extLst>
              <a:ext uri="{FF2B5EF4-FFF2-40B4-BE49-F238E27FC236}">
                <a16:creationId xmlns:a16="http://schemas.microsoft.com/office/drawing/2014/main" id="{0F5CE9E4-4C1D-A54A-58EC-F0E3D68A8FBA}"/>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alternancia: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1286618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9D700-B44A-ED6E-C9DD-F886C2D0040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2F6BF9E-58B5-B641-EBC5-8F45B161F6F2}"/>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Regla-60</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EF8F1AE9-0371-72CE-6ED6-6148AE70A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28B50FF-720E-3E7D-E368-A158F2D9F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E45EB3-3E8E-305A-84F6-6AB4A29E42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6F2A70EF-B055-29D6-841E-4F5573F07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975FDA91-AB45-93F0-87F4-C6FF194CA9E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E2C7E94D-2396-E1EB-D349-CE61AA622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0014D4D3-4225-E9AF-38AD-B5A40F427E7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2E62B5AB-E9E6-F695-123B-480E8340829B}"/>
              </a:ext>
            </a:extLst>
          </p:cNvPr>
          <p:cNvSpPr txBox="1"/>
          <p:nvPr/>
        </p:nvSpPr>
        <p:spPr>
          <a:xfrm>
            <a:off x="-5692" y="3556000"/>
            <a:ext cx="9149692" cy="646331"/>
          </a:xfrm>
          <a:prstGeom prst="rect">
            <a:avLst/>
          </a:prstGeom>
          <a:noFill/>
        </p:spPr>
        <p:txBody>
          <a:bodyPr wrap="square" rtlCol="0">
            <a:spAutoFit/>
          </a:bodyPr>
          <a:lstStyle/>
          <a:p>
            <a:pPr algn="ctr"/>
            <a:r>
              <a:rPr lang="es-ES" dirty="0">
                <a:solidFill>
                  <a:schemeClr val="bg2">
                    <a:lumMod val="10000"/>
                  </a:schemeClr>
                </a:solidFill>
                <a:latin typeface="Amasis MT Pro" panose="02040504050005020304" pitchFamily="18" charset="0"/>
              </a:rPr>
              <a:t>Para cada uno de los bits, si cambio la/las células que se indica (las negras), ¿el resultado</a:t>
            </a:r>
            <a:r>
              <a:rPr lang="es-ES" dirty="0">
                <a:latin typeface="Amasis MT Pro" panose="02040504050005020304" pitchFamily="18" charset="0"/>
              </a:rPr>
              <a:t> </a:t>
            </a:r>
            <a:r>
              <a:rPr lang="es-ES" dirty="0">
                <a:solidFill>
                  <a:schemeClr val="bg2">
                    <a:lumMod val="50000"/>
                  </a:schemeClr>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E8C1D391-94E4-FC4C-314A-E41CA1579D8A}"/>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BA92BE41-3516-C572-9E54-1B3EBB374D54}"/>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E9BA8B5-AE32-5F7C-7A41-526D02C9E6B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DF6CCC2B-1DE5-6F6B-61B6-CABEA02E76CA}"/>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A5DAE914-5138-AC7C-4177-604541C4619F}"/>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E4599F16-1142-FF07-F056-A802ADA98DB0}"/>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06F44AB0-D965-77A5-4020-5FB3C938FBEC}"/>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C930CCC0-B49B-896B-DE8E-7CBFCD7913C5}"/>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4C56578B-AA3B-B042-5D65-3D5D332D912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3064CD1-10A6-5151-35DC-34BEDE56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02D8513-C39D-A352-ADFD-DD1EBA57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DA406A81-7757-D2E5-F098-AEF994A8A4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ED9F79B4-C526-D2DC-10F8-563513C3D0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03103DF6-C59C-0051-6B00-625C81D548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26BE51F-8E05-84ED-391C-3702390054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A2BE0A03-0A6A-D22D-F76F-A7C9E728211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CC7E999B-8FF6-8754-FC8B-7B5DBDD3974A}"/>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Regla-60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E244A8ED-868B-87F8-FF14-863B86D5485F}"/>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6286F2B5-75C4-BBEC-61EA-425A90E41D02}"/>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FE9227EB-0C50-27C4-38AF-EFC4147B4AC7}"/>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35E81CCF-A3A3-761E-9BB2-778FD6FA635D}"/>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295B9751-3E75-D565-FB5C-D826999DE846}"/>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591E1EB9-389D-10D4-D39D-5396B9ED7D0D}"/>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BCE7541B-3ACC-4438-733D-2ADBB08A51AB}"/>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AA0FD63A-16C6-B689-3E6B-2B7EF3741F0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EE4CEA7F-6909-FA2B-0B7D-0E9EB101D4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2" name="Marcador de número de diapositiva 11">
            <a:extLst>
              <a:ext uri="{FF2B5EF4-FFF2-40B4-BE49-F238E27FC236}">
                <a16:creationId xmlns:a16="http://schemas.microsoft.com/office/drawing/2014/main" id="{9892D0C4-5345-7D64-FA5B-2E9FD5CAF494}"/>
              </a:ext>
            </a:extLst>
          </p:cNvPr>
          <p:cNvSpPr>
            <a:spLocks noGrp="1"/>
          </p:cNvSpPr>
          <p:nvPr>
            <p:ph type="sldNum" sz="quarter" idx="12"/>
          </p:nvPr>
        </p:nvSpPr>
        <p:spPr/>
        <p:txBody>
          <a:bodyPr/>
          <a:lstStyle/>
          <a:p>
            <a:fld id="{CC057153-B650-4DEB-B370-79DDCFDCE934}" type="slidenum">
              <a:rPr lang="en-US" smtClean="0"/>
              <a:pPr/>
              <a:t>53</a:t>
            </a:fld>
            <a:r>
              <a:rPr lang="en-US"/>
              <a:t>/32</a:t>
            </a:r>
            <a:endParaRPr lang="en-US" dirty="0"/>
          </a:p>
        </p:txBody>
      </p:sp>
      <p:sp>
        <p:nvSpPr>
          <p:cNvPr id="13" name="CuadroTexto 12">
            <a:extLst>
              <a:ext uri="{FF2B5EF4-FFF2-40B4-BE49-F238E27FC236}">
                <a16:creationId xmlns:a16="http://schemas.microsoft.com/office/drawing/2014/main" id="{74115A40-1249-133D-94A3-CED00A9C9AC3}"/>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954925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CE91B-4AD7-BA40-899E-19EDEA70D82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6D9F9716-CA67-4FC6-4574-10FBAEA66319}"/>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Regla-90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9A0B7842-7F49-11E1-0C00-D89ACA96AC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5C358E0-1AC0-7456-6074-179D4685E6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5F752F-839B-1416-61CA-F44C40DA3C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DF28CDFB-230E-13CC-2030-DE90E9F47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502AA597-4BA8-8A94-17B9-B8B8EA1AF1F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13ADB739-FA80-6B7B-F674-4EAC644C612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E32EEECC-9C84-F5BD-851B-71F91ED3D3D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9A316B1C-9665-5BCE-B07D-FFBFC1F53F6A}"/>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C5366316-999D-3346-F92A-AE5D9F4C7B29}"/>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74FC9FC4-F6D3-E21B-B551-12EA2F2A639C}"/>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A9C130E1-EC64-8F80-B2C6-8B41EB07F546}"/>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6AE72169-DE24-FBE1-04EF-FB6005DD4A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553E4A71-2CA5-F30B-A8F6-B5A681C8035E}"/>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BFC2739-1657-006E-0AA2-CB4D703C2B89}"/>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BE213873-B773-660E-6945-0F447870548A}"/>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6F1D3F19-96A9-5126-CD3F-2C629A0684A6}"/>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AB62AF03-A605-8D06-C070-C283F27CE16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C9FDF5BB-C8C0-9A98-BD02-ABACA4F8C0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BF3BEB56-ECC7-BA5B-D3BC-6FA12D26E2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72C442D4-FF3D-65A7-7CC1-A98B74F9C9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8A4C5EE7-A320-42C9-B9D5-670BF9178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F5D1A2A1-E46B-DB84-92B1-2E54682D127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2A239933-7285-B558-10C2-F92A3DB69A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8EB55628-DA64-0C59-4B9B-629C7FB18FA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B2C54E0C-4B44-59C8-C9B8-8FD83355EA86}"/>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Regla-90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33DC4F82-3333-D1CC-367B-FC33D45E01F3}"/>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503D7DF-6B51-7277-74A5-6D4F00535DE7}"/>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77AC0C76-FF09-5C9A-246A-F75A29B89B44}"/>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45F2EE2D-79E9-F599-284C-0F7212B59AF3}"/>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3624C521-6726-2319-7C9C-7976D249B9D9}"/>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9A6A9008-49B1-E631-F62C-FEED35C783B0}"/>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A6CB508C-5FDD-0B0E-5A7F-D4F8B1CACBA3}"/>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E33E91EF-135D-4FF3-446E-BFA53E3F5BA0}"/>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9B45ACC9-F944-81E5-8547-1ED135F487C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2" name="Marcador de número de diapositiva 11">
            <a:extLst>
              <a:ext uri="{FF2B5EF4-FFF2-40B4-BE49-F238E27FC236}">
                <a16:creationId xmlns:a16="http://schemas.microsoft.com/office/drawing/2014/main" id="{6002663D-8EF4-83E2-D320-B96C4AE04051}"/>
              </a:ext>
            </a:extLst>
          </p:cNvPr>
          <p:cNvSpPr>
            <a:spLocks noGrp="1"/>
          </p:cNvSpPr>
          <p:nvPr>
            <p:ph type="sldNum" sz="quarter" idx="12"/>
          </p:nvPr>
        </p:nvSpPr>
        <p:spPr/>
        <p:txBody>
          <a:bodyPr/>
          <a:lstStyle/>
          <a:p>
            <a:fld id="{CC057153-B650-4DEB-B370-79DDCFDCE934}" type="slidenum">
              <a:rPr lang="en-US" smtClean="0"/>
              <a:pPr/>
              <a:t>54</a:t>
            </a:fld>
            <a:r>
              <a:rPr lang="en-US"/>
              <a:t>/32</a:t>
            </a:r>
            <a:endParaRPr lang="en-US" dirty="0"/>
          </a:p>
        </p:txBody>
      </p:sp>
      <p:sp>
        <p:nvSpPr>
          <p:cNvPr id="14" name="CuadroTexto 13">
            <a:extLst>
              <a:ext uri="{FF2B5EF4-FFF2-40B4-BE49-F238E27FC236}">
                <a16:creationId xmlns:a16="http://schemas.microsoft.com/office/drawing/2014/main" id="{9B455DC1-5E70-5C7D-BCCF-EB7A6B121561}"/>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8273835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0DD8-71B2-9C9A-A5F7-8B55322EDA42}"/>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705B8B1-A906-3773-BAC1-5E65D539574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D1159975-6666-DEB5-9AAD-8E10DA8E16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171A84E4-FA11-D9E1-6510-7DE89E286D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1CBF02E-878E-E3FB-93BD-D5A454FA60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FB79F57F-DB14-3963-EAB6-9FD5D92CCA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E1281D2-80E9-AC27-BD29-51360E1C80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598DA97B-44ED-AE78-1A31-8D870645C2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45521D50-6545-A046-600C-3704F6C3E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A81129EF-F9B2-1F94-C739-BAB50576B7BC}"/>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1441C9E0-5CB3-380F-A7B3-FDDBA9EEDC1B}"/>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BE3FA818-0004-A7D6-6F3B-9FC97BC4093A}"/>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60D04BFA-C05E-BB6A-1E2B-AAD450AB6FC7}"/>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8205C518-8D43-8293-DD14-2E1B70E6F3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03BD8DCA-4613-202C-013A-30FA52ECB6E7}"/>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C502C45C-35B6-D670-6DB8-1F97E6A9F85A}"/>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201CECD6-0495-7FF7-EFFD-4BE4D6F96429}"/>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EEF48DFC-A675-F19C-5651-3A89A4516F2E}"/>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9CFD9F61-56C1-378D-9AB4-BE342E5C414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8DB08F35-52EA-6153-412B-3E87CCD02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E02AD44-C0E5-52FD-8C1B-11D10D31C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898320DE-10BF-10CB-E766-086314B7A1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501A8414-AF9E-7BAC-6B7C-7D7D5A0647E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54C6C095-6DD6-82BE-68EE-32AF567740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6CF20C61-3345-5327-4182-CD29F9BF069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C390A429-7FBE-1D55-C237-C549993C0F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34AFB7D8-5576-B12A-200A-AA2E91224BE1}"/>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193ED160-111C-D344-5B99-86B750EB45B0}"/>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3436222-7407-04C6-3801-3A1CF44AB443}"/>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30298091-E81F-60B0-333D-1071876BC2DD}"/>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6FF0A43A-0E69-A232-1B78-32AAB6DBD206}"/>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19B43131-B118-585C-5988-65964F391A3A}"/>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1F8A968D-2446-7761-78EE-3E03A0599A8C}"/>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2C936E09-80B1-3EA6-ED04-5D2CA4F9DB17}"/>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200E9B51-2269-2915-EA84-4E22BD4995F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8DEE75D0-39B3-4DA8-C088-47796EA11C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2" name="Marcador de número de diapositiva 11">
            <a:extLst>
              <a:ext uri="{FF2B5EF4-FFF2-40B4-BE49-F238E27FC236}">
                <a16:creationId xmlns:a16="http://schemas.microsoft.com/office/drawing/2014/main" id="{F0632680-3A36-62F9-2DB6-C503462C8458}"/>
              </a:ext>
            </a:extLst>
          </p:cNvPr>
          <p:cNvSpPr>
            <a:spLocks noGrp="1"/>
          </p:cNvSpPr>
          <p:nvPr>
            <p:ph type="sldNum" sz="quarter" idx="12"/>
          </p:nvPr>
        </p:nvSpPr>
        <p:spPr/>
        <p:txBody>
          <a:bodyPr/>
          <a:lstStyle/>
          <a:p>
            <a:fld id="{CC057153-B650-4DEB-B370-79DDCFDCE934}" type="slidenum">
              <a:rPr lang="en-US" smtClean="0"/>
              <a:pPr/>
              <a:t>55</a:t>
            </a:fld>
            <a:r>
              <a:rPr lang="en-US"/>
              <a:t>/32</a:t>
            </a:r>
            <a:endParaRPr lang="en-US" dirty="0"/>
          </a:p>
        </p:txBody>
      </p:sp>
      <p:sp>
        <p:nvSpPr>
          <p:cNvPr id="14" name="CuadroTexto 13">
            <a:extLst>
              <a:ext uri="{FF2B5EF4-FFF2-40B4-BE49-F238E27FC236}">
                <a16:creationId xmlns:a16="http://schemas.microsoft.com/office/drawing/2014/main" id="{394A4CD7-0DD1-6E6A-A969-CC1ACFF4401E}"/>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8562851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0E40F-6940-735A-686C-FE3378F894AE}"/>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82F199F1-7B3C-20D9-E918-03439A8E7FE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Regla-105</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44AAF1F0-F521-3E95-2E81-86C14E507123}"/>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FC2FB1F2-2DB7-94D9-43E9-E88B59D56C38}"/>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6D0E7C74-7C71-D8D8-109B-42F754BEF824}"/>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670B5351-F088-619A-591D-56F1AD176258}"/>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F7055DA7-ABC7-548B-8A0A-0D260EBABFED}"/>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6709C719-A886-ECAB-AE27-6EEBC4BBD995}"/>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C891B102-4CB7-2D07-D116-324A7F5D525F}"/>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8D7CDF7C-34AD-B733-BC4D-3CC31CA82D91}"/>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A203CE10-1E9C-BF47-9BB5-5E21C4FFC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D22C8FDD-A236-4639-F2CA-BE342FB6D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7AF82AD8-8CB6-6933-6623-FEAD58DDC7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625A1769-8D43-1F2B-20D8-906B2AA0A2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52193381-C863-8BE2-B34F-4ED9242C69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637C597-4AFD-8452-C79D-ECD261CC111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289980E2-C493-3788-752E-2479A16736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5536DAE7-443B-263D-D5DB-BFFB29512F0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15E71321-308E-7991-E9DA-ED7FE08ABBAF}"/>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478AF21D-28F5-F0DB-5EFB-B13A38B4EAD4}"/>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811D9F4F-5116-C14F-4C30-88EE8EC26668}"/>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0AAF086-9EB6-3193-0E34-3E29B90CFD3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04A0A5AA-30A7-E308-01C6-E83E889CAE78}"/>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72D73E83-30EE-AD80-4BB4-CB15C30EFE99}"/>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8EA2E12-2B51-D01C-71B3-7FA7058BB4B6}"/>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11C0838D-9194-CB7E-6BCC-CD7C7F7319EE}"/>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AFCFAF21-05A7-6C33-48F5-53DFC1AE2C9B}"/>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1B7EB282-0F0A-6C58-B58B-0C6034DA0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7AE9DB8-1184-DD7B-287A-05281F29B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661EBA32-CA55-2396-C676-B4760076E8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53B309A5-AC47-E2AF-FB18-4C7602E8EF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C597C445-0917-FB10-6F12-2D9BC1B384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266F2906-12F1-F51E-6A91-1A14F2757D1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D89517B-4801-888B-F318-4FA688AD0E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405A05BD-6D65-3282-2BB0-0F00F8F2E25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264342B7-75A8-914C-7EF0-ED62471E3024}"/>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43" name="Marcador de número de diapositiva 42">
            <a:extLst>
              <a:ext uri="{FF2B5EF4-FFF2-40B4-BE49-F238E27FC236}">
                <a16:creationId xmlns:a16="http://schemas.microsoft.com/office/drawing/2014/main" id="{5915852F-FD3F-BE43-FA36-1AE1B68419FB}"/>
              </a:ext>
            </a:extLst>
          </p:cNvPr>
          <p:cNvSpPr>
            <a:spLocks noGrp="1"/>
          </p:cNvSpPr>
          <p:nvPr>
            <p:ph type="sldNum" sz="quarter" idx="12"/>
          </p:nvPr>
        </p:nvSpPr>
        <p:spPr/>
        <p:txBody>
          <a:bodyPr/>
          <a:lstStyle/>
          <a:p>
            <a:fld id="{CC057153-B650-4DEB-B370-79DDCFDCE934}" type="slidenum">
              <a:rPr lang="en-US" smtClean="0"/>
              <a:pPr/>
              <a:t>56</a:t>
            </a:fld>
            <a:r>
              <a:rPr lang="en-US"/>
              <a:t>/32</a:t>
            </a:r>
            <a:endParaRPr lang="en-US" dirty="0"/>
          </a:p>
        </p:txBody>
      </p:sp>
      <p:sp>
        <p:nvSpPr>
          <p:cNvPr id="45" name="CuadroTexto 44">
            <a:extLst>
              <a:ext uri="{FF2B5EF4-FFF2-40B4-BE49-F238E27FC236}">
                <a16:creationId xmlns:a16="http://schemas.microsoft.com/office/drawing/2014/main" id="{00509579-0F76-78C5-10D9-8F9CA8CF4993}"/>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1923631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DE693-D86F-9150-862D-1000B5BB1ECB}"/>
            </a:ext>
          </a:extLst>
        </p:cNvPr>
        <p:cNvGrpSpPr/>
        <p:nvPr/>
      </p:nvGrpSpPr>
      <p:grpSpPr>
        <a:xfrm>
          <a:off x="0" y="0"/>
          <a:ext cx="0" cy="0"/>
          <a:chOff x="0" y="0"/>
          <a:chExt cx="0" cy="0"/>
        </a:xfrm>
      </p:grpSpPr>
      <p:pic>
        <p:nvPicPr>
          <p:cNvPr id="24" name="Imagen 23" descr="Diagrama, Diagrama de Venn&#10;&#10;El contenido generado por IA puede ser incorrecto.">
            <a:extLst>
              <a:ext uri="{FF2B5EF4-FFF2-40B4-BE49-F238E27FC236}">
                <a16:creationId xmlns:a16="http://schemas.microsoft.com/office/drawing/2014/main" id="{189D2F6A-9DB8-BE22-1AEF-324F05F9D9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26" name="Imagen 25" descr="Diagrama, Diagrama de Venn&#10;&#10;El contenido generado por IA puede ser incorrecto.">
            <a:extLst>
              <a:ext uri="{FF2B5EF4-FFF2-40B4-BE49-F238E27FC236}">
                <a16:creationId xmlns:a16="http://schemas.microsoft.com/office/drawing/2014/main" id="{34B2ADF2-1E49-B9F5-8AB1-396708CD27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28" name="Imagen 27" descr="Diagrama, Diagrama de Venn&#10;&#10;El contenido generado por IA puede ser incorrecto.">
            <a:extLst>
              <a:ext uri="{FF2B5EF4-FFF2-40B4-BE49-F238E27FC236}">
                <a16:creationId xmlns:a16="http://schemas.microsoft.com/office/drawing/2014/main" id="{A2DB820E-FB67-BAF5-288E-F37F13528E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30" name="Imagen 29" descr="Diagrama, Diagrama de Venn&#10;&#10;El contenido generado por IA puede ser incorrecto.">
            <a:extLst>
              <a:ext uri="{FF2B5EF4-FFF2-40B4-BE49-F238E27FC236}">
                <a16:creationId xmlns:a16="http://schemas.microsoft.com/office/drawing/2014/main" id="{8287D30A-7906-3381-F000-DE8BD9CEDF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46" name="Imagen 45" descr="Diagrama, Diagrama de Venn&#10;&#10;El contenido generado por IA puede ser incorrecto.">
            <a:extLst>
              <a:ext uri="{FF2B5EF4-FFF2-40B4-BE49-F238E27FC236}">
                <a16:creationId xmlns:a16="http://schemas.microsoft.com/office/drawing/2014/main" id="{412E7DD9-3684-D8E6-FBC9-05577BECF1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83708" y="798731"/>
            <a:ext cx="6376585" cy="5887819"/>
          </a:xfrm>
          <a:prstGeom prst="rect">
            <a:avLst/>
          </a:prstGeom>
        </p:spPr>
      </p:pic>
      <p:pic>
        <p:nvPicPr>
          <p:cNvPr id="48" name="Imagen 47" descr="Diagrama, Diagrama de Venn&#10;&#10;El contenido generado por IA puede ser incorrecto.">
            <a:extLst>
              <a:ext uri="{FF2B5EF4-FFF2-40B4-BE49-F238E27FC236}">
                <a16:creationId xmlns:a16="http://schemas.microsoft.com/office/drawing/2014/main" id="{D2AACA77-C78D-447B-7DC9-7099A5A8892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3708" y="798731"/>
            <a:ext cx="6376585" cy="5887819"/>
          </a:xfrm>
          <a:prstGeom prst="rect">
            <a:avLst/>
          </a:prstGeom>
        </p:spPr>
      </p:pic>
      <p:pic>
        <p:nvPicPr>
          <p:cNvPr id="44" name="Imagen 43" descr="Diagrama, Diagrama de Venn&#10;&#10;El contenido generado por IA puede ser incorrecto.">
            <a:extLst>
              <a:ext uri="{FF2B5EF4-FFF2-40B4-BE49-F238E27FC236}">
                <a16:creationId xmlns:a16="http://schemas.microsoft.com/office/drawing/2014/main" id="{AE7CB058-7192-AA8B-EE45-6C451FEE451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50" name="Imagen 49" descr="Diagrama&#10;&#10;El contenido generado por IA puede ser incorrecto.">
            <a:extLst>
              <a:ext uri="{FF2B5EF4-FFF2-40B4-BE49-F238E27FC236}">
                <a16:creationId xmlns:a16="http://schemas.microsoft.com/office/drawing/2014/main" id="{DACBA24E-185D-E800-0A85-CF3618925B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83706" y="798731"/>
            <a:ext cx="6376585" cy="5887819"/>
          </a:xfrm>
          <a:prstGeom prst="rect">
            <a:avLst/>
          </a:prstGeom>
        </p:spPr>
      </p:pic>
      <p:sp>
        <p:nvSpPr>
          <p:cNvPr id="8" name="Marcador de número de diapositiva 7">
            <a:extLst>
              <a:ext uri="{FF2B5EF4-FFF2-40B4-BE49-F238E27FC236}">
                <a16:creationId xmlns:a16="http://schemas.microsoft.com/office/drawing/2014/main" id="{EC5E5CBF-1DA0-B061-A930-6239443A77CF}"/>
              </a:ext>
            </a:extLst>
          </p:cNvPr>
          <p:cNvSpPr>
            <a:spLocks noGrp="1"/>
          </p:cNvSpPr>
          <p:nvPr>
            <p:ph type="sldNum" sz="quarter" idx="12"/>
          </p:nvPr>
        </p:nvSpPr>
        <p:spPr/>
        <p:txBody>
          <a:bodyPr/>
          <a:lstStyle/>
          <a:p>
            <a:fld id="{CC057153-B650-4DEB-B370-79DDCFDCE934}" type="slidenum">
              <a:rPr lang="en-US" smtClean="0"/>
              <a:pPr/>
              <a:t>57</a:t>
            </a:fld>
            <a:r>
              <a:rPr lang="en-US"/>
              <a:t>/32</a:t>
            </a:r>
            <a:endParaRPr lang="en-US" dirty="0"/>
          </a:p>
        </p:txBody>
      </p:sp>
      <p:sp>
        <p:nvSpPr>
          <p:cNvPr id="9" name="CuadroTexto 8">
            <a:extLst>
              <a:ext uri="{FF2B5EF4-FFF2-40B4-BE49-F238E27FC236}">
                <a16:creationId xmlns:a16="http://schemas.microsoft.com/office/drawing/2014/main" id="{877B6258-D8CD-03C1-1984-452773A01E2D}"/>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Control parcial</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787584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30844</TotalTime>
  <Words>2888</Words>
  <Application>Microsoft Office PowerPoint</Application>
  <PresentationFormat>Presentación en pantalla (4:3)</PresentationFormat>
  <Paragraphs>470</Paragraphs>
  <Slides>58</Slides>
  <Notes>31</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58</vt:i4>
      </vt:variant>
    </vt:vector>
  </HeadingPairs>
  <TitlesOfParts>
    <vt:vector size="67" baseType="lpstr">
      <vt:lpstr>Amasis MT Pro</vt:lpstr>
      <vt:lpstr>Amasis MT Pro Light</vt:lpstr>
      <vt:lpstr>Aptos</vt:lpstr>
      <vt:lpstr>Arial</vt:lpstr>
      <vt:lpstr>Cambria Math</vt:lpstr>
      <vt:lpstr>CMBX10</vt:lpstr>
      <vt:lpstr>CMR10</vt:lpstr>
      <vt:lpstr>Neue Haas Grotesk Text Pro</vt:lpstr>
      <vt:lpstr>VanillaVTI</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Gaspar Alfaro García</dc:creator>
  <cp:lastModifiedBy>Gaspar Alfaro García</cp:lastModifiedBy>
  <cp:revision>175</cp:revision>
  <dcterms:created xsi:type="dcterms:W3CDTF">2025-01-29T12:59:52Z</dcterms:created>
  <dcterms:modified xsi:type="dcterms:W3CDTF">2025-04-18T16:14:40Z</dcterms:modified>
</cp:coreProperties>
</file>