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1" r:id="rId1"/>
  </p:sldMasterIdLst>
  <p:notesMasterIdLst>
    <p:notesMasterId r:id="rId42"/>
  </p:notesMasterIdLst>
  <p:sldIdLst>
    <p:sldId id="257" r:id="rId2"/>
    <p:sldId id="262" r:id="rId3"/>
    <p:sldId id="263" r:id="rId4"/>
    <p:sldId id="268" r:id="rId5"/>
    <p:sldId id="306" r:id="rId6"/>
    <p:sldId id="307" r:id="rId7"/>
    <p:sldId id="270" r:id="rId8"/>
    <p:sldId id="271" r:id="rId9"/>
    <p:sldId id="264" r:id="rId10"/>
    <p:sldId id="299" r:id="rId11"/>
    <p:sldId id="273" r:id="rId12"/>
    <p:sldId id="275" r:id="rId13"/>
    <p:sldId id="276" r:id="rId14"/>
    <p:sldId id="265" r:id="rId15"/>
    <p:sldId id="278" r:id="rId16"/>
    <p:sldId id="279" r:id="rId17"/>
    <p:sldId id="311" r:id="rId18"/>
    <p:sldId id="281" r:id="rId19"/>
    <p:sldId id="314" r:id="rId20"/>
    <p:sldId id="300" r:id="rId21"/>
    <p:sldId id="301" r:id="rId22"/>
    <p:sldId id="266" r:id="rId23"/>
    <p:sldId id="282" r:id="rId24"/>
    <p:sldId id="284" r:id="rId25"/>
    <p:sldId id="286" r:id="rId26"/>
    <p:sldId id="305" r:id="rId27"/>
    <p:sldId id="267" r:id="rId28"/>
    <p:sldId id="289" r:id="rId29"/>
    <p:sldId id="290" r:id="rId30"/>
    <p:sldId id="302" r:id="rId31"/>
    <p:sldId id="291" r:id="rId32"/>
    <p:sldId id="292" r:id="rId33"/>
    <p:sldId id="293" r:id="rId34"/>
    <p:sldId id="296" r:id="rId35"/>
    <p:sldId id="297" r:id="rId36"/>
    <p:sldId id="304" r:id="rId37"/>
    <p:sldId id="312" r:id="rId38"/>
    <p:sldId id="313" r:id="rId39"/>
    <p:sldId id="309" r:id="rId40"/>
    <p:sldId id="308" r:id="rId41"/>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16C0B6-1760-4BCA-8131-AB4CDB426109}" v="340" dt="2025-02-19T19:43:48.4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33" autoAdjust="0"/>
    <p:restoredTop sz="94660"/>
  </p:normalViewPr>
  <p:slideViewPr>
    <p:cSldViewPr snapToGrid="0">
      <p:cViewPr>
        <p:scale>
          <a:sx n="100" d="100"/>
          <a:sy n="100" d="100"/>
        </p:scale>
        <p:origin x="2418" y="14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spar Alfaro García" userId="S::gaspar.alfaro@urjc.es::b9682869-b526-4b6d-8301-b00acddeffaf" providerId="AD" clId="Web-{EF6C39F1-0CAF-704F-89DF-35BA24DF4C67}"/>
    <pc:docChg chg="modSld">
      <pc:chgData name="Gaspar Alfaro García" userId="S::gaspar.alfaro@urjc.es::b9682869-b526-4b6d-8301-b00acddeffaf" providerId="AD" clId="Web-{EF6C39F1-0CAF-704F-89DF-35BA24DF4C67}" dt="2025-02-18T12:20:04.461" v="3"/>
      <pc:docMkLst>
        <pc:docMk/>
      </pc:docMkLst>
      <pc:sldChg chg="modSp">
        <pc:chgData name="Gaspar Alfaro García" userId="S::gaspar.alfaro@urjc.es::b9682869-b526-4b6d-8301-b00acddeffaf" providerId="AD" clId="Web-{EF6C39F1-0CAF-704F-89DF-35BA24DF4C67}" dt="2025-02-18T12:20:04.461" v="3"/>
        <pc:sldMkLst>
          <pc:docMk/>
          <pc:sldMk cId="3194772664" sldId="298"/>
        </pc:sldMkLst>
        <pc:spChg chg="mod">
          <ac:chgData name="Gaspar Alfaro García" userId="S::gaspar.alfaro@urjc.es::b9682869-b526-4b6d-8301-b00acddeffaf" providerId="AD" clId="Web-{EF6C39F1-0CAF-704F-89DF-35BA24DF4C67}" dt="2025-02-18T12:20:04.461" v="3"/>
          <ac:spMkLst>
            <pc:docMk/>
            <pc:sldMk cId="3194772664" sldId="298"/>
            <ac:spMk id="44" creationId="{17A862A6-F4DC-B287-52EC-3EBED75526D1}"/>
          </ac:spMkLst>
        </pc:spChg>
      </pc:sldChg>
    </pc:docChg>
  </pc:docChgLst>
  <pc:docChgLst>
    <pc:chgData name="Gaspar Alfaro García" userId="b9682869-b526-4b6d-8301-b00acddeffaf" providerId="ADAL" clId="{9F16C0B6-1760-4BCA-8131-AB4CDB426109}"/>
    <pc:docChg chg="undo redo custSel addSld delSld modSld sldOrd">
      <pc:chgData name="Gaspar Alfaro García" userId="b9682869-b526-4b6d-8301-b00acddeffaf" providerId="ADAL" clId="{9F16C0B6-1760-4BCA-8131-AB4CDB426109}" dt="2025-02-19T19:44:39.908" v="2924" actId="27107"/>
      <pc:docMkLst>
        <pc:docMk/>
      </pc:docMkLst>
      <pc:sldChg chg="modSp mod">
        <pc:chgData name="Gaspar Alfaro García" userId="b9682869-b526-4b6d-8301-b00acddeffaf" providerId="ADAL" clId="{9F16C0B6-1760-4BCA-8131-AB4CDB426109}" dt="2025-02-18T17:59:53.852" v="167" actId="207"/>
        <pc:sldMkLst>
          <pc:docMk/>
          <pc:sldMk cId="2131548891" sldId="257"/>
        </pc:sldMkLst>
        <pc:spChg chg="mod">
          <ac:chgData name="Gaspar Alfaro García" userId="b9682869-b526-4b6d-8301-b00acddeffaf" providerId="ADAL" clId="{9F16C0B6-1760-4BCA-8131-AB4CDB426109}" dt="2025-02-18T17:59:53.852" v="167" actId="207"/>
          <ac:spMkLst>
            <pc:docMk/>
            <pc:sldMk cId="2131548891" sldId="257"/>
            <ac:spMk id="5" creationId="{B3748729-50C7-8599-6D3C-E12C17D6E64E}"/>
          </ac:spMkLst>
        </pc:spChg>
      </pc:sldChg>
      <pc:sldChg chg="modSp mod">
        <pc:chgData name="Gaspar Alfaro García" userId="b9682869-b526-4b6d-8301-b00acddeffaf" providerId="ADAL" clId="{9F16C0B6-1760-4BCA-8131-AB4CDB426109}" dt="2025-02-19T10:51:43.479" v="599" actId="20577"/>
        <pc:sldMkLst>
          <pc:docMk/>
          <pc:sldMk cId="657484191" sldId="259"/>
        </pc:sldMkLst>
        <pc:spChg chg="mod">
          <ac:chgData name="Gaspar Alfaro García" userId="b9682869-b526-4b6d-8301-b00acddeffaf" providerId="ADAL" clId="{9F16C0B6-1760-4BCA-8131-AB4CDB426109}" dt="2025-02-19T10:51:43.479" v="599" actId="20577"/>
          <ac:spMkLst>
            <pc:docMk/>
            <pc:sldMk cId="657484191" sldId="259"/>
            <ac:spMk id="6" creationId="{091CEA0D-6DCE-E46A-020C-2CC53C2446B4}"/>
          </ac:spMkLst>
        </pc:spChg>
      </pc:sldChg>
      <pc:sldChg chg="modSp mod">
        <pc:chgData name="Gaspar Alfaro García" userId="b9682869-b526-4b6d-8301-b00acddeffaf" providerId="ADAL" clId="{9F16C0B6-1760-4BCA-8131-AB4CDB426109}" dt="2025-02-19T16:37:35.510" v="1942" actId="20577"/>
        <pc:sldMkLst>
          <pc:docMk/>
          <pc:sldMk cId="3851960945" sldId="260"/>
        </pc:sldMkLst>
        <pc:spChg chg="mod">
          <ac:chgData name="Gaspar Alfaro García" userId="b9682869-b526-4b6d-8301-b00acddeffaf" providerId="ADAL" clId="{9F16C0B6-1760-4BCA-8131-AB4CDB426109}" dt="2025-02-19T16:37:35.510" v="1942" actId="20577"/>
          <ac:spMkLst>
            <pc:docMk/>
            <pc:sldMk cId="3851960945" sldId="260"/>
            <ac:spMk id="6" creationId="{26611D0D-85B1-F0D6-BE41-F9EA0F9D08DF}"/>
          </ac:spMkLst>
        </pc:spChg>
      </pc:sldChg>
      <pc:sldChg chg="modSp mod">
        <pc:chgData name="Gaspar Alfaro García" userId="b9682869-b526-4b6d-8301-b00acddeffaf" providerId="ADAL" clId="{9F16C0B6-1760-4BCA-8131-AB4CDB426109}" dt="2025-02-19T19:10:11.052" v="2290"/>
        <pc:sldMkLst>
          <pc:docMk/>
          <pc:sldMk cId="117828384" sldId="261"/>
        </pc:sldMkLst>
        <pc:spChg chg="mod">
          <ac:chgData name="Gaspar Alfaro García" userId="b9682869-b526-4b6d-8301-b00acddeffaf" providerId="ADAL" clId="{9F16C0B6-1760-4BCA-8131-AB4CDB426109}" dt="2025-02-19T19:10:11.052" v="2290"/>
          <ac:spMkLst>
            <pc:docMk/>
            <pc:sldMk cId="117828384" sldId="261"/>
            <ac:spMk id="6" creationId="{0F9522B5-9B85-AAB3-B744-B64B4D04B8C5}"/>
          </ac:spMkLst>
        </pc:spChg>
      </pc:sldChg>
      <pc:sldChg chg="modSp mod">
        <pc:chgData name="Gaspar Alfaro García" userId="b9682869-b526-4b6d-8301-b00acddeffaf" providerId="ADAL" clId="{9F16C0B6-1760-4BCA-8131-AB4CDB426109}" dt="2025-02-18T17:59:23.365" v="165" actId="207"/>
        <pc:sldMkLst>
          <pc:docMk/>
          <pc:sldMk cId="977630001" sldId="262"/>
        </pc:sldMkLst>
        <pc:spChg chg="mod">
          <ac:chgData name="Gaspar Alfaro García" userId="b9682869-b526-4b6d-8301-b00acddeffaf" providerId="ADAL" clId="{9F16C0B6-1760-4BCA-8131-AB4CDB426109}" dt="2025-02-18T17:59:23.365" v="165" actId="207"/>
          <ac:spMkLst>
            <pc:docMk/>
            <pc:sldMk cId="977630001" sldId="262"/>
            <ac:spMk id="2" creationId="{B88D1E6B-C5F8-258C-101F-DC0CBBAFA602}"/>
          </ac:spMkLst>
        </pc:spChg>
      </pc:sldChg>
      <pc:sldChg chg="addSp delSp modSp mod">
        <pc:chgData name="Gaspar Alfaro García" userId="b9682869-b526-4b6d-8301-b00acddeffaf" providerId="ADAL" clId="{9F16C0B6-1760-4BCA-8131-AB4CDB426109}" dt="2025-02-19T09:42:08.503" v="480" actId="404"/>
        <pc:sldMkLst>
          <pc:docMk/>
          <pc:sldMk cId="3389424709" sldId="263"/>
        </pc:sldMkLst>
        <pc:spChg chg="mod">
          <ac:chgData name="Gaspar Alfaro García" userId="b9682869-b526-4b6d-8301-b00acddeffaf" providerId="ADAL" clId="{9F16C0B6-1760-4BCA-8131-AB4CDB426109}" dt="2025-02-19T09:42:08.503" v="480" actId="404"/>
          <ac:spMkLst>
            <pc:docMk/>
            <pc:sldMk cId="3389424709" sldId="263"/>
            <ac:spMk id="2" creationId="{9F92BCE5-4796-BA4C-1555-BA6A58204DD4}"/>
          </ac:spMkLst>
        </pc:spChg>
        <pc:spChg chg="add mod">
          <ac:chgData name="Gaspar Alfaro García" userId="b9682869-b526-4b6d-8301-b00acddeffaf" providerId="ADAL" clId="{9F16C0B6-1760-4BCA-8131-AB4CDB426109}" dt="2025-02-19T09:32:06.061" v="412"/>
          <ac:spMkLst>
            <pc:docMk/>
            <pc:sldMk cId="3389424709" sldId="263"/>
            <ac:spMk id="3" creationId="{57008222-1087-24D2-A419-E4BB6F741719}"/>
          </ac:spMkLst>
        </pc:spChg>
        <pc:spChg chg="add mod">
          <ac:chgData name="Gaspar Alfaro García" userId="b9682869-b526-4b6d-8301-b00acddeffaf" providerId="ADAL" clId="{9F16C0B6-1760-4BCA-8131-AB4CDB426109}" dt="2025-02-19T09:32:06.061" v="412"/>
          <ac:spMkLst>
            <pc:docMk/>
            <pc:sldMk cId="3389424709" sldId="263"/>
            <ac:spMk id="5" creationId="{C2881D0E-C9D7-4E69-8E14-53E5BFDCF07F}"/>
          </ac:spMkLst>
        </pc:spChg>
        <pc:spChg chg="add mod">
          <ac:chgData name="Gaspar Alfaro García" userId="b9682869-b526-4b6d-8301-b00acddeffaf" providerId="ADAL" clId="{9F16C0B6-1760-4BCA-8131-AB4CDB426109}" dt="2025-02-19T09:33:23.164" v="421" actId="1076"/>
          <ac:spMkLst>
            <pc:docMk/>
            <pc:sldMk cId="3389424709" sldId="263"/>
            <ac:spMk id="6" creationId="{FFAEAD24-C4E3-D910-38EE-AD171D6DEC3E}"/>
          </ac:spMkLst>
        </pc:spChg>
        <pc:spChg chg="add mod">
          <ac:chgData name="Gaspar Alfaro García" userId="b9682869-b526-4b6d-8301-b00acddeffaf" providerId="ADAL" clId="{9F16C0B6-1760-4BCA-8131-AB4CDB426109}" dt="2025-02-19T09:33:23.164" v="421" actId="1076"/>
          <ac:spMkLst>
            <pc:docMk/>
            <pc:sldMk cId="3389424709" sldId="263"/>
            <ac:spMk id="7" creationId="{F83CAE53-FC02-0DB8-14BF-D52001FA0968}"/>
          </ac:spMkLst>
        </pc:spChg>
        <pc:spChg chg="add mod">
          <ac:chgData name="Gaspar Alfaro García" userId="b9682869-b526-4b6d-8301-b00acddeffaf" providerId="ADAL" clId="{9F16C0B6-1760-4BCA-8131-AB4CDB426109}" dt="2025-02-19T09:33:23.164" v="421" actId="1076"/>
          <ac:spMkLst>
            <pc:docMk/>
            <pc:sldMk cId="3389424709" sldId="263"/>
            <ac:spMk id="8" creationId="{93E57297-EA11-0685-E9E8-67CDB503653C}"/>
          </ac:spMkLst>
        </pc:spChg>
        <pc:spChg chg="add del mod">
          <ac:chgData name="Gaspar Alfaro García" userId="b9682869-b526-4b6d-8301-b00acddeffaf" providerId="ADAL" clId="{9F16C0B6-1760-4BCA-8131-AB4CDB426109}" dt="2025-02-19T09:32:48.541" v="417" actId="478"/>
          <ac:spMkLst>
            <pc:docMk/>
            <pc:sldMk cId="3389424709" sldId="263"/>
            <ac:spMk id="9" creationId="{81016191-7D90-0D92-A45A-460E44C3DFCA}"/>
          </ac:spMkLst>
        </pc:spChg>
        <pc:spChg chg="add del mod">
          <ac:chgData name="Gaspar Alfaro García" userId="b9682869-b526-4b6d-8301-b00acddeffaf" providerId="ADAL" clId="{9F16C0B6-1760-4BCA-8131-AB4CDB426109}" dt="2025-02-19T09:32:48.541" v="417" actId="478"/>
          <ac:spMkLst>
            <pc:docMk/>
            <pc:sldMk cId="3389424709" sldId="263"/>
            <ac:spMk id="10" creationId="{976770B0-4DA4-E2C0-1FC2-C2A2E6D4DEB2}"/>
          </ac:spMkLst>
        </pc:spChg>
        <pc:spChg chg="add del mod">
          <ac:chgData name="Gaspar Alfaro García" userId="b9682869-b526-4b6d-8301-b00acddeffaf" providerId="ADAL" clId="{9F16C0B6-1760-4BCA-8131-AB4CDB426109}" dt="2025-02-19T09:32:48.541" v="417" actId="478"/>
          <ac:spMkLst>
            <pc:docMk/>
            <pc:sldMk cId="3389424709" sldId="263"/>
            <ac:spMk id="11" creationId="{58D33EF7-E3C3-20CF-AB38-6FE2946A6D0E}"/>
          </ac:spMkLst>
        </pc:spChg>
        <pc:spChg chg="add mod">
          <ac:chgData name="Gaspar Alfaro García" userId="b9682869-b526-4b6d-8301-b00acddeffaf" providerId="ADAL" clId="{9F16C0B6-1760-4BCA-8131-AB4CDB426109}" dt="2025-02-19T09:35:22.842" v="450" actId="1076"/>
          <ac:spMkLst>
            <pc:docMk/>
            <pc:sldMk cId="3389424709" sldId="263"/>
            <ac:spMk id="12" creationId="{299AD373-E30C-2B81-B853-FFA3E9D40944}"/>
          </ac:spMkLst>
        </pc:spChg>
        <pc:spChg chg="add mod">
          <ac:chgData name="Gaspar Alfaro García" userId="b9682869-b526-4b6d-8301-b00acddeffaf" providerId="ADAL" clId="{9F16C0B6-1760-4BCA-8131-AB4CDB426109}" dt="2025-02-19T09:35:22.842" v="450" actId="1076"/>
          <ac:spMkLst>
            <pc:docMk/>
            <pc:sldMk cId="3389424709" sldId="263"/>
            <ac:spMk id="13" creationId="{1EE9AF69-A54F-5821-D641-880AE87A4906}"/>
          </ac:spMkLst>
        </pc:spChg>
        <pc:spChg chg="add mod">
          <ac:chgData name="Gaspar Alfaro García" userId="b9682869-b526-4b6d-8301-b00acddeffaf" providerId="ADAL" clId="{9F16C0B6-1760-4BCA-8131-AB4CDB426109}" dt="2025-02-19T09:35:22.842" v="450" actId="1076"/>
          <ac:spMkLst>
            <pc:docMk/>
            <pc:sldMk cId="3389424709" sldId="263"/>
            <ac:spMk id="14" creationId="{DBCCABD7-3EDF-5494-1F8F-F4AFEB18BB11}"/>
          </ac:spMkLst>
        </pc:spChg>
        <pc:spChg chg="add mod">
          <ac:chgData name="Gaspar Alfaro García" userId="b9682869-b526-4b6d-8301-b00acddeffaf" providerId="ADAL" clId="{9F16C0B6-1760-4BCA-8131-AB4CDB426109}" dt="2025-02-19T09:35:28.602" v="451" actId="1076"/>
          <ac:spMkLst>
            <pc:docMk/>
            <pc:sldMk cId="3389424709" sldId="263"/>
            <ac:spMk id="15" creationId="{E97283B4-715F-C4B3-C7A4-12455111DBE0}"/>
          </ac:spMkLst>
        </pc:spChg>
        <pc:spChg chg="add mod">
          <ac:chgData name="Gaspar Alfaro García" userId="b9682869-b526-4b6d-8301-b00acddeffaf" providerId="ADAL" clId="{9F16C0B6-1760-4BCA-8131-AB4CDB426109}" dt="2025-02-19T09:35:28.602" v="451" actId="1076"/>
          <ac:spMkLst>
            <pc:docMk/>
            <pc:sldMk cId="3389424709" sldId="263"/>
            <ac:spMk id="16" creationId="{9F94777F-0546-8D30-664C-484DFDE68F0A}"/>
          </ac:spMkLst>
        </pc:spChg>
        <pc:spChg chg="add mod">
          <ac:chgData name="Gaspar Alfaro García" userId="b9682869-b526-4b6d-8301-b00acddeffaf" providerId="ADAL" clId="{9F16C0B6-1760-4BCA-8131-AB4CDB426109}" dt="2025-02-19T09:35:28.602" v="451" actId="1076"/>
          <ac:spMkLst>
            <pc:docMk/>
            <pc:sldMk cId="3389424709" sldId="263"/>
            <ac:spMk id="17" creationId="{CF83D416-5244-0EB8-D5F0-E7A42B15816E}"/>
          </ac:spMkLst>
        </pc:spChg>
        <pc:spChg chg="add mod">
          <ac:chgData name="Gaspar Alfaro García" userId="b9682869-b526-4b6d-8301-b00acddeffaf" providerId="ADAL" clId="{9F16C0B6-1760-4BCA-8131-AB4CDB426109}" dt="2025-02-19T09:34:14.015" v="438" actId="1076"/>
          <ac:spMkLst>
            <pc:docMk/>
            <pc:sldMk cId="3389424709" sldId="263"/>
            <ac:spMk id="18" creationId="{A1BB5016-CAED-F645-4B84-B7A3AC04ED8A}"/>
          </ac:spMkLst>
        </pc:spChg>
        <pc:spChg chg="add mod">
          <ac:chgData name="Gaspar Alfaro García" userId="b9682869-b526-4b6d-8301-b00acddeffaf" providerId="ADAL" clId="{9F16C0B6-1760-4BCA-8131-AB4CDB426109}" dt="2025-02-19T09:34:14.015" v="438" actId="1076"/>
          <ac:spMkLst>
            <pc:docMk/>
            <pc:sldMk cId="3389424709" sldId="263"/>
            <ac:spMk id="19" creationId="{00B5A258-9F9F-E02B-49AF-64E4545B3F4A}"/>
          </ac:spMkLst>
        </pc:spChg>
        <pc:spChg chg="add mod">
          <ac:chgData name="Gaspar Alfaro García" userId="b9682869-b526-4b6d-8301-b00acddeffaf" providerId="ADAL" clId="{9F16C0B6-1760-4BCA-8131-AB4CDB426109}" dt="2025-02-19T09:34:14.015" v="438" actId="1076"/>
          <ac:spMkLst>
            <pc:docMk/>
            <pc:sldMk cId="3389424709" sldId="263"/>
            <ac:spMk id="20" creationId="{9CDAB24B-E2EF-F011-2EBC-8F4B7E767433}"/>
          </ac:spMkLst>
        </pc:spChg>
        <pc:spChg chg="add mod">
          <ac:chgData name="Gaspar Alfaro García" userId="b9682869-b526-4b6d-8301-b00acddeffaf" providerId="ADAL" clId="{9F16C0B6-1760-4BCA-8131-AB4CDB426109}" dt="2025-02-19T09:34:26.158" v="439" actId="1076"/>
          <ac:spMkLst>
            <pc:docMk/>
            <pc:sldMk cId="3389424709" sldId="263"/>
            <ac:spMk id="21" creationId="{A13A7B3A-53FD-BFBB-F215-E2B30818BA62}"/>
          </ac:spMkLst>
        </pc:spChg>
        <pc:spChg chg="add mod">
          <ac:chgData name="Gaspar Alfaro García" userId="b9682869-b526-4b6d-8301-b00acddeffaf" providerId="ADAL" clId="{9F16C0B6-1760-4BCA-8131-AB4CDB426109}" dt="2025-02-19T09:34:26.158" v="439" actId="1076"/>
          <ac:spMkLst>
            <pc:docMk/>
            <pc:sldMk cId="3389424709" sldId="263"/>
            <ac:spMk id="22" creationId="{8A588AA6-65E8-F7D7-56BB-0F72CEA440D6}"/>
          </ac:spMkLst>
        </pc:spChg>
        <pc:spChg chg="add mod">
          <ac:chgData name="Gaspar Alfaro García" userId="b9682869-b526-4b6d-8301-b00acddeffaf" providerId="ADAL" clId="{9F16C0B6-1760-4BCA-8131-AB4CDB426109}" dt="2025-02-19T09:34:26.158" v="439" actId="1076"/>
          <ac:spMkLst>
            <pc:docMk/>
            <pc:sldMk cId="3389424709" sldId="263"/>
            <ac:spMk id="23" creationId="{87EA5A64-9E5D-C03B-9212-B84AC218EF1E}"/>
          </ac:spMkLst>
        </pc:spChg>
        <pc:spChg chg="add mod">
          <ac:chgData name="Gaspar Alfaro García" userId="b9682869-b526-4b6d-8301-b00acddeffaf" providerId="ADAL" clId="{9F16C0B6-1760-4BCA-8131-AB4CDB426109}" dt="2025-02-19T09:33:55.263" v="435" actId="571"/>
          <ac:spMkLst>
            <pc:docMk/>
            <pc:sldMk cId="3389424709" sldId="263"/>
            <ac:spMk id="24" creationId="{39D0397B-6A55-6F76-B633-CEA3476500D0}"/>
          </ac:spMkLst>
        </pc:spChg>
        <pc:spChg chg="add mod">
          <ac:chgData name="Gaspar Alfaro García" userId="b9682869-b526-4b6d-8301-b00acddeffaf" providerId="ADAL" clId="{9F16C0B6-1760-4BCA-8131-AB4CDB426109}" dt="2025-02-19T09:33:55.263" v="435" actId="571"/>
          <ac:spMkLst>
            <pc:docMk/>
            <pc:sldMk cId="3389424709" sldId="263"/>
            <ac:spMk id="25" creationId="{7ECBEC96-EA30-9220-1F3B-921DCA31E619}"/>
          </ac:spMkLst>
        </pc:spChg>
        <pc:spChg chg="add mod">
          <ac:chgData name="Gaspar Alfaro García" userId="b9682869-b526-4b6d-8301-b00acddeffaf" providerId="ADAL" clId="{9F16C0B6-1760-4BCA-8131-AB4CDB426109}" dt="2025-02-19T09:33:55.263" v="435" actId="571"/>
          <ac:spMkLst>
            <pc:docMk/>
            <pc:sldMk cId="3389424709" sldId="263"/>
            <ac:spMk id="26" creationId="{89DF4EC8-4310-B22C-E391-4B6E39056875}"/>
          </ac:spMkLst>
        </pc:spChg>
        <pc:spChg chg="add mod">
          <ac:chgData name="Gaspar Alfaro García" userId="b9682869-b526-4b6d-8301-b00acddeffaf" providerId="ADAL" clId="{9F16C0B6-1760-4BCA-8131-AB4CDB426109}" dt="2025-02-19T09:33:53.736" v="434" actId="1076"/>
          <ac:spMkLst>
            <pc:docMk/>
            <pc:sldMk cId="3389424709" sldId="263"/>
            <ac:spMk id="27" creationId="{91B09ACD-B897-5150-F9EE-5F45AAD27A8F}"/>
          </ac:spMkLst>
        </pc:spChg>
        <pc:spChg chg="add mod">
          <ac:chgData name="Gaspar Alfaro García" userId="b9682869-b526-4b6d-8301-b00acddeffaf" providerId="ADAL" clId="{9F16C0B6-1760-4BCA-8131-AB4CDB426109}" dt="2025-02-19T09:33:53.736" v="434" actId="1076"/>
          <ac:spMkLst>
            <pc:docMk/>
            <pc:sldMk cId="3389424709" sldId="263"/>
            <ac:spMk id="28" creationId="{2F108851-0199-8616-CA6F-F061FFF48D33}"/>
          </ac:spMkLst>
        </pc:spChg>
        <pc:spChg chg="add mod">
          <ac:chgData name="Gaspar Alfaro García" userId="b9682869-b526-4b6d-8301-b00acddeffaf" providerId="ADAL" clId="{9F16C0B6-1760-4BCA-8131-AB4CDB426109}" dt="2025-02-19T09:33:53.736" v="434" actId="1076"/>
          <ac:spMkLst>
            <pc:docMk/>
            <pc:sldMk cId="3389424709" sldId="263"/>
            <ac:spMk id="29" creationId="{1BC25329-90A0-5296-B0B8-32770D0DF308}"/>
          </ac:spMkLst>
        </pc:spChg>
        <pc:spChg chg="add mod">
          <ac:chgData name="Gaspar Alfaro García" userId="b9682869-b526-4b6d-8301-b00acddeffaf" providerId="ADAL" clId="{9F16C0B6-1760-4BCA-8131-AB4CDB426109}" dt="2025-02-19T09:34:31.730" v="441" actId="571"/>
          <ac:spMkLst>
            <pc:docMk/>
            <pc:sldMk cId="3389424709" sldId="263"/>
            <ac:spMk id="30" creationId="{D4510D7B-1344-C970-0C75-4C71D7EF5B5E}"/>
          </ac:spMkLst>
        </pc:spChg>
        <pc:spChg chg="add mod">
          <ac:chgData name="Gaspar Alfaro García" userId="b9682869-b526-4b6d-8301-b00acddeffaf" providerId="ADAL" clId="{9F16C0B6-1760-4BCA-8131-AB4CDB426109}" dt="2025-02-19T09:34:31.730" v="441" actId="571"/>
          <ac:spMkLst>
            <pc:docMk/>
            <pc:sldMk cId="3389424709" sldId="263"/>
            <ac:spMk id="31" creationId="{2B7D012C-147F-D0A7-CFDC-0589EC52123E}"/>
          </ac:spMkLst>
        </pc:spChg>
        <pc:spChg chg="add mod">
          <ac:chgData name="Gaspar Alfaro García" userId="b9682869-b526-4b6d-8301-b00acddeffaf" providerId="ADAL" clId="{9F16C0B6-1760-4BCA-8131-AB4CDB426109}" dt="2025-02-19T09:34:31.730" v="441" actId="571"/>
          <ac:spMkLst>
            <pc:docMk/>
            <pc:sldMk cId="3389424709" sldId="263"/>
            <ac:spMk id="32" creationId="{03DD8A50-D50F-68E4-F069-40FA2F73BFFE}"/>
          </ac:spMkLst>
        </pc:spChg>
        <pc:spChg chg="add mod">
          <ac:chgData name="Gaspar Alfaro García" userId="b9682869-b526-4b6d-8301-b00acddeffaf" providerId="ADAL" clId="{9F16C0B6-1760-4BCA-8131-AB4CDB426109}" dt="2025-02-19T09:35:33.128" v="452" actId="1076"/>
          <ac:spMkLst>
            <pc:docMk/>
            <pc:sldMk cId="3389424709" sldId="263"/>
            <ac:spMk id="33" creationId="{57C81F60-49A2-B163-9311-381219324612}"/>
          </ac:spMkLst>
        </pc:spChg>
        <pc:spChg chg="add mod">
          <ac:chgData name="Gaspar Alfaro García" userId="b9682869-b526-4b6d-8301-b00acddeffaf" providerId="ADAL" clId="{9F16C0B6-1760-4BCA-8131-AB4CDB426109}" dt="2025-02-19T09:35:33.128" v="452" actId="1076"/>
          <ac:spMkLst>
            <pc:docMk/>
            <pc:sldMk cId="3389424709" sldId="263"/>
            <ac:spMk id="34" creationId="{216AAE06-C333-DA6C-F3EB-5AFB62EF7E11}"/>
          </ac:spMkLst>
        </pc:spChg>
        <pc:spChg chg="add mod">
          <ac:chgData name="Gaspar Alfaro García" userId="b9682869-b526-4b6d-8301-b00acddeffaf" providerId="ADAL" clId="{9F16C0B6-1760-4BCA-8131-AB4CDB426109}" dt="2025-02-19T09:35:33.128" v="452" actId="1076"/>
          <ac:spMkLst>
            <pc:docMk/>
            <pc:sldMk cId="3389424709" sldId="263"/>
            <ac:spMk id="35" creationId="{4121A86C-2274-3EC3-EF40-7C4DCEFCFD92}"/>
          </ac:spMkLst>
        </pc:spChg>
        <pc:spChg chg="add mod">
          <ac:chgData name="Gaspar Alfaro García" userId="b9682869-b526-4b6d-8301-b00acddeffaf" providerId="ADAL" clId="{9F16C0B6-1760-4BCA-8131-AB4CDB426109}" dt="2025-02-19T09:34:45.442" v="445" actId="571"/>
          <ac:spMkLst>
            <pc:docMk/>
            <pc:sldMk cId="3389424709" sldId="263"/>
            <ac:spMk id="36" creationId="{1DC4B018-058A-0995-87BD-D8F9EA24AD79}"/>
          </ac:spMkLst>
        </pc:spChg>
        <pc:spChg chg="add mod">
          <ac:chgData name="Gaspar Alfaro García" userId="b9682869-b526-4b6d-8301-b00acddeffaf" providerId="ADAL" clId="{9F16C0B6-1760-4BCA-8131-AB4CDB426109}" dt="2025-02-19T09:34:45.442" v="445" actId="571"/>
          <ac:spMkLst>
            <pc:docMk/>
            <pc:sldMk cId="3389424709" sldId="263"/>
            <ac:spMk id="37" creationId="{F776512B-AFDA-7F33-E6AC-B010E1CFD93D}"/>
          </ac:spMkLst>
        </pc:spChg>
        <pc:spChg chg="add mod">
          <ac:chgData name="Gaspar Alfaro García" userId="b9682869-b526-4b6d-8301-b00acddeffaf" providerId="ADAL" clId="{9F16C0B6-1760-4BCA-8131-AB4CDB426109}" dt="2025-02-19T09:34:45.442" v="445" actId="571"/>
          <ac:spMkLst>
            <pc:docMk/>
            <pc:sldMk cId="3389424709" sldId="263"/>
            <ac:spMk id="38" creationId="{38F03188-7AEE-827A-3372-4D83D8542648}"/>
          </ac:spMkLst>
        </pc:spChg>
        <pc:spChg chg="add mod">
          <ac:chgData name="Gaspar Alfaro García" userId="b9682869-b526-4b6d-8301-b00acddeffaf" providerId="ADAL" clId="{9F16C0B6-1760-4BCA-8131-AB4CDB426109}" dt="2025-02-19T09:34:43.443" v="444"/>
          <ac:spMkLst>
            <pc:docMk/>
            <pc:sldMk cId="3389424709" sldId="263"/>
            <ac:spMk id="39" creationId="{035C2EE9-602E-83FD-02FD-3069BC8B4860}"/>
          </ac:spMkLst>
        </pc:spChg>
        <pc:spChg chg="add mod">
          <ac:chgData name="Gaspar Alfaro García" userId="b9682869-b526-4b6d-8301-b00acddeffaf" providerId="ADAL" clId="{9F16C0B6-1760-4BCA-8131-AB4CDB426109}" dt="2025-02-19T09:34:43.443" v="444"/>
          <ac:spMkLst>
            <pc:docMk/>
            <pc:sldMk cId="3389424709" sldId="263"/>
            <ac:spMk id="40" creationId="{6D840D58-EE9D-39D2-703F-6101B0AE0BE2}"/>
          </ac:spMkLst>
        </pc:spChg>
        <pc:spChg chg="add mod">
          <ac:chgData name="Gaspar Alfaro García" userId="b9682869-b526-4b6d-8301-b00acddeffaf" providerId="ADAL" clId="{9F16C0B6-1760-4BCA-8131-AB4CDB426109}" dt="2025-02-19T09:34:43.443" v="444"/>
          <ac:spMkLst>
            <pc:docMk/>
            <pc:sldMk cId="3389424709" sldId="263"/>
            <ac:spMk id="41" creationId="{C967401A-A674-656E-F875-6EB21EE342DE}"/>
          </ac:spMkLst>
        </pc:spChg>
        <pc:spChg chg="add mod">
          <ac:chgData name="Gaspar Alfaro García" userId="b9682869-b526-4b6d-8301-b00acddeffaf" providerId="ADAL" clId="{9F16C0B6-1760-4BCA-8131-AB4CDB426109}" dt="2025-02-19T09:34:46.807" v="446"/>
          <ac:spMkLst>
            <pc:docMk/>
            <pc:sldMk cId="3389424709" sldId="263"/>
            <ac:spMk id="42" creationId="{67C3043D-2E68-BF63-6FDD-9D237B014E12}"/>
          </ac:spMkLst>
        </pc:spChg>
        <pc:spChg chg="add mod">
          <ac:chgData name="Gaspar Alfaro García" userId="b9682869-b526-4b6d-8301-b00acddeffaf" providerId="ADAL" clId="{9F16C0B6-1760-4BCA-8131-AB4CDB426109}" dt="2025-02-19T09:34:46.807" v="446"/>
          <ac:spMkLst>
            <pc:docMk/>
            <pc:sldMk cId="3389424709" sldId="263"/>
            <ac:spMk id="43" creationId="{8B8F35CB-5D46-A473-3302-E42BFD4A4634}"/>
          </ac:spMkLst>
        </pc:spChg>
        <pc:spChg chg="add mod">
          <ac:chgData name="Gaspar Alfaro García" userId="b9682869-b526-4b6d-8301-b00acddeffaf" providerId="ADAL" clId="{9F16C0B6-1760-4BCA-8131-AB4CDB426109}" dt="2025-02-19T09:34:46.807" v="446"/>
          <ac:spMkLst>
            <pc:docMk/>
            <pc:sldMk cId="3389424709" sldId="263"/>
            <ac:spMk id="44" creationId="{A37E8182-396C-327B-466B-13D1CCD65F88}"/>
          </ac:spMkLst>
        </pc:spChg>
        <pc:spChg chg="add mod">
          <ac:chgData name="Gaspar Alfaro García" userId="b9682869-b526-4b6d-8301-b00acddeffaf" providerId="ADAL" clId="{9F16C0B6-1760-4BCA-8131-AB4CDB426109}" dt="2025-02-19T09:35:17.565" v="449" actId="1076"/>
          <ac:spMkLst>
            <pc:docMk/>
            <pc:sldMk cId="3389424709" sldId="263"/>
            <ac:spMk id="45" creationId="{76E30C0B-1C1B-44D2-D49E-37F82C0A594E}"/>
          </ac:spMkLst>
        </pc:spChg>
        <pc:spChg chg="add mod">
          <ac:chgData name="Gaspar Alfaro García" userId="b9682869-b526-4b6d-8301-b00acddeffaf" providerId="ADAL" clId="{9F16C0B6-1760-4BCA-8131-AB4CDB426109}" dt="2025-02-19T09:35:17.565" v="449" actId="1076"/>
          <ac:spMkLst>
            <pc:docMk/>
            <pc:sldMk cId="3389424709" sldId="263"/>
            <ac:spMk id="46" creationId="{97605659-071C-7B90-4A2F-883071F87F2D}"/>
          </ac:spMkLst>
        </pc:spChg>
        <pc:spChg chg="add mod">
          <ac:chgData name="Gaspar Alfaro García" userId="b9682869-b526-4b6d-8301-b00acddeffaf" providerId="ADAL" clId="{9F16C0B6-1760-4BCA-8131-AB4CDB426109}" dt="2025-02-19T09:35:17.565" v="449" actId="1076"/>
          <ac:spMkLst>
            <pc:docMk/>
            <pc:sldMk cId="3389424709" sldId="263"/>
            <ac:spMk id="47" creationId="{2DBD51CB-092E-23C1-4FFB-9FBA0BDC39D7}"/>
          </ac:spMkLst>
        </pc:spChg>
        <pc:spChg chg="add mod">
          <ac:chgData name="Gaspar Alfaro García" userId="b9682869-b526-4b6d-8301-b00acddeffaf" providerId="ADAL" clId="{9F16C0B6-1760-4BCA-8131-AB4CDB426109}" dt="2025-02-19T09:35:51.507" v="455" actId="1076"/>
          <ac:spMkLst>
            <pc:docMk/>
            <pc:sldMk cId="3389424709" sldId="263"/>
            <ac:spMk id="48" creationId="{E1258129-ABB5-0B8B-9D6E-86D2AAEC99B2}"/>
          </ac:spMkLst>
        </pc:spChg>
        <pc:spChg chg="add mod">
          <ac:chgData name="Gaspar Alfaro García" userId="b9682869-b526-4b6d-8301-b00acddeffaf" providerId="ADAL" clId="{9F16C0B6-1760-4BCA-8131-AB4CDB426109}" dt="2025-02-19T09:35:51.507" v="455" actId="1076"/>
          <ac:spMkLst>
            <pc:docMk/>
            <pc:sldMk cId="3389424709" sldId="263"/>
            <ac:spMk id="49" creationId="{B22DDD85-64CE-274B-C06D-97EEC791D953}"/>
          </ac:spMkLst>
        </pc:spChg>
        <pc:spChg chg="add mod">
          <ac:chgData name="Gaspar Alfaro García" userId="b9682869-b526-4b6d-8301-b00acddeffaf" providerId="ADAL" clId="{9F16C0B6-1760-4BCA-8131-AB4CDB426109}" dt="2025-02-19T09:35:51.507" v="455" actId="1076"/>
          <ac:spMkLst>
            <pc:docMk/>
            <pc:sldMk cId="3389424709" sldId="263"/>
            <ac:spMk id="50" creationId="{D08A8F85-665B-6E01-645F-29723708917D}"/>
          </ac:spMkLst>
        </pc:spChg>
        <pc:spChg chg="add mod">
          <ac:chgData name="Gaspar Alfaro García" userId="b9682869-b526-4b6d-8301-b00acddeffaf" providerId="ADAL" clId="{9F16C0B6-1760-4BCA-8131-AB4CDB426109}" dt="2025-02-19T09:35:56.902" v="457" actId="1076"/>
          <ac:spMkLst>
            <pc:docMk/>
            <pc:sldMk cId="3389424709" sldId="263"/>
            <ac:spMk id="51" creationId="{95A6329E-9AC3-E3D1-6DE4-D37D638066FE}"/>
          </ac:spMkLst>
        </pc:spChg>
        <pc:spChg chg="add mod">
          <ac:chgData name="Gaspar Alfaro García" userId="b9682869-b526-4b6d-8301-b00acddeffaf" providerId="ADAL" clId="{9F16C0B6-1760-4BCA-8131-AB4CDB426109}" dt="2025-02-19T09:35:56.902" v="457" actId="1076"/>
          <ac:spMkLst>
            <pc:docMk/>
            <pc:sldMk cId="3389424709" sldId="263"/>
            <ac:spMk id="52" creationId="{A89EE01B-5900-DD02-80DC-91507CF18B55}"/>
          </ac:spMkLst>
        </pc:spChg>
        <pc:spChg chg="add mod">
          <ac:chgData name="Gaspar Alfaro García" userId="b9682869-b526-4b6d-8301-b00acddeffaf" providerId="ADAL" clId="{9F16C0B6-1760-4BCA-8131-AB4CDB426109}" dt="2025-02-19T09:35:56.902" v="457" actId="1076"/>
          <ac:spMkLst>
            <pc:docMk/>
            <pc:sldMk cId="3389424709" sldId="263"/>
            <ac:spMk id="53" creationId="{106D7672-58C9-9379-1F85-70F1B554BDAE}"/>
          </ac:spMkLst>
        </pc:spChg>
        <pc:spChg chg="add mod">
          <ac:chgData name="Gaspar Alfaro García" userId="b9682869-b526-4b6d-8301-b00acddeffaf" providerId="ADAL" clId="{9F16C0B6-1760-4BCA-8131-AB4CDB426109}" dt="2025-02-19T09:36:08.183" v="459" actId="1076"/>
          <ac:spMkLst>
            <pc:docMk/>
            <pc:sldMk cId="3389424709" sldId="263"/>
            <ac:spMk id="54" creationId="{D563FB82-ECC4-B416-E938-86565848DC12}"/>
          </ac:spMkLst>
        </pc:spChg>
        <pc:spChg chg="add mod">
          <ac:chgData name="Gaspar Alfaro García" userId="b9682869-b526-4b6d-8301-b00acddeffaf" providerId="ADAL" clId="{9F16C0B6-1760-4BCA-8131-AB4CDB426109}" dt="2025-02-19T09:36:08.183" v="459" actId="1076"/>
          <ac:spMkLst>
            <pc:docMk/>
            <pc:sldMk cId="3389424709" sldId="263"/>
            <ac:spMk id="55" creationId="{502833A4-2D6E-78B7-BF3F-354568B76E85}"/>
          </ac:spMkLst>
        </pc:spChg>
        <pc:spChg chg="add mod">
          <ac:chgData name="Gaspar Alfaro García" userId="b9682869-b526-4b6d-8301-b00acddeffaf" providerId="ADAL" clId="{9F16C0B6-1760-4BCA-8131-AB4CDB426109}" dt="2025-02-19T09:36:11.300" v="464" actId="1076"/>
          <ac:spMkLst>
            <pc:docMk/>
            <pc:sldMk cId="3389424709" sldId="263"/>
            <ac:spMk id="56" creationId="{0D72AEC1-FA72-F9EF-A308-680A22894507}"/>
          </ac:spMkLst>
        </pc:spChg>
        <pc:spChg chg="add mod">
          <ac:chgData name="Gaspar Alfaro García" userId="b9682869-b526-4b6d-8301-b00acddeffaf" providerId="ADAL" clId="{9F16C0B6-1760-4BCA-8131-AB4CDB426109}" dt="2025-02-19T09:36:08.571" v="460"/>
          <ac:spMkLst>
            <pc:docMk/>
            <pc:sldMk cId="3389424709" sldId="263"/>
            <ac:spMk id="57" creationId="{12E7455E-49B4-867E-BECF-B446D3330896}"/>
          </ac:spMkLst>
        </pc:spChg>
        <pc:spChg chg="add mod">
          <ac:chgData name="Gaspar Alfaro García" userId="b9682869-b526-4b6d-8301-b00acddeffaf" providerId="ADAL" clId="{9F16C0B6-1760-4BCA-8131-AB4CDB426109}" dt="2025-02-19T09:36:08.571" v="460"/>
          <ac:spMkLst>
            <pc:docMk/>
            <pc:sldMk cId="3389424709" sldId="263"/>
            <ac:spMk id="58" creationId="{1E17392A-29C5-6115-8E41-56245422B2D5}"/>
          </ac:spMkLst>
        </pc:spChg>
        <pc:spChg chg="add mod">
          <ac:chgData name="Gaspar Alfaro García" userId="b9682869-b526-4b6d-8301-b00acddeffaf" providerId="ADAL" clId="{9F16C0B6-1760-4BCA-8131-AB4CDB426109}" dt="2025-02-19T09:36:08.571" v="460"/>
          <ac:spMkLst>
            <pc:docMk/>
            <pc:sldMk cId="3389424709" sldId="263"/>
            <ac:spMk id="59" creationId="{F4D2E50C-61AF-7406-66A9-7B8FE6CD3448}"/>
          </ac:spMkLst>
        </pc:spChg>
        <pc:spChg chg="add mod">
          <ac:chgData name="Gaspar Alfaro García" userId="b9682869-b526-4b6d-8301-b00acddeffaf" providerId="ADAL" clId="{9F16C0B6-1760-4BCA-8131-AB4CDB426109}" dt="2025-02-19T09:36:10.904" v="463" actId="571"/>
          <ac:spMkLst>
            <pc:docMk/>
            <pc:sldMk cId="3389424709" sldId="263"/>
            <ac:spMk id="60" creationId="{C83E4A2C-9E59-C222-877F-5092D658AB85}"/>
          </ac:spMkLst>
        </pc:spChg>
        <pc:spChg chg="add mod">
          <ac:chgData name="Gaspar Alfaro García" userId="b9682869-b526-4b6d-8301-b00acddeffaf" providerId="ADAL" clId="{9F16C0B6-1760-4BCA-8131-AB4CDB426109}" dt="2025-02-19T09:36:26.529" v="466" actId="1076"/>
          <ac:spMkLst>
            <pc:docMk/>
            <pc:sldMk cId="3389424709" sldId="263"/>
            <ac:spMk id="61" creationId="{DDA7CE8A-37A3-6AD3-B6ED-38B4A6C26E0B}"/>
          </ac:spMkLst>
        </pc:spChg>
        <pc:spChg chg="add mod">
          <ac:chgData name="Gaspar Alfaro García" userId="b9682869-b526-4b6d-8301-b00acddeffaf" providerId="ADAL" clId="{9F16C0B6-1760-4BCA-8131-AB4CDB426109}" dt="2025-02-19T09:36:26.529" v="466" actId="1076"/>
          <ac:spMkLst>
            <pc:docMk/>
            <pc:sldMk cId="3389424709" sldId="263"/>
            <ac:spMk id="62" creationId="{891D9316-A84C-39AE-F469-78C7B2E60A02}"/>
          </ac:spMkLst>
        </pc:spChg>
        <pc:spChg chg="add mod">
          <ac:chgData name="Gaspar Alfaro García" userId="b9682869-b526-4b6d-8301-b00acddeffaf" providerId="ADAL" clId="{9F16C0B6-1760-4BCA-8131-AB4CDB426109}" dt="2025-02-19T09:36:26.529" v="466" actId="1076"/>
          <ac:spMkLst>
            <pc:docMk/>
            <pc:sldMk cId="3389424709" sldId="263"/>
            <ac:spMk id="63" creationId="{EE5E0CF2-65F4-1BD3-83B5-56820707BEAC}"/>
          </ac:spMkLst>
        </pc:spChg>
        <pc:spChg chg="add mod">
          <ac:chgData name="Gaspar Alfaro García" userId="b9682869-b526-4b6d-8301-b00acddeffaf" providerId="ADAL" clId="{9F16C0B6-1760-4BCA-8131-AB4CDB426109}" dt="2025-02-19T09:36:29.070" v="467"/>
          <ac:spMkLst>
            <pc:docMk/>
            <pc:sldMk cId="3389424709" sldId="263"/>
            <ac:spMk id="64" creationId="{6BB47E8D-B259-EDD7-24E1-C046EB29F559}"/>
          </ac:spMkLst>
        </pc:spChg>
        <pc:spChg chg="add mod">
          <ac:chgData name="Gaspar Alfaro García" userId="b9682869-b526-4b6d-8301-b00acddeffaf" providerId="ADAL" clId="{9F16C0B6-1760-4BCA-8131-AB4CDB426109}" dt="2025-02-19T09:36:29.070" v="467"/>
          <ac:spMkLst>
            <pc:docMk/>
            <pc:sldMk cId="3389424709" sldId="263"/>
            <ac:spMk id="65" creationId="{3F9AE517-2B38-7DCD-8EE1-02E13283706B}"/>
          </ac:spMkLst>
        </pc:spChg>
        <pc:spChg chg="add mod">
          <ac:chgData name="Gaspar Alfaro García" userId="b9682869-b526-4b6d-8301-b00acddeffaf" providerId="ADAL" clId="{9F16C0B6-1760-4BCA-8131-AB4CDB426109}" dt="2025-02-19T09:36:29.070" v="467"/>
          <ac:spMkLst>
            <pc:docMk/>
            <pc:sldMk cId="3389424709" sldId="263"/>
            <ac:spMk id="66" creationId="{C0FA052F-8D23-4714-EECF-293A6652485D}"/>
          </ac:spMkLst>
        </pc:spChg>
        <pc:spChg chg="add mod">
          <ac:chgData name="Gaspar Alfaro García" userId="b9682869-b526-4b6d-8301-b00acddeffaf" providerId="ADAL" clId="{9F16C0B6-1760-4BCA-8131-AB4CDB426109}" dt="2025-02-19T09:36:43.243" v="469" actId="1076"/>
          <ac:spMkLst>
            <pc:docMk/>
            <pc:sldMk cId="3389424709" sldId="263"/>
            <ac:spMk id="67" creationId="{D8A720D1-A554-A88C-CA29-C81548F61E9F}"/>
          </ac:spMkLst>
        </pc:spChg>
        <pc:spChg chg="add mod">
          <ac:chgData name="Gaspar Alfaro García" userId="b9682869-b526-4b6d-8301-b00acddeffaf" providerId="ADAL" clId="{9F16C0B6-1760-4BCA-8131-AB4CDB426109}" dt="2025-02-19T09:36:43.243" v="469" actId="1076"/>
          <ac:spMkLst>
            <pc:docMk/>
            <pc:sldMk cId="3389424709" sldId="263"/>
            <ac:spMk id="68" creationId="{25657F27-5A4A-8F05-5EFC-61A1FA72CA42}"/>
          </ac:spMkLst>
        </pc:spChg>
        <pc:spChg chg="add mod">
          <ac:chgData name="Gaspar Alfaro García" userId="b9682869-b526-4b6d-8301-b00acddeffaf" providerId="ADAL" clId="{9F16C0B6-1760-4BCA-8131-AB4CDB426109}" dt="2025-02-19T09:36:43.243" v="469" actId="1076"/>
          <ac:spMkLst>
            <pc:docMk/>
            <pc:sldMk cId="3389424709" sldId="263"/>
            <ac:spMk id="69" creationId="{BF9E9456-D74D-5BA4-FFDC-978BEA35FA6C}"/>
          </ac:spMkLst>
        </pc:spChg>
        <pc:spChg chg="add mod">
          <ac:chgData name="Gaspar Alfaro García" userId="b9682869-b526-4b6d-8301-b00acddeffaf" providerId="ADAL" clId="{9F16C0B6-1760-4BCA-8131-AB4CDB426109}" dt="2025-02-19T09:37:09.656" v="471" actId="1076"/>
          <ac:spMkLst>
            <pc:docMk/>
            <pc:sldMk cId="3389424709" sldId="263"/>
            <ac:spMk id="70" creationId="{4DB800ED-0CB9-9068-C238-D53A9045C03F}"/>
          </ac:spMkLst>
        </pc:spChg>
        <pc:spChg chg="add mod">
          <ac:chgData name="Gaspar Alfaro García" userId="b9682869-b526-4b6d-8301-b00acddeffaf" providerId="ADAL" clId="{9F16C0B6-1760-4BCA-8131-AB4CDB426109}" dt="2025-02-19T09:37:09.656" v="471" actId="1076"/>
          <ac:spMkLst>
            <pc:docMk/>
            <pc:sldMk cId="3389424709" sldId="263"/>
            <ac:spMk id="71" creationId="{4E68264F-91D7-C636-44F2-00388113B40C}"/>
          </ac:spMkLst>
        </pc:spChg>
        <pc:spChg chg="add mod">
          <ac:chgData name="Gaspar Alfaro García" userId="b9682869-b526-4b6d-8301-b00acddeffaf" providerId="ADAL" clId="{9F16C0B6-1760-4BCA-8131-AB4CDB426109}" dt="2025-02-19T09:37:09.656" v="471" actId="1076"/>
          <ac:spMkLst>
            <pc:docMk/>
            <pc:sldMk cId="3389424709" sldId="263"/>
            <ac:spMk id="72" creationId="{3CFC014E-9888-23A7-25AE-74E7297EF7A8}"/>
          </ac:spMkLst>
        </pc:spChg>
      </pc:sldChg>
      <pc:sldChg chg="addSp modSp mod">
        <pc:chgData name="Gaspar Alfaro García" userId="b9682869-b526-4b6d-8301-b00acddeffaf" providerId="ADAL" clId="{9F16C0B6-1760-4BCA-8131-AB4CDB426109}" dt="2025-02-19T10:51:20.596" v="597" actId="1076"/>
        <pc:sldMkLst>
          <pc:docMk/>
          <pc:sldMk cId="2890661790" sldId="264"/>
        </pc:sldMkLst>
        <pc:spChg chg="mod">
          <ac:chgData name="Gaspar Alfaro García" userId="b9682869-b526-4b6d-8301-b00acddeffaf" providerId="ADAL" clId="{9F16C0B6-1760-4BCA-8131-AB4CDB426109}" dt="2025-02-19T10:48:52.234" v="590" actId="20577"/>
          <ac:spMkLst>
            <pc:docMk/>
            <pc:sldMk cId="2890661790" sldId="264"/>
            <ac:spMk id="2" creationId="{DF44F10F-9BA7-D2BC-D4F6-676D28C4B621}"/>
          </ac:spMkLst>
        </pc:spChg>
        <pc:picChg chg="add mod">
          <ac:chgData name="Gaspar Alfaro García" userId="b9682869-b526-4b6d-8301-b00acddeffaf" providerId="ADAL" clId="{9F16C0B6-1760-4BCA-8131-AB4CDB426109}" dt="2025-02-19T10:51:20.596" v="597" actId="1076"/>
          <ac:picMkLst>
            <pc:docMk/>
            <pc:sldMk cId="2890661790" sldId="264"/>
            <ac:picMk id="5" creationId="{11462FF4-8D93-6D63-0C20-58CFE65562E2}"/>
          </ac:picMkLst>
        </pc:picChg>
      </pc:sldChg>
      <pc:sldChg chg="addSp delSp modSp mod">
        <pc:chgData name="Gaspar Alfaro García" userId="b9682869-b526-4b6d-8301-b00acddeffaf" providerId="ADAL" clId="{9F16C0B6-1760-4BCA-8131-AB4CDB426109}" dt="2025-02-19T16:23:58.408" v="1472" actId="1076"/>
        <pc:sldMkLst>
          <pc:docMk/>
          <pc:sldMk cId="1062350203" sldId="265"/>
        </pc:sldMkLst>
        <pc:spChg chg="mod">
          <ac:chgData name="Gaspar Alfaro García" userId="b9682869-b526-4b6d-8301-b00acddeffaf" providerId="ADAL" clId="{9F16C0B6-1760-4BCA-8131-AB4CDB426109}" dt="2025-02-19T10:48:46.683" v="589" actId="20577"/>
          <ac:spMkLst>
            <pc:docMk/>
            <pc:sldMk cId="1062350203" sldId="265"/>
            <ac:spMk id="2" creationId="{6FD1A3C1-1E12-6982-C3AC-2A64548BA31D}"/>
          </ac:spMkLst>
        </pc:spChg>
        <pc:picChg chg="add del mod">
          <ac:chgData name="Gaspar Alfaro García" userId="b9682869-b526-4b6d-8301-b00acddeffaf" providerId="ADAL" clId="{9F16C0B6-1760-4BCA-8131-AB4CDB426109}" dt="2025-02-19T16:23:16.919" v="1460" actId="478"/>
          <ac:picMkLst>
            <pc:docMk/>
            <pc:sldMk cId="1062350203" sldId="265"/>
            <ac:picMk id="5" creationId="{4C400EF0-B752-AC3C-45D6-2E10C9BE99D8}"/>
          </ac:picMkLst>
        </pc:picChg>
        <pc:picChg chg="add del mod">
          <ac:chgData name="Gaspar Alfaro García" userId="b9682869-b526-4b6d-8301-b00acddeffaf" providerId="ADAL" clId="{9F16C0B6-1760-4BCA-8131-AB4CDB426109}" dt="2025-02-19T12:16:30.482" v="1182" actId="478"/>
          <ac:picMkLst>
            <pc:docMk/>
            <pc:sldMk cId="1062350203" sldId="265"/>
            <ac:picMk id="7" creationId="{10E1BE18-74DD-4D12-526C-8E64A2ABA75C}"/>
          </ac:picMkLst>
        </pc:picChg>
        <pc:picChg chg="add mod">
          <ac:chgData name="Gaspar Alfaro García" userId="b9682869-b526-4b6d-8301-b00acddeffaf" providerId="ADAL" clId="{9F16C0B6-1760-4BCA-8131-AB4CDB426109}" dt="2025-02-19T12:16:22.675" v="1166"/>
          <ac:picMkLst>
            <pc:docMk/>
            <pc:sldMk cId="1062350203" sldId="265"/>
            <ac:picMk id="9" creationId="{6ABD16AE-38A2-56BD-F39D-2AAC53128ECE}"/>
          </ac:picMkLst>
        </pc:picChg>
        <pc:picChg chg="add del mod">
          <ac:chgData name="Gaspar Alfaro García" userId="b9682869-b526-4b6d-8301-b00acddeffaf" providerId="ADAL" clId="{9F16C0B6-1760-4BCA-8131-AB4CDB426109}" dt="2025-02-19T16:23:22.379" v="1464" actId="478"/>
          <ac:picMkLst>
            <pc:docMk/>
            <pc:sldMk cId="1062350203" sldId="265"/>
            <ac:picMk id="11" creationId="{74F4F45B-E336-E221-847A-D2CB64C3BE36}"/>
          </ac:picMkLst>
        </pc:picChg>
        <pc:picChg chg="add mod">
          <ac:chgData name="Gaspar Alfaro García" userId="b9682869-b526-4b6d-8301-b00acddeffaf" providerId="ADAL" clId="{9F16C0B6-1760-4BCA-8131-AB4CDB426109}" dt="2025-02-19T16:23:58.408" v="1472" actId="1076"/>
          <ac:picMkLst>
            <pc:docMk/>
            <pc:sldMk cId="1062350203" sldId="265"/>
            <ac:picMk id="13" creationId="{EEC8EC79-97E5-34FA-0398-F2D1F7635F94}"/>
          </ac:picMkLst>
        </pc:picChg>
      </pc:sldChg>
      <pc:sldChg chg="modSp mod">
        <pc:chgData name="Gaspar Alfaro García" userId="b9682869-b526-4b6d-8301-b00acddeffaf" providerId="ADAL" clId="{9F16C0B6-1760-4BCA-8131-AB4CDB426109}" dt="2025-02-19T10:48:41.329" v="588" actId="20577"/>
        <pc:sldMkLst>
          <pc:docMk/>
          <pc:sldMk cId="2650089999" sldId="266"/>
        </pc:sldMkLst>
        <pc:spChg chg="mod">
          <ac:chgData name="Gaspar Alfaro García" userId="b9682869-b526-4b6d-8301-b00acddeffaf" providerId="ADAL" clId="{9F16C0B6-1760-4BCA-8131-AB4CDB426109}" dt="2025-02-19T10:48:41.329" v="588" actId="20577"/>
          <ac:spMkLst>
            <pc:docMk/>
            <pc:sldMk cId="2650089999" sldId="266"/>
            <ac:spMk id="2" creationId="{7D46FEB8-F976-B2EF-1E4F-2C00D0189796}"/>
          </ac:spMkLst>
        </pc:spChg>
      </pc:sldChg>
      <pc:sldChg chg="addSp modSp mod">
        <pc:chgData name="Gaspar Alfaro García" userId="b9682869-b526-4b6d-8301-b00acddeffaf" providerId="ADAL" clId="{9F16C0B6-1760-4BCA-8131-AB4CDB426109}" dt="2025-02-19T19:09:30.296" v="2269" actId="1076"/>
        <pc:sldMkLst>
          <pc:docMk/>
          <pc:sldMk cId="989284931" sldId="267"/>
        </pc:sldMkLst>
        <pc:spChg chg="mod">
          <ac:chgData name="Gaspar Alfaro García" userId="b9682869-b526-4b6d-8301-b00acddeffaf" providerId="ADAL" clId="{9F16C0B6-1760-4BCA-8131-AB4CDB426109}" dt="2025-02-19T10:49:20.371" v="593" actId="20577"/>
          <ac:spMkLst>
            <pc:docMk/>
            <pc:sldMk cId="989284931" sldId="267"/>
            <ac:spMk id="2" creationId="{971E3D19-A3B1-C218-7672-F183DC68A9E9}"/>
          </ac:spMkLst>
        </pc:spChg>
        <pc:picChg chg="add mod">
          <ac:chgData name="Gaspar Alfaro García" userId="b9682869-b526-4b6d-8301-b00acddeffaf" providerId="ADAL" clId="{9F16C0B6-1760-4BCA-8131-AB4CDB426109}" dt="2025-02-19T19:09:30.296" v="2269" actId="1076"/>
          <ac:picMkLst>
            <pc:docMk/>
            <pc:sldMk cId="989284931" sldId="267"/>
            <ac:picMk id="5" creationId="{A00D1A27-D8DD-7200-8837-48C763DF3249}"/>
          </ac:picMkLst>
        </pc:picChg>
      </pc:sldChg>
      <pc:sldChg chg="addSp delSp modSp mod">
        <pc:chgData name="Gaspar Alfaro García" userId="b9682869-b526-4b6d-8301-b00acddeffaf" providerId="ADAL" clId="{9F16C0B6-1760-4BCA-8131-AB4CDB426109}" dt="2025-02-19T09:27:10.795" v="411" actId="1076"/>
        <pc:sldMkLst>
          <pc:docMk/>
          <pc:sldMk cId="3963325245" sldId="268"/>
        </pc:sldMkLst>
        <pc:spChg chg="mod">
          <ac:chgData name="Gaspar Alfaro García" userId="b9682869-b526-4b6d-8301-b00acddeffaf" providerId="ADAL" clId="{9F16C0B6-1760-4BCA-8131-AB4CDB426109}" dt="2025-02-18T17:59:22.272" v="163" actId="207"/>
          <ac:spMkLst>
            <pc:docMk/>
            <pc:sldMk cId="3963325245" sldId="268"/>
            <ac:spMk id="2" creationId="{3C9247D7-1612-E136-6C0C-B0BE64BC90E9}"/>
          </ac:spMkLst>
        </pc:spChg>
        <pc:spChg chg="add mod">
          <ac:chgData name="Gaspar Alfaro García" userId="b9682869-b526-4b6d-8301-b00acddeffaf" providerId="ADAL" clId="{9F16C0B6-1760-4BCA-8131-AB4CDB426109}" dt="2025-02-18T18:09:47.197" v="275" actId="207"/>
          <ac:spMkLst>
            <pc:docMk/>
            <pc:sldMk cId="3963325245" sldId="268"/>
            <ac:spMk id="3" creationId="{277F0E43-E61B-4CDF-75DA-6C0133C8FD97}"/>
          </ac:spMkLst>
        </pc:spChg>
        <pc:spChg chg="add mod">
          <ac:chgData name="Gaspar Alfaro García" userId="b9682869-b526-4b6d-8301-b00acddeffaf" providerId="ADAL" clId="{9F16C0B6-1760-4BCA-8131-AB4CDB426109}" dt="2025-02-18T18:09:51.442" v="276" actId="207"/>
          <ac:spMkLst>
            <pc:docMk/>
            <pc:sldMk cId="3963325245" sldId="268"/>
            <ac:spMk id="5" creationId="{53F317F5-E355-8DC9-DC02-231B1C61C40B}"/>
          </ac:spMkLst>
        </pc:spChg>
        <pc:spChg chg="add mod">
          <ac:chgData name="Gaspar Alfaro García" userId="b9682869-b526-4b6d-8301-b00acddeffaf" providerId="ADAL" clId="{9F16C0B6-1760-4BCA-8131-AB4CDB426109}" dt="2025-02-18T18:12:42.766" v="334" actId="207"/>
          <ac:spMkLst>
            <pc:docMk/>
            <pc:sldMk cId="3963325245" sldId="268"/>
            <ac:spMk id="8" creationId="{132D9AA6-104F-106C-84BA-0DF2BFC17536}"/>
          </ac:spMkLst>
        </pc:spChg>
        <pc:spChg chg="add mod">
          <ac:chgData name="Gaspar Alfaro García" userId="b9682869-b526-4b6d-8301-b00acddeffaf" providerId="ADAL" clId="{9F16C0B6-1760-4BCA-8131-AB4CDB426109}" dt="2025-02-18T18:12:46.147" v="335" actId="207"/>
          <ac:spMkLst>
            <pc:docMk/>
            <pc:sldMk cId="3963325245" sldId="268"/>
            <ac:spMk id="9" creationId="{F0513A18-9959-C5FD-D0CF-ED0D1916E096}"/>
          </ac:spMkLst>
        </pc:spChg>
        <pc:spChg chg="add mod">
          <ac:chgData name="Gaspar Alfaro García" userId="b9682869-b526-4b6d-8301-b00acddeffaf" providerId="ADAL" clId="{9F16C0B6-1760-4BCA-8131-AB4CDB426109}" dt="2025-02-18T18:14:13.855" v="373" actId="1076"/>
          <ac:spMkLst>
            <pc:docMk/>
            <pc:sldMk cId="3963325245" sldId="268"/>
            <ac:spMk id="12" creationId="{484E749A-AEF7-F277-9037-EBCF68863547}"/>
          </ac:spMkLst>
        </pc:spChg>
        <pc:picChg chg="add mod">
          <ac:chgData name="Gaspar Alfaro García" userId="b9682869-b526-4b6d-8301-b00acddeffaf" providerId="ADAL" clId="{9F16C0B6-1760-4BCA-8131-AB4CDB426109}" dt="2025-02-19T09:25:03.919" v="390" actId="1076"/>
          <ac:picMkLst>
            <pc:docMk/>
            <pc:sldMk cId="3963325245" sldId="268"/>
            <ac:picMk id="10" creationId="{E779DAF9-F9AC-2618-1841-AE7175A11493}"/>
          </ac:picMkLst>
        </pc:picChg>
        <pc:picChg chg="add del mod">
          <ac:chgData name="Gaspar Alfaro García" userId="b9682869-b526-4b6d-8301-b00acddeffaf" providerId="ADAL" clId="{9F16C0B6-1760-4BCA-8131-AB4CDB426109}" dt="2025-02-19T09:25:42.296" v="396" actId="22"/>
          <ac:picMkLst>
            <pc:docMk/>
            <pc:sldMk cId="3963325245" sldId="268"/>
            <ac:picMk id="15" creationId="{CDA5C8E6-1E97-8457-021F-A6978EC6EA84}"/>
          </ac:picMkLst>
        </pc:picChg>
        <pc:picChg chg="add del mod">
          <ac:chgData name="Gaspar Alfaro García" userId="b9682869-b526-4b6d-8301-b00acddeffaf" providerId="ADAL" clId="{9F16C0B6-1760-4BCA-8131-AB4CDB426109}" dt="2025-02-19T09:26:05.037" v="400" actId="22"/>
          <ac:picMkLst>
            <pc:docMk/>
            <pc:sldMk cId="3963325245" sldId="268"/>
            <ac:picMk id="17" creationId="{E5540FB0-917F-10BB-2969-1E8589C96E93}"/>
          </ac:picMkLst>
        </pc:picChg>
        <pc:picChg chg="add mod">
          <ac:chgData name="Gaspar Alfaro García" userId="b9682869-b526-4b6d-8301-b00acddeffaf" providerId="ADAL" clId="{9F16C0B6-1760-4BCA-8131-AB4CDB426109}" dt="2025-02-19T09:26:44.282" v="406" actId="1076"/>
          <ac:picMkLst>
            <pc:docMk/>
            <pc:sldMk cId="3963325245" sldId="268"/>
            <ac:picMk id="19" creationId="{32674367-BEF8-AFEA-290D-DC9878A9AA60}"/>
          </ac:picMkLst>
        </pc:picChg>
        <pc:picChg chg="add mod">
          <ac:chgData name="Gaspar Alfaro García" userId="b9682869-b526-4b6d-8301-b00acddeffaf" providerId="ADAL" clId="{9F16C0B6-1760-4BCA-8131-AB4CDB426109}" dt="2025-02-19T09:27:10.795" v="411" actId="1076"/>
          <ac:picMkLst>
            <pc:docMk/>
            <pc:sldMk cId="3963325245" sldId="268"/>
            <ac:picMk id="21" creationId="{E4421A86-9490-ED3F-0659-FCD1F9E2B7EB}"/>
          </ac:picMkLst>
        </pc:picChg>
        <pc:cxnChg chg="add mod">
          <ac:chgData name="Gaspar Alfaro García" userId="b9682869-b526-4b6d-8301-b00acddeffaf" providerId="ADAL" clId="{9F16C0B6-1760-4BCA-8131-AB4CDB426109}" dt="2025-02-18T18:15:20.421" v="383" actId="1076"/>
          <ac:cxnSpMkLst>
            <pc:docMk/>
            <pc:sldMk cId="3963325245" sldId="268"/>
            <ac:cxnSpMk id="7" creationId="{355CC1C1-CECC-9E54-30DA-A125A5325176}"/>
          </ac:cxnSpMkLst>
        </pc:cxnChg>
        <pc:cxnChg chg="add mod">
          <ac:chgData name="Gaspar Alfaro García" userId="b9682869-b526-4b6d-8301-b00acddeffaf" providerId="ADAL" clId="{9F16C0B6-1760-4BCA-8131-AB4CDB426109}" dt="2025-02-18T18:12:37.184" v="333" actId="208"/>
          <ac:cxnSpMkLst>
            <pc:docMk/>
            <pc:sldMk cId="3963325245" sldId="268"/>
            <ac:cxnSpMk id="11" creationId="{D9C55E56-2F90-59F9-E356-D2DE11B0376F}"/>
          </ac:cxnSpMkLst>
        </pc:cxnChg>
        <pc:cxnChg chg="add mod">
          <ac:chgData name="Gaspar Alfaro García" userId="b9682869-b526-4b6d-8301-b00acddeffaf" providerId="ADAL" clId="{9F16C0B6-1760-4BCA-8131-AB4CDB426109}" dt="2025-02-18T18:15:24.456" v="385" actId="14100"/>
          <ac:cxnSpMkLst>
            <pc:docMk/>
            <pc:sldMk cId="3963325245" sldId="268"/>
            <ac:cxnSpMk id="13" creationId="{FC0A184A-EDBD-F2B7-559D-306ADB2A47DE}"/>
          </ac:cxnSpMkLst>
        </pc:cxnChg>
      </pc:sldChg>
      <pc:sldChg chg="modSp mod">
        <pc:chgData name="Gaspar Alfaro García" userId="b9682869-b526-4b6d-8301-b00acddeffaf" providerId="ADAL" clId="{9F16C0B6-1760-4BCA-8131-AB4CDB426109}" dt="2025-02-18T18:01:09.743" v="168" actId="403"/>
        <pc:sldMkLst>
          <pc:docMk/>
          <pc:sldMk cId="4071041900" sldId="269"/>
        </pc:sldMkLst>
        <pc:spChg chg="mod">
          <ac:chgData name="Gaspar Alfaro García" userId="b9682869-b526-4b6d-8301-b00acddeffaf" providerId="ADAL" clId="{9F16C0B6-1760-4BCA-8131-AB4CDB426109}" dt="2025-02-18T17:56:25.113" v="140" actId="14100"/>
          <ac:spMkLst>
            <pc:docMk/>
            <pc:sldMk cId="4071041900" sldId="269"/>
            <ac:spMk id="2" creationId="{8F1F6FD5-4484-A88D-08CE-DCF5ECEB98E1}"/>
          </ac:spMkLst>
        </pc:spChg>
        <pc:spChg chg="mod">
          <ac:chgData name="Gaspar Alfaro García" userId="b9682869-b526-4b6d-8301-b00acddeffaf" providerId="ADAL" clId="{9F16C0B6-1760-4BCA-8131-AB4CDB426109}" dt="2025-02-18T18:01:09.743" v="168" actId="403"/>
          <ac:spMkLst>
            <pc:docMk/>
            <pc:sldMk cId="4071041900" sldId="269"/>
            <ac:spMk id="17" creationId="{CCAE57F1-494E-2910-74A3-2A26339222ED}"/>
          </ac:spMkLst>
        </pc:spChg>
        <pc:spChg chg="mod">
          <ac:chgData name="Gaspar Alfaro García" userId="b9682869-b526-4b6d-8301-b00acddeffaf" providerId="ADAL" clId="{9F16C0B6-1760-4BCA-8131-AB4CDB426109}" dt="2025-02-18T17:56:01.997" v="135" actId="2711"/>
          <ac:spMkLst>
            <pc:docMk/>
            <pc:sldMk cId="4071041900" sldId="269"/>
            <ac:spMk id="21" creationId="{9E21D34F-B914-C019-CDAC-B64EA769BCE7}"/>
          </ac:spMkLst>
        </pc:spChg>
        <pc:spChg chg="mod">
          <ac:chgData name="Gaspar Alfaro García" userId="b9682869-b526-4b6d-8301-b00acddeffaf" providerId="ADAL" clId="{9F16C0B6-1760-4BCA-8131-AB4CDB426109}" dt="2025-02-18T17:56:10.246" v="137" actId="2711"/>
          <ac:spMkLst>
            <pc:docMk/>
            <pc:sldMk cId="4071041900" sldId="269"/>
            <ac:spMk id="53" creationId="{9F1E1BE8-A3A2-15E9-08C6-629B1807736D}"/>
          </ac:spMkLst>
        </pc:spChg>
        <pc:spChg chg="mod">
          <ac:chgData name="Gaspar Alfaro García" userId="b9682869-b526-4b6d-8301-b00acddeffaf" providerId="ADAL" clId="{9F16C0B6-1760-4BCA-8131-AB4CDB426109}" dt="2025-02-18T17:56:16.009" v="138" actId="2711"/>
          <ac:spMkLst>
            <pc:docMk/>
            <pc:sldMk cId="4071041900" sldId="269"/>
            <ac:spMk id="54" creationId="{85208F92-5545-0AFE-D274-619BF58F29C0}"/>
          </ac:spMkLst>
        </pc:spChg>
      </pc:sldChg>
      <pc:sldChg chg="addSp modSp mod">
        <pc:chgData name="Gaspar Alfaro García" userId="b9682869-b526-4b6d-8301-b00acddeffaf" providerId="ADAL" clId="{9F16C0B6-1760-4BCA-8131-AB4CDB426109}" dt="2025-02-19T10:33:59.777" v="503" actId="1076"/>
        <pc:sldMkLst>
          <pc:docMk/>
          <pc:sldMk cId="3340830351" sldId="270"/>
        </pc:sldMkLst>
        <pc:spChg chg="mod">
          <ac:chgData name="Gaspar Alfaro García" userId="b9682869-b526-4b6d-8301-b00acddeffaf" providerId="ADAL" clId="{9F16C0B6-1760-4BCA-8131-AB4CDB426109}" dt="2025-02-18T17:53:38.139" v="115" actId="14100"/>
          <ac:spMkLst>
            <pc:docMk/>
            <pc:sldMk cId="3340830351" sldId="270"/>
            <ac:spMk id="2" creationId="{7E23C3A6-5244-5954-F770-F346F925F5CD}"/>
          </ac:spMkLst>
        </pc:spChg>
        <pc:picChg chg="add mod">
          <ac:chgData name="Gaspar Alfaro García" userId="b9682869-b526-4b6d-8301-b00acddeffaf" providerId="ADAL" clId="{9F16C0B6-1760-4BCA-8131-AB4CDB426109}" dt="2025-02-19T10:29:34.807" v="491" actId="1076"/>
          <ac:picMkLst>
            <pc:docMk/>
            <pc:sldMk cId="3340830351" sldId="270"/>
            <ac:picMk id="5" creationId="{AA48265B-42D6-D11B-FCD4-EBDE63A5A33B}"/>
          </ac:picMkLst>
        </pc:picChg>
        <pc:picChg chg="add mod">
          <ac:chgData name="Gaspar Alfaro García" userId="b9682869-b526-4b6d-8301-b00acddeffaf" providerId="ADAL" clId="{9F16C0B6-1760-4BCA-8131-AB4CDB426109}" dt="2025-02-19T10:33:26.216" v="497" actId="14100"/>
          <ac:picMkLst>
            <pc:docMk/>
            <pc:sldMk cId="3340830351" sldId="270"/>
            <ac:picMk id="7" creationId="{754F9C51-2933-D385-43D3-A5A1A8A57F9F}"/>
          </ac:picMkLst>
        </pc:picChg>
        <pc:picChg chg="add mod">
          <ac:chgData name="Gaspar Alfaro García" userId="b9682869-b526-4b6d-8301-b00acddeffaf" providerId="ADAL" clId="{9F16C0B6-1760-4BCA-8131-AB4CDB426109}" dt="2025-02-19T10:33:59.777" v="503" actId="1076"/>
          <ac:picMkLst>
            <pc:docMk/>
            <pc:sldMk cId="3340830351" sldId="270"/>
            <ac:picMk id="9" creationId="{A9A3E93B-2F5A-C9B1-F7C6-B381F169AAE2}"/>
          </ac:picMkLst>
        </pc:picChg>
      </pc:sldChg>
      <pc:sldChg chg="addSp delSp modSp mod">
        <pc:chgData name="Gaspar Alfaro García" userId="b9682869-b526-4b6d-8301-b00acddeffaf" providerId="ADAL" clId="{9F16C0B6-1760-4BCA-8131-AB4CDB426109}" dt="2025-02-19T10:45:22.393" v="584" actId="1076"/>
        <pc:sldMkLst>
          <pc:docMk/>
          <pc:sldMk cId="1841713362" sldId="271"/>
        </pc:sldMkLst>
        <pc:spChg chg="mod">
          <ac:chgData name="Gaspar Alfaro García" userId="b9682869-b526-4b6d-8301-b00acddeffaf" providerId="ADAL" clId="{9F16C0B6-1760-4BCA-8131-AB4CDB426109}" dt="2025-02-18T17:53:30.383" v="113" actId="14100"/>
          <ac:spMkLst>
            <pc:docMk/>
            <pc:sldMk cId="1841713362" sldId="271"/>
            <ac:spMk id="2" creationId="{CB22DEA8-4917-1894-153B-EDBF8C5B4C27}"/>
          </ac:spMkLst>
        </pc:spChg>
        <pc:spChg chg="add del">
          <ac:chgData name="Gaspar Alfaro García" userId="b9682869-b526-4b6d-8301-b00acddeffaf" providerId="ADAL" clId="{9F16C0B6-1760-4BCA-8131-AB4CDB426109}" dt="2025-02-19T10:41:08.669" v="530" actId="478"/>
          <ac:spMkLst>
            <pc:docMk/>
            <pc:sldMk cId="1841713362" sldId="271"/>
            <ac:spMk id="4" creationId="{BBC4B959-A8EE-65C3-7E48-7695F1C0CD14}"/>
          </ac:spMkLst>
        </pc:spChg>
        <pc:spChg chg="add del mod">
          <ac:chgData name="Gaspar Alfaro García" userId="b9682869-b526-4b6d-8301-b00acddeffaf" providerId="ADAL" clId="{9F16C0B6-1760-4BCA-8131-AB4CDB426109}" dt="2025-02-19T10:42:06.104" v="546" actId="767"/>
          <ac:spMkLst>
            <pc:docMk/>
            <pc:sldMk cId="1841713362" sldId="271"/>
            <ac:spMk id="10" creationId="{B9725788-498B-C3EB-15BE-02DDB4FAE276}"/>
          </ac:spMkLst>
        </pc:spChg>
        <pc:spChg chg="add del mod">
          <ac:chgData name="Gaspar Alfaro García" userId="b9682869-b526-4b6d-8301-b00acddeffaf" providerId="ADAL" clId="{9F16C0B6-1760-4BCA-8131-AB4CDB426109}" dt="2025-02-19T10:43:37.777" v="574" actId="1076"/>
          <ac:spMkLst>
            <pc:docMk/>
            <pc:sldMk cId="1841713362" sldId="271"/>
            <ac:spMk id="11" creationId="{D3C7A1BA-6BD7-55A1-6076-214C30A60C87}"/>
          </ac:spMkLst>
        </pc:spChg>
        <pc:picChg chg="add mod">
          <ac:chgData name="Gaspar Alfaro García" userId="b9682869-b526-4b6d-8301-b00acddeffaf" providerId="ADAL" clId="{9F16C0B6-1760-4BCA-8131-AB4CDB426109}" dt="2025-02-19T10:41:24.981" v="537" actId="1076"/>
          <ac:picMkLst>
            <pc:docMk/>
            <pc:sldMk cId="1841713362" sldId="271"/>
            <ac:picMk id="5" creationId="{C08BF4CB-2367-5446-9D77-EB78C5CC18CC}"/>
          </ac:picMkLst>
        </pc:picChg>
        <pc:picChg chg="add del mod">
          <ac:chgData name="Gaspar Alfaro García" userId="b9682869-b526-4b6d-8301-b00acddeffaf" providerId="ADAL" clId="{9F16C0B6-1760-4BCA-8131-AB4CDB426109}" dt="2025-02-19T10:39:47.244" v="514" actId="478"/>
          <ac:picMkLst>
            <pc:docMk/>
            <pc:sldMk cId="1841713362" sldId="271"/>
            <ac:picMk id="7" creationId="{822D2C26-8F6A-B70B-D046-B06F9CAF5328}"/>
          </ac:picMkLst>
        </pc:picChg>
        <pc:picChg chg="add del mod">
          <ac:chgData name="Gaspar Alfaro García" userId="b9682869-b526-4b6d-8301-b00acddeffaf" providerId="ADAL" clId="{9F16C0B6-1760-4BCA-8131-AB4CDB426109}" dt="2025-02-19T10:45:00.612" v="575" actId="478"/>
          <ac:picMkLst>
            <pc:docMk/>
            <pc:sldMk cId="1841713362" sldId="271"/>
            <ac:picMk id="9" creationId="{382755B7-53E4-CF12-59C7-09B6A3C75269}"/>
          </ac:picMkLst>
        </pc:picChg>
        <pc:picChg chg="add mod ord">
          <ac:chgData name="Gaspar Alfaro García" userId="b9682869-b526-4b6d-8301-b00acddeffaf" providerId="ADAL" clId="{9F16C0B6-1760-4BCA-8131-AB4CDB426109}" dt="2025-02-19T10:45:22.393" v="584" actId="1076"/>
          <ac:picMkLst>
            <pc:docMk/>
            <pc:sldMk cId="1841713362" sldId="271"/>
            <ac:picMk id="13" creationId="{E71D051E-F6A6-98F1-BC3C-85F895808501}"/>
          </ac:picMkLst>
        </pc:picChg>
      </pc:sldChg>
      <pc:sldChg chg="modSp del mod">
        <pc:chgData name="Gaspar Alfaro García" userId="b9682869-b526-4b6d-8301-b00acddeffaf" providerId="ADAL" clId="{9F16C0B6-1760-4BCA-8131-AB4CDB426109}" dt="2025-02-19T10:51:31.108" v="598" actId="2696"/>
        <pc:sldMkLst>
          <pc:docMk/>
          <pc:sldMk cId="4277888041" sldId="272"/>
        </pc:sldMkLst>
        <pc:spChg chg="mod">
          <ac:chgData name="Gaspar Alfaro García" userId="b9682869-b526-4b6d-8301-b00acddeffaf" providerId="ADAL" clId="{9F16C0B6-1760-4BCA-8131-AB4CDB426109}" dt="2025-02-18T17:53:12.165" v="109" actId="6549"/>
          <ac:spMkLst>
            <pc:docMk/>
            <pc:sldMk cId="4277888041" sldId="272"/>
            <ac:spMk id="2" creationId="{C47F4B93-BCF0-879D-4BEF-79AA9184B42A}"/>
          </ac:spMkLst>
        </pc:spChg>
      </pc:sldChg>
      <pc:sldChg chg="addSp delSp modSp mod">
        <pc:chgData name="Gaspar Alfaro García" userId="b9682869-b526-4b6d-8301-b00acddeffaf" providerId="ADAL" clId="{9F16C0B6-1760-4BCA-8131-AB4CDB426109}" dt="2025-02-19T11:01:16.344" v="623" actId="207"/>
        <pc:sldMkLst>
          <pc:docMk/>
          <pc:sldMk cId="3023332872" sldId="273"/>
        </pc:sldMkLst>
        <pc:spChg chg="mod">
          <ac:chgData name="Gaspar Alfaro García" userId="b9682869-b526-4b6d-8301-b00acddeffaf" providerId="ADAL" clId="{9F16C0B6-1760-4BCA-8131-AB4CDB426109}" dt="2025-02-18T17:50:20.604" v="101" actId="14100"/>
          <ac:spMkLst>
            <pc:docMk/>
            <pc:sldMk cId="3023332872" sldId="273"/>
            <ac:spMk id="2" creationId="{694A30DA-3BB6-2649-EC33-EF65423153EE}"/>
          </ac:spMkLst>
        </pc:spChg>
        <pc:spChg chg="mod">
          <ac:chgData name="Gaspar Alfaro García" userId="b9682869-b526-4b6d-8301-b00acddeffaf" providerId="ADAL" clId="{9F16C0B6-1760-4BCA-8131-AB4CDB426109}" dt="2025-02-19T11:01:09.971" v="621" actId="207"/>
          <ac:spMkLst>
            <pc:docMk/>
            <pc:sldMk cId="3023332872" sldId="273"/>
            <ac:spMk id="15" creationId="{625DFA94-F235-1072-3418-11DF5C6687FE}"/>
          </ac:spMkLst>
        </pc:spChg>
        <pc:spChg chg="mod">
          <ac:chgData name="Gaspar Alfaro García" userId="b9682869-b526-4b6d-8301-b00acddeffaf" providerId="ADAL" clId="{9F16C0B6-1760-4BCA-8131-AB4CDB426109}" dt="2025-02-19T11:01:13.153" v="622" actId="207"/>
          <ac:spMkLst>
            <pc:docMk/>
            <pc:sldMk cId="3023332872" sldId="273"/>
            <ac:spMk id="16" creationId="{F1A10CFE-5490-C6B1-E1DB-8E07727F9384}"/>
          </ac:spMkLst>
        </pc:spChg>
        <pc:spChg chg="mod">
          <ac:chgData name="Gaspar Alfaro García" userId="b9682869-b526-4b6d-8301-b00acddeffaf" providerId="ADAL" clId="{9F16C0B6-1760-4BCA-8131-AB4CDB426109}" dt="2025-02-19T11:01:16.344" v="623" actId="207"/>
          <ac:spMkLst>
            <pc:docMk/>
            <pc:sldMk cId="3023332872" sldId="273"/>
            <ac:spMk id="18" creationId="{8DEBA0DB-98AF-E948-1778-0FE172341A12}"/>
          </ac:spMkLst>
        </pc:spChg>
        <pc:spChg chg="mod">
          <ac:chgData name="Gaspar Alfaro García" userId="b9682869-b526-4b6d-8301-b00acddeffaf" providerId="ADAL" clId="{9F16C0B6-1760-4BCA-8131-AB4CDB426109}" dt="2025-02-18T17:50:40.012" v="105" actId="2711"/>
          <ac:spMkLst>
            <pc:docMk/>
            <pc:sldMk cId="3023332872" sldId="273"/>
            <ac:spMk id="20" creationId="{9FC6A3E0-5DB6-6EBB-3CA1-D12AA20EB32E}"/>
          </ac:spMkLst>
        </pc:spChg>
        <pc:spChg chg="mod">
          <ac:chgData name="Gaspar Alfaro García" userId="b9682869-b526-4b6d-8301-b00acddeffaf" providerId="ADAL" clId="{9F16C0B6-1760-4BCA-8131-AB4CDB426109}" dt="2025-02-18T17:50:45.754" v="106" actId="2711"/>
          <ac:spMkLst>
            <pc:docMk/>
            <pc:sldMk cId="3023332872" sldId="273"/>
            <ac:spMk id="21" creationId="{BBD2E9F9-937F-035D-C0EF-F7B70C71AA4D}"/>
          </ac:spMkLst>
        </pc:spChg>
        <pc:picChg chg="add mod">
          <ac:chgData name="Gaspar Alfaro García" userId="b9682869-b526-4b6d-8301-b00acddeffaf" providerId="ADAL" clId="{9F16C0B6-1760-4BCA-8131-AB4CDB426109}" dt="2025-02-19T11:00:16.668" v="616" actId="1076"/>
          <ac:picMkLst>
            <pc:docMk/>
            <pc:sldMk cId="3023332872" sldId="273"/>
            <ac:picMk id="4" creationId="{39CB1958-03ED-9A17-6FBA-6BB44D8BBC8E}"/>
          </ac:picMkLst>
        </pc:picChg>
        <pc:picChg chg="add mod">
          <ac:chgData name="Gaspar Alfaro García" userId="b9682869-b526-4b6d-8301-b00acddeffaf" providerId="ADAL" clId="{9F16C0B6-1760-4BCA-8131-AB4CDB426109}" dt="2025-02-19T11:00:33.145" v="618" actId="1076"/>
          <ac:picMkLst>
            <pc:docMk/>
            <pc:sldMk cId="3023332872" sldId="273"/>
            <ac:picMk id="6" creationId="{ACE4699C-282F-8163-2EFB-8FCA57036C8C}"/>
          </ac:picMkLst>
        </pc:picChg>
        <pc:picChg chg="add mod">
          <ac:chgData name="Gaspar Alfaro García" userId="b9682869-b526-4b6d-8301-b00acddeffaf" providerId="ADAL" clId="{9F16C0B6-1760-4BCA-8131-AB4CDB426109}" dt="2025-02-19T11:00:48.193" v="619" actId="1076"/>
          <ac:picMkLst>
            <pc:docMk/>
            <pc:sldMk cId="3023332872" sldId="273"/>
            <ac:picMk id="8" creationId="{E7F7B2AE-CEA1-694E-F5AB-D435D80E56B9}"/>
          </ac:picMkLst>
        </pc:picChg>
        <pc:picChg chg="del">
          <ac:chgData name="Gaspar Alfaro García" userId="b9682869-b526-4b6d-8301-b00acddeffaf" providerId="ADAL" clId="{9F16C0B6-1760-4BCA-8131-AB4CDB426109}" dt="2025-02-19T10:58:01.811" v="600" actId="478"/>
          <ac:picMkLst>
            <pc:docMk/>
            <pc:sldMk cId="3023332872" sldId="273"/>
            <ac:picMk id="19" creationId="{6D9AF30E-6B50-9ECB-5FE7-DABFFD87AA29}"/>
          </ac:picMkLst>
        </pc:picChg>
        <pc:picChg chg="del">
          <ac:chgData name="Gaspar Alfaro García" userId="b9682869-b526-4b6d-8301-b00acddeffaf" providerId="ADAL" clId="{9F16C0B6-1760-4BCA-8131-AB4CDB426109}" dt="2025-02-19T10:59:40.943" v="601" actId="478"/>
          <ac:picMkLst>
            <pc:docMk/>
            <pc:sldMk cId="3023332872" sldId="273"/>
            <ac:picMk id="23" creationId="{7B36E1F3-C31F-09ED-AB5E-C4AFB86F7CAE}"/>
          </ac:picMkLst>
        </pc:picChg>
        <pc:picChg chg="del">
          <ac:chgData name="Gaspar Alfaro García" userId="b9682869-b526-4b6d-8301-b00acddeffaf" providerId="ADAL" clId="{9F16C0B6-1760-4BCA-8131-AB4CDB426109}" dt="2025-02-19T10:59:41.460" v="602" actId="478"/>
          <ac:picMkLst>
            <pc:docMk/>
            <pc:sldMk cId="3023332872" sldId="273"/>
            <ac:picMk id="25" creationId="{9ADD9452-363C-C5D7-9C3C-F795C20CBC0F}"/>
          </ac:picMkLst>
        </pc:picChg>
        <pc:cxnChg chg="mod">
          <ac:chgData name="Gaspar Alfaro García" userId="b9682869-b526-4b6d-8301-b00acddeffaf" providerId="ADAL" clId="{9F16C0B6-1760-4BCA-8131-AB4CDB426109}" dt="2025-02-18T18:10:10.931" v="279" actId="208"/>
          <ac:cxnSpMkLst>
            <pc:docMk/>
            <pc:sldMk cId="3023332872" sldId="273"/>
            <ac:cxnSpMk id="14" creationId="{745468B1-4AC1-6950-06D9-1460F6F19A09}"/>
          </ac:cxnSpMkLst>
        </pc:cxnChg>
        <pc:cxnChg chg="mod">
          <ac:chgData name="Gaspar Alfaro García" userId="b9682869-b526-4b6d-8301-b00acddeffaf" providerId="ADAL" clId="{9F16C0B6-1760-4BCA-8131-AB4CDB426109}" dt="2025-02-18T18:10:07.455" v="278" actId="208"/>
          <ac:cxnSpMkLst>
            <pc:docMk/>
            <pc:sldMk cId="3023332872" sldId="273"/>
            <ac:cxnSpMk id="17" creationId="{9530294A-2CB2-0A74-7E42-B7A63F4CF895}"/>
          </ac:cxnSpMkLst>
        </pc:cxnChg>
      </pc:sldChg>
      <pc:sldChg chg="addSp modSp mod">
        <pc:chgData name="Gaspar Alfaro García" userId="b9682869-b526-4b6d-8301-b00acddeffaf" providerId="ADAL" clId="{9F16C0B6-1760-4BCA-8131-AB4CDB426109}" dt="2025-02-19T11:07:15.815" v="1042" actId="14100"/>
        <pc:sldMkLst>
          <pc:docMk/>
          <pc:sldMk cId="452117435" sldId="274"/>
        </pc:sldMkLst>
        <pc:spChg chg="mod">
          <ac:chgData name="Gaspar Alfaro García" userId="b9682869-b526-4b6d-8301-b00acddeffaf" providerId="ADAL" clId="{9F16C0B6-1760-4BCA-8131-AB4CDB426109}" dt="2025-02-18T17:50:13.476" v="99" actId="14100"/>
          <ac:spMkLst>
            <pc:docMk/>
            <pc:sldMk cId="452117435" sldId="274"/>
            <ac:spMk id="2" creationId="{51AA301B-0B07-6CFC-316F-C8B2A9F8664C}"/>
          </ac:spMkLst>
        </pc:spChg>
        <pc:spChg chg="add mod">
          <ac:chgData name="Gaspar Alfaro García" userId="b9682869-b526-4b6d-8301-b00acddeffaf" providerId="ADAL" clId="{9F16C0B6-1760-4BCA-8131-AB4CDB426109}" dt="2025-02-19T11:06:23.276" v="905" actId="14100"/>
          <ac:spMkLst>
            <pc:docMk/>
            <pc:sldMk cId="452117435" sldId="274"/>
            <ac:spMk id="6" creationId="{2D8B6E1A-BCAA-8B28-C6BC-21F2434AA3D6}"/>
          </ac:spMkLst>
        </pc:spChg>
        <pc:spChg chg="add mod">
          <ac:chgData name="Gaspar Alfaro García" userId="b9682869-b526-4b6d-8301-b00acddeffaf" providerId="ADAL" clId="{9F16C0B6-1760-4BCA-8131-AB4CDB426109}" dt="2025-02-19T11:04:07.943" v="679" actId="767"/>
          <ac:spMkLst>
            <pc:docMk/>
            <pc:sldMk cId="452117435" sldId="274"/>
            <ac:spMk id="7" creationId="{5EC78C07-856F-B561-E4F7-DB01752F59B9}"/>
          </ac:spMkLst>
        </pc:spChg>
        <pc:spChg chg="add mod">
          <ac:chgData name="Gaspar Alfaro García" userId="b9682869-b526-4b6d-8301-b00acddeffaf" providerId="ADAL" clId="{9F16C0B6-1760-4BCA-8131-AB4CDB426109}" dt="2025-02-19T11:06:20.181" v="904" actId="14100"/>
          <ac:spMkLst>
            <pc:docMk/>
            <pc:sldMk cId="452117435" sldId="274"/>
            <ac:spMk id="8" creationId="{6FCFC21E-E84F-8F09-5A48-747FDD2E0ACE}"/>
          </ac:spMkLst>
        </pc:spChg>
        <pc:spChg chg="add mod">
          <ac:chgData name="Gaspar Alfaro García" userId="b9682869-b526-4b6d-8301-b00acddeffaf" providerId="ADAL" clId="{9F16C0B6-1760-4BCA-8131-AB4CDB426109}" dt="2025-02-19T11:06:11.616" v="902" actId="14100"/>
          <ac:spMkLst>
            <pc:docMk/>
            <pc:sldMk cId="452117435" sldId="274"/>
            <ac:spMk id="9" creationId="{FCB60D6D-D4B6-9F85-FF05-508580B04DE7}"/>
          </ac:spMkLst>
        </pc:spChg>
        <pc:spChg chg="add mod">
          <ac:chgData name="Gaspar Alfaro García" userId="b9682869-b526-4b6d-8301-b00acddeffaf" providerId="ADAL" clId="{9F16C0B6-1760-4BCA-8131-AB4CDB426109}" dt="2025-02-19T11:06:16.206" v="903" actId="14100"/>
          <ac:spMkLst>
            <pc:docMk/>
            <pc:sldMk cId="452117435" sldId="274"/>
            <ac:spMk id="10" creationId="{DA04F022-5D51-6874-D3B2-53FE1A0E1DCF}"/>
          </ac:spMkLst>
        </pc:spChg>
        <pc:spChg chg="add mod">
          <ac:chgData name="Gaspar Alfaro García" userId="b9682869-b526-4b6d-8301-b00acddeffaf" providerId="ADAL" clId="{9F16C0B6-1760-4BCA-8131-AB4CDB426109}" dt="2025-02-19T11:06:28.681" v="906"/>
          <ac:spMkLst>
            <pc:docMk/>
            <pc:sldMk cId="452117435" sldId="274"/>
            <ac:spMk id="11" creationId="{1F3ADDAF-D597-0C1B-3A87-9AD4465F5452}"/>
          </ac:spMkLst>
        </pc:spChg>
        <pc:spChg chg="add mod">
          <ac:chgData name="Gaspar Alfaro García" userId="b9682869-b526-4b6d-8301-b00acddeffaf" providerId="ADAL" clId="{9F16C0B6-1760-4BCA-8131-AB4CDB426109}" dt="2025-02-19T11:07:15.815" v="1042" actId="14100"/>
          <ac:spMkLst>
            <pc:docMk/>
            <pc:sldMk cId="452117435" sldId="274"/>
            <ac:spMk id="12" creationId="{2C21732F-E3C7-1FBE-E8E8-0DA033E282CA}"/>
          </ac:spMkLst>
        </pc:spChg>
        <pc:cxnChg chg="add mod">
          <ac:chgData name="Gaspar Alfaro García" userId="b9682869-b526-4b6d-8301-b00acddeffaf" providerId="ADAL" clId="{9F16C0B6-1760-4BCA-8131-AB4CDB426109}" dt="2025-02-19T11:03:11.664" v="626" actId="14100"/>
          <ac:cxnSpMkLst>
            <pc:docMk/>
            <pc:sldMk cId="452117435" sldId="274"/>
            <ac:cxnSpMk id="3" creationId="{CEA2BF25-5E39-DDDE-53AA-C116974BB5DA}"/>
          </ac:cxnSpMkLst>
        </pc:cxnChg>
      </pc:sldChg>
      <pc:sldChg chg="addSp delSp modSp mod modAnim">
        <pc:chgData name="Gaspar Alfaro García" userId="b9682869-b526-4b6d-8301-b00acddeffaf" providerId="ADAL" clId="{9F16C0B6-1760-4BCA-8131-AB4CDB426109}" dt="2025-02-19T11:23:19.157" v="1076"/>
        <pc:sldMkLst>
          <pc:docMk/>
          <pc:sldMk cId="2004228562" sldId="275"/>
        </pc:sldMkLst>
        <pc:spChg chg="mod">
          <ac:chgData name="Gaspar Alfaro García" userId="b9682869-b526-4b6d-8301-b00acddeffaf" providerId="ADAL" clId="{9F16C0B6-1760-4BCA-8131-AB4CDB426109}" dt="2025-02-18T17:50:01.591" v="97" actId="14100"/>
          <ac:spMkLst>
            <pc:docMk/>
            <pc:sldMk cId="2004228562" sldId="275"/>
            <ac:spMk id="2" creationId="{4130A799-C7A4-BB68-09FE-396392804B99}"/>
          </ac:spMkLst>
        </pc:spChg>
        <pc:picChg chg="add del mod">
          <ac:chgData name="Gaspar Alfaro García" userId="b9682869-b526-4b6d-8301-b00acddeffaf" providerId="ADAL" clId="{9F16C0B6-1760-4BCA-8131-AB4CDB426109}" dt="2025-02-19T11:15:06.613" v="1048" actId="478"/>
          <ac:picMkLst>
            <pc:docMk/>
            <pc:sldMk cId="2004228562" sldId="275"/>
            <ac:picMk id="5" creationId="{1FB08B8B-A19E-D007-41D1-557BD9427C6D}"/>
          </ac:picMkLst>
        </pc:picChg>
        <pc:picChg chg="add mod">
          <ac:chgData name="Gaspar Alfaro García" userId="b9682869-b526-4b6d-8301-b00acddeffaf" providerId="ADAL" clId="{9F16C0B6-1760-4BCA-8131-AB4CDB426109}" dt="2025-02-19T11:16:51.557" v="1064" actId="1076"/>
          <ac:picMkLst>
            <pc:docMk/>
            <pc:sldMk cId="2004228562" sldId="275"/>
            <ac:picMk id="7" creationId="{6350297A-2D78-5FFC-7D5C-69A20D203C60}"/>
          </ac:picMkLst>
        </pc:picChg>
        <pc:picChg chg="add mod">
          <ac:chgData name="Gaspar Alfaro García" userId="b9682869-b526-4b6d-8301-b00acddeffaf" providerId="ADAL" clId="{9F16C0B6-1760-4BCA-8131-AB4CDB426109}" dt="2025-02-19T11:16:37.943" v="1062" actId="14100"/>
          <ac:picMkLst>
            <pc:docMk/>
            <pc:sldMk cId="2004228562" sldId="275"/>
            <ac:picMk id="9" creationId="{EB783F31-183C-ADCA-0C99-63CCF9F2A0B7}"/>
          </ac:picMkLst>
        </pc:picChg>
        <pc:picChg chg="add mod">
          <ac:chgData name="Gaspar Alfaro García" userId="b9682869-b526-4b6d-8301-b00acddeffaf" providerId="ADAL" clId="{9F16C0B6-1760-4BCA-8131-AB4CDB426109}" dt="2025-02-19T11:16:24.696" v="1058" actId="1076"/>
          <ac:picMkLst>
            <pc:docMk/>
            <pc:sldMk cId="2004228562" sldId="275"/>
            <ac:picMk id="11" creationId="{C3272CDE-D839-846E-7196-96CE6A86E196}"/>
          </ac:picMkLst>
        </pc:picChg>
        <pc:picChg chg="add mod">
          <ac:chgData name="Gaspar Alfaro García" userId="b9682869-b526-4b6d-8301-b00acddeffaf" providerId="ADAL" clId="{9F16C0B6-1760-4BCA-8131-AB4CDB426109}" dt="2025-02-19T11:21:09.431" v="1067" actId="1076"/>
          <ac:picMkLst>
            <pc:docMk/>
            <pc:sldMk cId="2004228562" sldId="275"/>
            <ac:picMk id="13" creationId="{3E2C8038-16A7-945F-E1FB-C54297D1B06D}"/>
          </ac:picMkLst>
        </pc:picChg>
      </pc:sldChg>
      <pc:sldChg chg="addSp delSp modSp mod">
        <pc:chgData name="Gaspar Alfaro García" userId="b9682869-b526-4b6d-8301-b00acddeffaf" providerId="ADAL" clId="{9F16C0B6-1760-4BCA-8131-AB4CDB426109}" dt="2025-02-19T11:29:06.368" v="1115" actId="1076"/>
        <pc:sldMkLst>
          <pc:docMk/>
          <pc:sldMk cId="3099465262" sldId="276"/>
        </pc:sldMkLst>
        <pc:spChg chg="mod">
          <ac:chgData name="Gaspar Alfaro García" userId="b9682869-b526-4b6d-8301-b00acddeffaf" providerId="ADAL" clId="{9F16C0B6-1760-4BCA-8131-AB4CDB426109}" dt="2025-02-18T17:49:50.791" v="95" actId="14100"/>
          <ac:spMkLst>
            <pc:docMk/>
            <pc:sldMk cId="3099465262" sldId="276"/>
            <ac:spMk id="2" creationId="{39305A55-8465-9250-6D5C-A59B31CFCDB9}"/>
          </ac:spMkLst>
        </pc:spChg>
        <pc:picChg chg="add mod">
          <ac:chgData name="Gaspar Alfaro García" userId="b9682869-b526-4b6d-8301-b00acddeffaf" providerId="ADAL" clId="{9F16C0B6-1760-4BCA-8131-AB4CDB426109}" dt="2025-02-19T11:26:49.485" v="1090" actId="14100"/>
          <ac:picMkLst>
            <pc:docMk/>
            <pc:sldMk cId="3099465262" sldId="276"/>
            <ac:picMk id="5" creationId="{DF27DD44-D63D-D1DF-A16C-C9A9C1FA9C26}"/>
          </ac:picMkLst>
        </pc:picChg>
        <pc:picChg chg="add mod">
          <ac:chgData name="Gaspar Alfaro García" userId="b9682869-b526-4b6d-8301-b00acddeffaf" providerId="ADAL" clId="{9F16C0B6-1760-4BCA-8131-AB4CDB426109}" dt="2025-02-19T11:26:53.772" v="1092" actId="14100"/>
          <ac:picMkLst>
            <pc:docMk/>
            <pc:sldMk cId="3099465262" sldId="276"/>
            <ac:picMk id="7" creationId="{5C81A61C-06A5-7F39-025B-F6CDE15A5678}"/>
          </ac:picMkLst>
        </pc:picChg>
        <pc:picChg chg="add del mod">
          <ac:chgData name="Gaspar Alfaro García" userId="b9682869-b526-4b6d-8301-b00acddeffaf" providerId="ADAL" clId="{9F16C0B6-1760-4BCA-8131-AB4CDB426109}" dt="2025-02-19T11:28:38.851" v="1104" actId="478"/>
          <ac:picMkLst>
            <pc:docMk/>
            <pc:sldMk cId="3099465262" sldId="276"/>
            <ac:picMk id="9" creationId="{40AFE42A-D429-BA79-A275-1597FE8D4843}"/>
          </ac:picMkLst>
        </pc:picChg>
        <pc:picChg chg="add mod">
          <ac:chgData name="Gaspar Alfaro García" userId="b9682869-b526-4b6d-8301-b00acddeffaf" providerId="ADAL" clId="{9F16C0B6-1760-4BCA-8131-AB4CDB426109}" dt="2025-02-19T11:29:06.368" v="1115" actId="1076"/>
          <ac:picMkLst>
            <pc:docMk/>
            <pc:sldMk cId="3099465262" sldId="276"/>
            <ac:picMk id="11" creationId="{FD64B6ED-8C6F-4152-5912-5AFFBE8706AB}"/>
          </ac:picMkLst>
        </pc:picChg>
        <pc:picChg chg="add mod">
          <ac:chgData name="Gaspar Alfaro García" userId="b9682869-b526-4b6d-8301-b00acddeffaf" providerId="ADAL" clId="{9F16C0B6-1760-4BCA-8131-AB4CDB426109}" dt="2025-02-19T11:29:04.705" v="1114" actId="1076"/>
          <ac:picMkLst>
            <pc:docMk/>
            <pc:sldMk cId="3099465262" sldId="276"/>
            <ac:picMk id="13" creationId="{CBB3A7A6-D22B-6A63-0125-B3E7FA12B497}"/>
          </ac:picMkLst>
        </pc:picChg>
      </pc:sldChg>
      <pc:sldChg chg="modSp del mod">
        <pc:chgData name="Gaspar Alfaro García" userId="b9682869-b526-4b6d-8301-b00acddeffaf" providerId="ADAL" clId="{9F16C0B6-1760-4BCA-8131-AB4CDB426109}" dt="2025-02-19T15:40:51.161" v="1192" actId="2696"/>
        <pc:sldMkLst>
          <pc:docMk/>
          <pc:sldMk cId="1539452418" sldId="277"/>
        </pc:sldMkLst>
        <pc:spChg chg="mod">
          <ac:chgData name="Gaspar Alfaro García" userId="b9682869-b526-4b6d-8301-b00acddeffaf" providerId="ADAL" clId="{9F16C0B6-1760-4BCA-8131-AB4CDB426109}" dt="2025-02-18T17:49:33.756" v="91" actId="14100"/>
          <ac:spMkLst>
            <pc:docMk/>
            <pc:sldMk cId="1539452418" sldId="277"/>
            <ac:spMk id="2" creationId="{1F935723-647F-9248-D692-7A67CBF7B887}"/>
          </ac:spMkLst>
        </pc:spChg>
      </pc:sldChg>
      <pc:sldChg chg="addSp delSp modSp mod">
        <pc:chgData name="Gaspar Alfaro García" userId="b9682869-b526-4b6d-8301-b00acddeffaf" providerId="ADAL" clId="{9F16C0B6-1760-4BCA-8131-AB4CDB426109}" dt="2025-02-19T17:20:27.902" v="2225" actId="207"/>
        <pc:sldMkLst>
          <pc:docMk/>
          <pc:sldMk cId="2414250116" sldId="278"/>
        </pc:sldMkLst>
        <pc:spChg chg="mod">
          <ac:chgData name="Gaspar Alfaro García" userId="b9682869-b526-4b6d-8301-b00acddeffaf" providerId="ADAL" clId="{9F16C0B6-1760-4BCA-8131-AB4CDB426109}" dt="2025-02-19T15:41:48.493" v="1200" actId="14100"/>
          <ac:spMkLst>
            <pc:docMk/>
            <pc:sldMk cId="2414250116" sldId="278"/>
            <ac:spMk id="2" creationId="{86AD81E0-0D37-3C9E-FE81-778EC2AAD0FC}"/>
          </ac:spMkLst>
        </pc:spChg>
        <pc:spChg chg="add mod">
          <ac:chgData name="Gaspar Alfaro García" userId="b9682869-b526-4b6d-8301-b00acddeffaf" providerId="ADAL" clId="{9F16C0B6-1760-4BCA-8131-AB4CDB426109}" dt="2025-02-19T17:20:27.902" v="2225" actId="207"/>
          <ac:spMkLst>
            <pc:docMk/>
            <pc:sldMk cId="2414250116" sldId="278"/>
            <ac:spMk id="3" creationId="{E6D2378B-74B5-6AC8-F8E1-E7CE30F63FBE}"/>
          </ac:spMkLst>
        </pc:spChg>
        <pc:spChg chg="add mod">
          <ac:chgData name="Gaspar Alfaro García" userId="b9682869-b526-4b6d-8301-b00acddeffaf" providerId="ADAL" clId="{9F16C0B6-1760-4BCA-8131-AB4CDB426109}" dt="2025-02-19T16:29:06.850" v="1645" actId="207"/>
          <ac:spMkLst>
            <pc:docMk/>
            <pc:sldMk cId="2414250116" sldId="278"/>
            <ac:spMk id="5" creationId="{EFC8D879-C881-1B90-E2CC-DCFF983D93DF}"/>
          </ac:spMkLst>
        </pc:spChg>
        <pc:spChg chg="add del mod">
          <ac:chgData name="Gaspar Alfaro García" userId="b9682869-b526-4b6d-8301-b00acddeffaf" providerId="ADAL" clId="{9F16C0B6-1760-4BCA-8131-AB4CDB426109}" dt="2025-02-19T16:13:03.884" v="1424" actId="478"/>
          <ac:spMkLst>
            <pc:docMk/>
            <pc:sldMk cId="2414250116" sldId="278"/>
            <ac:spMk id="6" creationId="{97B24C60-F019-9DD0-FD3B-90AE8A680844}"/>
          </ac:spMkLst>
        </pc:spChg>
        <pc:spChg chg="add del mod">
          <ac:chgData name="Gaspar Alfaro García" userId="b9682869-b526-4b6d-8301-b00acddeffaf" providerId="ADAL" clId="{9F16C0B6-1760-4BCA-8131-AB4CDB426109}" dt="2025-02-19T16:13:02.164" v="1423" actId="478"/>
          <ac:spMkLst>
            <pc:docMk/>
            <pc:sldMk cId="2414250116" sldId="278"/>
            <ac:spMk id="7" creationId="{2A5FE936-5B10-3C16-1022-3C2AE38F6C16}"/>
          </ac:spMkLst>
        </pc:spChg>
        <pc:spChg chg="add mod">
          <ac:chgData name="Gaspar Alfaro García" userId="b9682869-b526-4b6d-8301-b00acddeffaf" providerId="ADAL" clId="{9F16C0B6-1760-4BCA-8131-AB4CDB426109}" dt="2025-02-19T16:16:03.945" v="1453" actId="1076"/>
          <ac:spMkLst>
            <pc:docMk/>
            <pc:sldMk cId="2414250116" sldId="278"/>
            <ac:spMk id="8" creationId="{B736B465-92A7-D7D0-740A-7015D9A7FC6E}"/>
          </ac:spMkLst>
        </pc:spChg>
        <pc:spChg chg="add mod">
          <ac:chgData name="Gaspar Alfaro García" userId="b9682869-b526-4b6d-8301-b00acddeffaf" providerId="ADAL" clId="{9F16C0B6-1760-4BCA-8131-AB4CDB426109}" dt="2025-02-19T16:16:03.945" v="1453" actId="1076"/>
          <ac:spMkLst>
            <pc:docMk/>
            <pc:sldMk cId="2414250116" sldId="278"/>
            <ac:spMk id="9" creationId="{8AB18011-0FED-E475-36E2-935779B831ED}"/>
          </ac:spMkLst>
        </pc:spChg>
        <pc:spChg chg="add mod">
          <ac:chgData name="Gaspar Alfaro García" userId="b9682869-b526-4b6d-8301-b00acddeffaf" providerId="ADAL" clId="{9F16C0B6-1760-4BCA-8131-AB4CDB426109}" dt="2025-02-19T16:16:03.945" v="1453" actId="1076"/>
          <ac:spMkLst>
            <pc:docMk/>
            <pc:sldMk cId="2414250116" sldId="278"/>
            <ac:spMk id="10" creationId="{7E0C649F-14BE-3278-27A5-231808925B05}"/>
          </ac:spMkLst>
        </pc:spChg>
        <pc:spChg chg="add mod">
          <ac:chgData name="Gaspar Alfaro García" userId="b9682869-b526-4b6d-8301-b00acddeffaf" providerId="ADAL" clId="{9F16C0B6-1760-4BCA-8131-AB4CDB426109}" dt="2025-02-19T16:16:03.945" v="1453" actId="1076"/>
          <ac:spMkLst>
            <pc:docMk/>
            <pc:sldMk cId="2414250116" sldId="278"/>
            <ac:spMk id="11" creationId="{41933D6A-661F-B146-6B42-42F3FCDC4588}"/>
          </ac:spMkLst>
        </pc:spChg>
        <pc:spChg chg="add mod">
          <ac:chgData name="Gaspar Alfaro García" userId="b9682869-b526-4b6d-8301-b00acddeffaf" providerId="ADAL" clId="{9F16C0B6-1760-4BCA-8131-AB4CDB426109}" dt="2025-02-19T16:16:03.945" v="1453" actId="1076"/>
          <ac:spMkLst>
            <pc:docMk/>
            <pc:sldMk cId="2414250116" sldId="278"/>
            <ac:spMk id="12" creationId="{1656A5A4-11CC-7CAA-5731-46FBCF6C084F}"/>
          </ac:spMkLst>
        </pc:spChg>
        <pc:spChg chg="add mod">
          <ac:chgData name="Gaspar Alfaro García" userId="b9682869-b526-4b6d-8301-b00acddeffaf" providerId="ADAL" clId="{9F16C0B6-1760-4BCA-8131-AB4CDB426109}" dt="2025-02-19T16:16:03.945" v="1453" actId="1076"/>
          <ac:spMkLst>
            <pc:docMk/>
            <pc:sldMk cId="2414250116" sldId="278"/>
            <ac:spMk id="13" creationId="{FF27564B-0D67-B204-D906-73586D7A45AA}"/>
          </ac:spMkLst>
        </pc:spChg>
        <pc:spChg chg="add mod">
          <ac:chgData name="Gaspar Alfaro García" userId="b9682869-b526-4b6d-8301-b00acddeffaf" providerId="ADAL" clId="{9F16C0B6-1760-4BCA-8131-AB4CDB426109}" dt="2025-02-19T16:16:03.945" v="1453" actId="1076"/>
          <ac:spMkLst>
            <pc:docMk/>
            <pc:sldMk cId="2414250116" sldId="278"/>
            <ac:spMk id="14" creationId="{12BFD4D0-50A0-62C6-C3BF-A4B0C1E802EE}"/>
          </ac:spMkLst>
        </pc:spChg>
        <pc:picChg chg="add mod">
          <ac:chgData name="Gaspar Alfaro García" userId="b9682869-b526-4b6d-8301-b00acddeffaf" providerId="ADAL" clId="{9F16C0B6-1760-4BCA-8131-AB4CDB426109}" dt="2025-02-19T16:15:26.716" v="1449" actId="1076"/>
          <ac:picMkLst>
            <pc:docMk/>
            <pc:sldMk cId="2414250116" sldId="278"/>
            <ac:picMk id="16" creationId="{7CED3547-EF43-05A7-7BCE-13BD988D4710}"/>
          </ac:picMkLst>
        </pc:picChg>
        <pc:picChg chg="add mod">
          <ac:chgData name="Gaspar Alfaro García" userId="b9682869-b526-4b6d-8301-b00acddeffaf" providerId="ADAL" clId="{9F16C0B6-1760-4BCA-8131-AB4CDB426109}" dt="2025-02-19T16:16:03.945" v="1453" actId="1076"/>
          <ac:picMkLst>
            <pc:docMk/>
            <pc:sldMk cId="2414250116" sldId="278"/>
            <ac:picMk id="18" creationId="{B944D4CE-1830-80FE-F1C6-270A82226C7B}"/>
          </ac:picMkLst>
        </pc:picChg>
        <pc:picChg chg="add mod">
          <ac:chgData name="Gaspar Alfaro García" userId="b9682869-b526-4b6d-8301-b00acddeffaf" providerId="ADAL" clId="{9F16C0B6-1760-4BCA-8131-AB4CDB426109}" dt="2025-02-19T16:15:17.924" v="1447" actId="1076"/>
          <ac:picMkLst>
            <pc:docMk/>
            <pc:sldMk cId="2414250116" sldId="278"/>
            <ac:picMk id="20" creationId="{3DF6A238-7A36-B6EF-02E7-A10C2D730F53}"/>
          </ac:picMkLst>
        </pc:picChg>
        <pc:picChg chg="add mod">
          <ac:chgData name="Gaspar Alfaro García" userId="b9682869-b526-4b6d-8301-b00acddeffaf" providerId="ADAL" clId="{9F16C0B6-1760-4BCA-8131-AB4CDB426109}" dt="2025-02-19T16:15:17.924" v="1447" actId="1076"/>
          <ac:picMkLst>
            <pc:docMk/>
            <pc:sldMk cId="2414250116" sldId="278"/>
            <ac:picMk id="22" creationId="{878ECEF3-C7F9-C322-BB41-66259CE0C560}"/>
          </ac:picMkLst>
        </pc:picChg>
        <pc:picChg chg="add mod">
          <ac:chgData name="Gaspar Alfaro García" userId="b9682869-b526-4b6d-8301-b00acddeffaf" providerId="ADAL" clId="{9F16C0B6-1760-4BCA-8131-AB4CDB426109}" dt="2025-02-19T16:16:03.945" v="1453" actId="1076"/>
          <ac:picMkLst>
            <pc:docMk/>
            <pc:sldMk cId="2414250116" sldId="278"/>
            <ac:picMk id="24" creationId="{288C7AB0-13FC-CDF9-75C8-804971EFBF78}"/>
          </ac:picMkLst>
        </pc:picChg>
        <pc:picChg chg="add mod">
          <ac:chgData name="Gaspar Alfaro García" userId="b9682869-b526-4b6d-8301-b00acddeffaf" providerId="ADAL" clId="{9F16C0B6-1760-4BCA-8131-AB4CDB426109}" dt="2025-02-19T16:14:51.607" v="1443" actId="1076"/>
          <ac:picMkLst>
            <pc:docMk/>
            <pc:sldMk cId="2414250116" sldId="278"/>
            <ac:picMk id="26" creationId="{FDC07D17-B53B-BCD2-9738-FE55EF278AF4}"/>
          </ac:picMkLst>
        </pc:picChg>
        <pc:picChg chg="add mod">
          <ac:chgData name="Gaspar Alfaro García" userId="b9682869-b526-4b6d-8301-b00acddeffaf" providerId="ADAL" clId="{9F16C0B6-1760-4BCA-8131-AB4CDB426109}" dt="2025-02-19T16:14:48.640" v="1442" actId="1076"/>
          <ac:picMkLst>
            <pc:docMk/>
            <pc:sldMk cId="2414250116" sldId="278"/>
            <ac:picMk id="28" creationId="{CCE875A3-DBDE-1126-360C-CDDF4E984F98}"/>
          </ac:picMkLst>
        </pc:picChg>
        <pc:picChg chg="add mod">
          <ac:chgData name="Gaspar Alfaro García" userId="b9682869-b526-4b6d-8301-b00acddeffaf" providerId="ADAL" clId="{9F16C0B6-1760-4BCA-8131-AB4CDB426109}" dt="2025-02-19T16:14:46.695" v="1441" actId="1076"/>
          <ac:picMkLst>
            <pc:docMk/>
            <pc:sldMk cId="2414250116" sldId="278"/>
            <ac:picMk id="30" creationId="{1C7BB401-6D56-024F-18D5-061C0F7833AB}"/>
          </ac:picMkLst>
        </pc:picChg>
        <pc:picChg chg="add mod">
          <ac:chgData name="Gaspar Alfaro García" userId="b9682869-b526-4b6d-8301-b00acddeffaf" providerId="ADAL" clId="{9F16C0B6-1760-4BCA-8131-AB4CDB426109}" dt="2025-02-19T16:21:56.673" v="1459" actId="14100"/>
          <ac:picMkLst>
            <pc:docMk/>
            <pc:sldMk cId="2414250116" sldId="278"/>
            <ac:picMk id="32" creationId="{A6095D4F-B924-C555-40DA-5C66C8F42334}"/>
          </ac:picMkLst>
        </pc:picChg>
      </pc:sldChg>
      <pc:sldChg chg="addSp modSp mod">
        <pc:chgData name="Gaspar Alfaro García" userId="b9682869-b526-4b6d-8301-b00acddeffaf" providerId="ADAL" clId="{9F16C0B6-1760-4BCA-8131-AB4CDB426109}" dt="2025-02-19T16:36:49.841" v="1938" actId="115"/>
        <pc:sldMkLst>
          <pc:docMk/>
          <pc:sldMk cId="4011732783" sldId="279"/>
        </pc:sldMkLst>
        <pc:spChg chg="mod">
          <ac:chgData name="Gaspar Alfaro García" userId="b9682869-b526-4b6d-8301-b00acddeffaf" providerId="ADAL" clId="{9F16C0B6-1760-4BCA-8131-AB4CDB426109}" dt="2025-02-19T15:41:08.232" v="1197" actId="403"/>
          <ac:spMkLst>
            <pc:docMk/>
            <pc:sldMk cId="4011732783" sldId="279"/>
            <ac:spMk id="2" creationId="{7BAF9812-0E81-BD58-B3B5-61C385F5B012}"/>
          </ac:spMkLst>
        </pc:spChg>
        <pc:spChg chg="add mod">
          <ac:chgData name="Gaspar Alfaro García" userId="b9682869-b526-4b6d-8301-b00acddeffaf" providerId="ADAL" clId="{9F16C0B6-1760-4BCA-8131-AB4CDB426109}" dt="2025-02-19T16:36:49.841" v="1938" actId="115"/>
          <ac:spMkLst>
            <pc:docMk/>
            <pc:sldMk cId="4011732783" sldId="279"/>
            <ac:spMk id="6" creationId="{8563F3EE-729A-B74B-D5C5-313D18EB0651}"/>
          </ac:spMkLst>
        </pc:spChg>
        <pc:spChg chg="add mod">
          <ac:chgData name="Gaspar Alfaro García" userId="b9682869-b526-4b6d-8301-b00acddeffaf" providerId="ADAL" clId="{9F16C0B6-1760-4BCA-8131-AB4CDB426109}" dt="2025-02-19T16:36:08.151" v="1934" actId="1076"/>
          <ac:spMkLst>
            <pc:docMk/>
            <pc:sldMk cId="4011732783" sldId="279"/>
            <ac:spMk id="7" creationId="{55C9628B-BCE7-8BA6-0E72-C74C7F18D3B1}"/>
          </ac:spMkLst>
        </pc:spChg>
        <pc:spChg chg="add mod">
          <ac:chgData name="Gaspar Alfaro García" userId="b9682869-b526-4b6d-8301-b00acddeffaf" providerId="ADAL" clId="{9F16C0B6-1760-4BCA-8131-AB4CDB426109}" dt="2025-02-19T16:36:19.831" v="1935" actId="1076"/>
          <ac:spMkLst>
            <pc:docMk/>
            <pc:sldMk cId="4011732783" sldId="279"/>
            <ac:spMk id="8" creationId="{FB84446A-3EE6-5F5A-6172-427FC39044A7}"/>
          </ac:spMkLst>
        </pc:spChg>
        <pc:spChg chg="add mod">
          <ac:chgData name="Gaspar Alfaro García" userId="b9682869-b526-4b6d-8301-b00acddeffaf" providerId="ADAL" clId="{9F16C0B6-1760-4BCA-8131-AB4CDB426109}" dt="2025-02-19T16:36:24.894" v="1936" actId="1076"/>
          <ac:spMkLst>
            <pc:docMk/>
            <pc:sldMk cId="4011732783" sldId="279"/>
            <ac:spMk id="9" creationId="{BD6BC006-51E1-171D-3F22-49A589B35E1D}"/>
          </ac:spMkLst>
        </pc:spChg>
        <pc:picChg chg="add mod">
          <ac:chgData name="Gaspar Alfaro García" userId="b9682869-b526-4b6d-8301-b00acddeffaf" providerId="ADAL" clId="{9F16C0B6-1760-4BCA-8131-AB4CDB426109}" dt="2025-02-19T16:25:22.023" v="1479" actId="1076"/>
          <ac:picMkLst>
            <pc:docMk/>
            <pc:sldMk cId="4011732783" sldId="279"/>
            <ac:picMk id="5" creationId="{7FB9A730-90D8-A7E1-E61A-308CA2D2E8BB}"/>
          </ac:picMkLst>
        </pc:picChg>
      </pc:sldChg>
      <pc:sldChg chg="modSp del mod">
        <pc:chgData name="Gaspar Alfaro García" userId="b9682869-b526-4b6d-8301-b00acddeffaf" providerId="ADAL" clId="{9F16C0B6-1760-4BCA-8131-AB4CDB426109}" dt="2025-02-19T16:37:09.351" v="1939" actId="47"/>
        <pc:sldMkLst>
          <pc:docMk/>
          <pc:sldMk cId="1985436084" sldId="280"/>
        </pc:sldMkLst>
        <pc:spChg chg="mod">
          <ac:chgData name="Gaspar Alfaro García" userId="b9682869-b526-4b6d-8301-b00acddeffaf" providerId="ADAL" clId="{9F16C0B6-1760-4BCA-8131-AB4CDB426109}" dt="2025-02-18T17:49:08.608" v="85" actId="14100"/>
          <ac:spMkLst>
            <pc:docMk/>
            <pc:sldMk cId="1985436084" sldId="280"/>
            <ac:spMk id="2" creationId="{E16A88DD-8823-D7FC-C5C0-F536540B8B3A}"/>
          </ac:spMkLst>
        </pc:spChg>
      </pc:sldChg>
      <pc:sldChg chg="addSp delSp modSp mod modAnim">
        <pc:chgData name="Gaspar Alfaro García" userId="b9682869-b526-4b6d-8301-b00acddeffaf" providerId="ADAL" clId="{9F16C0B6-1760-4BCA-8131-AB4CDB426109}" dt="2025-02-19T17:18:53.168" v="2224"/>
        <pc:sldMkLst>
          <pc:docMk/>
          <pc:sldMk cId="3139110563" sldId="281"/>
        </pc:sldMkLst>
        <pc:spChg chg="mod">
          <ac:chgData name="Gaspar Alfaro García" userId="b9682869-b526-4b6d-8301-b00acddeffaf" providerId="ADAL" clId="{9F16C0B6-1760-4BCA-8131-AB4CDB426109}" dt="2025-02-19T16:53:58.496" v="2059" actId="14100"/>
          <ac:spMkLst>
            <pc:docMk/>
            <pc:sldMk cId="3139110563" sldId="281"/>
            <ac:spMk id="2" creationId="{B53D1766-F321-BC7A-7768-C43BCF6F8A03}"/>
          </ac:spMkLst>
        </pc:spChg>
        <pc:spChg chg="add mod">
          <ac:chgData name="Gaspar Alfaro García" userId="b9682869-b526-4b6d-8301-b00acddeffaf" providerId="ADAL" clId="{9F16C0B6-1760-4BCA-8131-AB4CDB426109}" dt="2025-02-19T16:50:20.514" v="2033" actId="1076"/>
          <ac:spMkLst>
            <pc:docMk/>
            <pc:sldMk cId="3139110563" sldId="281"/>
            <ac:spMk id="9" creationId="{1330C399-C72A-9DF2-3380-03F623DD835F}"/>
          </ac:spMkLst>
        </pc:spChg>
        <pc:spChg chg="add del">
          <ac:chgData name="Gaspar Alfaro García" userId="b9682869-b526-4b6d-8301-b00acddeffaf" providerId="ADAL" clId="{9F16C0B6-1760-4BCA-8131-AB4CDB426109}" dt="2025-02-19T16:41:45.006" v="1959" actId="22"/>
          <ac:spMkLst>
            <pc:docMk/>
            <pc:sldMk cId="3139110563" sldId="281"/>
            <ac:spMk id="11" creationId="{380924EC-6DD0-C8EA-749E-2C42B63F354F}"/>
          </ac:spMkLst>
        </pc:spChg>
        <pc:spChg chg="add mod">
          <ac:chgData name="Gaspar Alfaro García" userId="b9682869-b526-4b6d-8301-b00acddeffaf" providerId="ADAL" clId="{9F16C0B6-1760-4BCA-8131-AB4CDB426109}" dt="2025-02-19T16:44:08.472" v="1984" actId="1076"/>
          <ac:spMkLst>
            <pc:docMk/>
            <pc:sldMk cId="3139110563" sldId="281"/>
            <ac:spMk id="18" creationId="{E0663A59-3AAB-4B48-77BA-42FBB98FB6F4}"/>
          </ac:spMkLst>
        </pc:spChg>
        <pc:spChg chg="add mod">
          <ac:chgData name="Gaspar Alfaro García" userId="b9682869-b526-4b6d-8301-b00acddeffaf" providerId="ADAL" clId="{9F16C0B6-1760-4BCA-8131-AB4CDB426109}" dt="2025-02-19T16:44:06.614" v="1982" actId="1076"/>
          <ac:spMkLst>
            <pc:docMk/>
            <pc:sldMk cId="3139110563" sldId="281"/>
            <ac:spMk id="22" creationId="{4958A468-CE2D-B643-6101-5573984925CF}"/>
          </ac:spMkLst>
        </pc:spChg>
        <pc:spChg chg="add mod">
          <ac:chgData name="Gaspar Alfaro García" userId="b9682869-b526-4b6d-8301-b00acddeffaf" providerId="ADAL" clId="{9F16C0B6-1760-4BCA-8131-AB4CDB426109}" dt="2025-02-19T16:44:32.171" v="1990" actId="1076"/>
          <ac:spMkLst>
            <pc:docMk/>
            <pc:sldMk cId="3139110563" sldId="281"/>
            <ac:spMk id="23" creationId="{77B5BCA4-3CE7-C8A1-F41A-B2B5E4374905}"/>
          </ac:spMkLst>
        </pc:spChg>
        <pc:spChg chg="add mod">
          <ac:chgData name="Gaspar Alfaro García" userId="b9682869-b526-4b6d-8301-b00acddeffaf" providerId="ADAL" clId="{9F16C0B6-1760-4BCA-8131-AB4CDB426109}" dt="2025-02-19T16:50:20.774" v="2034" actId="1076"/>
          <ac:spMkLst>
            <pc:docMk/>
            <pc:sldMk cId="3139110563" sldId="281"/>
            <ac:spMk id="26" creationId="{3EEDF7B0-B38A-20AD-2106-A4740F80A57F}"/>
          </ac:spMkLst>
        </pc:spChg>
        <pc:spChg chg="add mod">
          <ac:chgData name="Gaspar Alfaro García" userId="b9682869-b526-4b6d-8301-b00acddeffaf" providerId="ADAL" clId="{9F16C0B6-1760-4BCA-8131-AB4CDB426109}" dt="2025-02-19T16:49:59.984" v="2030" actId="1076"/>
          <ac:spMkLst>
            <pc:docMk/>
            <pc:sldMk cId="3139110563" sldId="281"/>
            <ac:spMk id="30" creationId="{0EA2E83F-7AE3-CD58-A188-EE3A7FA84F93}"/>
          </ac:spMkLst>
        </pc:spChg>
        <pc:spChg chg="add mod">
          <ac:chgData name="Gaspar Alfaro García" userId="b9682869-b526-4b6d-8301-b00acddeffaf" providerId="ADAL" clId="{9F16C0B6-1760-4BCA-8131-AB4CDB426109}" dt="2025-02-19T16:49:59.984" v="2030" actId="1076"/>
          <ac:spMkLst>
            <pc:docMk/>
            <pc:sldMk cId="3139110563" sldId="281"/>
            <ac:spMk id="31" creationId="{7903A846-4304-8593-6588-4CFCB0FEC0DE}"/>
          </ac:spMkLst>
        </pc:spChg>
        <pc:spChg chg="add mod">
          <ac:chgData name="Gaspar Alfaro García" userId="b9682869-b526-4b6d-8301-b00acddeffaf" providerId="ADAL" clId="{9F16C0B6-1760-4BCA-8131-AB4CDB426109}" dt="2025-02-19T16:49:59.984" v="2030" actId="1076"/>
          <ac:spMkLst>
            <pc:docMk/>
            <pc:sldMk cId="3139110563" sldId="281"/>
            <ac:spMk id="34" creationId="{478C9214-A3DC-A45F-C442-D51EBC4D55FC}"/>
          </ac:spMkLst>
        </pc:spChg>
        <pc:spChg chg="add mod">
          <ac:chgData name="Gaspar Alfaro García" userId="b9682869-b526-4b6d-8301-b00acddeffaf" providerId="ADAL" clId="{9F16C0B6-1760-4BCA-8131-AB4CDB426109}" dt="2025-02-19T16:51:32.507" v="2038" actId="208"/>
          <ac:spMkLst>
            <pc:docMk/>
            <pc:sldMk cId="3139110563" sldId="281"/>
            <ac:spMk id="35" creationId="{5C8AB7C6-49C3-290E-2D90-A8B59EB1E099}"/>
          </ac:spMkLst>
        </pc:spChg>
        <pc:spChg chg="add mod">
          <ac:chgData name="Gaspar Alfaro García" userId="b9682869-b526-4b6d-8301-b00acddeffaf" providerId="ADAL" clId="{9F16C0B6-1760-4BCA-8131-AB4CDB426109}" dt="2025-02-19T16:52:09.477" v="2044" actId="14100"/>
          <ac:spMkLst>
            <pc:docMk/>
            <pc:sldMk cId="3139110563" sldId="281"/>
            <ac:spMk id="36" creationId="{3C588DDD-09EC-B35C-ED1A-B9696718B37D}"/>
          </ac:spMkLst>
        </pc:spChg>
        <pc:spChg chg="add mod">
          <ac:chgData name="Gaspar Alfaro García" userId="b9682869-b526-4b6d-8301-b00acddeffaf" providerId="ADAL" clId="{9F16C0B6-1760-4BCA-8131-AB4CDB426109}" dt="2025-02-19T17:17:16.178" v="2203" actId="1076"/>
          <ac:spMkLst>
            <pc:docMk/>
            <pc:sldMk cId="3139110563" sldId="281"/>
            <ac:spMk id="37" creationId="{9D98A965-23C0-89FB-FB04-189767932DCC}"/>
          </ac:spMkLst>
        </pc:spChg>
        <pc:spChg chg="add mod">
          <ac:chgData name="Gaspar Alfaro García" userId="b9682869-b526-4b6d-8301-b00acddeffaf" providerId="ADAL" clId="{9F16C0B6-1760-4BCA-8131-AB4CDB426109}" dt="2025-02-19T16:52:58.824" v="2050" actId="14100"/>
          <ac:spMkLst>
            <pc:docMk/>
            <pc:sldMk cId="3139110563" sldId="281"/>
            <ac:spMk id="38" creationId="{5A75C9AD-C0CF-5004-1C5C-0DAA93EE71A7}"/>
          </ac:spMkLst>
        </pc:spChg>
        <pc:picChg chg="add del mod">
          <ac:chgData name="Gaspar Alfaro García" userId="b9682869-b526-4b6d-8301-b00acddeffaf" providerId="ADAL" clId="{9F16C0B6-1760-4BCA-8131-AB4CDB426109}" dt="2025-02-19T16:39:49.367" v="1949" actId="478"/>
          <ac:picMkLst>
            <pc:docMk/>
            <pc:sldMk cId="3139110563" sldId="281"/>
            <ac:picMk id="5" creationId="{08339AFE-937E-5058-CDD2-47182B121C10}"/>
          </ac:picMkLst>
        </pc:picChg>
        <pc:picChg chg="add del mod">
          <ac:chgData name="Gaspar Alfaro García" userId="b9682869-b526-4b6d-8301-b00acddeffaf" providerId="ADAL" clId="{9F16C0B6-1760-4BCA-8131-AB4CDB426109}" dt="2025-02-19T16:41:42.138" v="1957" actId="478"/>
          <ac:picMkLst>
            <pc:docMk/>
            <pc:sldMk cId="3139110563" sldId="281"/>
            <ac:picMk id="7" creationId="{9C8A1945-965C-0FAF-96CB-5C8272D34DFE}"/>
          </ac:picMkLst>
        </pc:picChg>
        <pc:picChg chg="add mod">
          <ac:chgData name="Gaspar Alfaro García" userId="b9682869-b526-4b6d-8301-b00acddeffaf" providerId="ADAL" clId="{9F16C0B6-1760-4BCA-8131-AB4CDB426109}" dt="2025-02-19T16:41:58.041" v="1961" actId="1076"/>
          <ac:picMkLst>
            <pc:docMk/>
            <pc:sldMk cId="3139110563" sldId="281"/>
            <ac:picMk id="13" creationId="{9D28DAC7-7DB2-72D2-FCA2-5CC0E0D94B17}"/>
          </ac:picMkLst>
        </pc:picChg>
        <pc:picChg chg="add mod">
          <ac:chgData name="Gaspar Alfaro García" userId="b9682869-b526-4b6d-8301-b00acddeffaf" providerId="ADAL" clId="{9F16C0B6-1760-4BCA-8131-AB4CDB426109}" dt="2025-02-19T16:42:25.352" v="1963" actId="1076"/>
          <ac:picMkLst>
            <pc:docMk/>
            <pc:sldMk cId="3139110563" sldId="281"/>
            <ac:picMk id="15" creationId="{FBD34EA2-622E-DDEC-FBBC-822E9EBCFA11}"/>
          </ac:picMkLst>
        </pc:picChg>
        <pc:picChg chg="add mod">
          <ac:chgData name="Gaspar Alfaro García" userId="b9682869-b526-4b6d-8301-b00acddeffaf" providerId="ADAL" clId="{9F16C0B6-1760-4BCA-8131-AB4CDB426109}" dt="2025-02-19T16:42:46.005" v="1965" actId="1076"/>
          <ac:picMkLst>
            <pc:docMk/>
            <pc:sldMk cId="3139110563" sldId="281"/>
            <ac:picMk id="17" creationId="{98368D61-59FB-5FA1-B2EB-01C261991525}"/>
          </ac:picMkLst>
        </pc:picChg>
        <pc:picChg chg="add mod">
          <ac:chgData name="Gaspar Alfaro García" userId="b9682869-b526-4b6d-8301-b00acddeffaf" providerId="ADAL" clId="{9F16C0B6-1760-4BCA-8131-AB4CDB426109}" dt="2025-02-19T16:45:05.147" v="1992" actId="1076"/>
          <ac:picMkLst>
            <pc:docMk/>
            <pc:sldMk cId="3139110563" sldId="281"/>
            <ac:picMk id="25" creationId="{72E0740A-733A-0EE3-ED9C-1C840E51F4E0}"/>
          </ac:picMkLst>
        </pc:picChg>
        <pc:picChg chg="add mod">
          <ac:chgData name="Gaspar Alfaro García" userId="b9682869-b526-4b6d-8301-b00acddeffaf" providerId="ADAL" clId="{9F16C0B6-1760-4BCA-8131-AB4CDB426109}" dt="2025-02-19T16:46:05.428" v="2001" actId="1076"/>
          <ac:picMkLst>
            <pc:docMk/>
            <pc:sldMk cId="3139110563" sldId="281"/>
            <ac:picMk id="28" creationId="{CF29ADA3-973E-38D7-E5E4-72FC54F0FDCC}"/>
          </ac:picMkLst>
        </pc:picChg>
        <pc:picChg chg="add mod">
          <ac:chgData name="Gaspar Alfaro García" userId="b9682869-b526-4b6d-8301-b00acddeffaf" providerId="ADAL" clId="{9F16C0B6-1760-4BCA-8131-AB4CDB426109}" dt="2025-02-19T16:49:32.994" v="2023" actId="1076"/>
          <ac:picMkLst>
            <pc:docMk/>
            <pc:sldMk cId="3139110563" sldId="281"/>
            <ac:picMk id="33" creationId="{426A9471-940A-44A5-5953-3D33D00E0936}"/>
          </ac:picMkLst>
        </pc:picChg>
        <pc:cxnChg chg="add mod">
          <ac:chgData name="Gaspar Alfaro García" userId="b9682869-b526-4b6d-8301-b00acddeffaf" providerId="ADAL" clId="{9F16C0B6-1760-4BCA-8131-AB4CDB426109}" dt="2025-02-19T16:43:48.151" v="1975" actId="1076"/>
          <ac:cxnSpMkLst>
            <pc:docMk/>
            <pc:sldMk cId="3139110563" sldId="281"/>
            <ac:cxnSpMk id="19" creationId="{F85079A2-8B29-9A4A-4AD3-641A1342AE54}"/>
          </ac:cxnSpMkLst>
        </pc:cxnChg>
        <pc:cxnChg chg="add mod">
          <ac:chgData name="Gaspar Alfaro García" userId="b9682869-b526-4b6d-8301-b00acddeffaf" providerId="ADAL" clId="{9F16C0B6-1760-4BCA-8131-AB4CDB426109}" dt="2025-02-19T16:49:59.984" v="2030" actId="1076"/>
          <ac:cxnSpMkLst>
            <pc:docMk/>
            <pc:sldMk cId="3139110563" sldId="281"/>
            <ac:cxnSpMk id="29" creationId="{D2DB309B-3CC7-12FD-C86C-06BC849BE4EF}"/>
          </ac:cxnSpMkLst>
        </pc:cxnChg>
      </pc:sldChg>
      <pc:sldChg chg="modSp mod">
        <pc:chgData name="Gaspar Alfaro García" userId="b9682869-b526-4b6d-8301-b00acddeffaf" providerId="ADAL" clId="{9F16C0B6-1760-4BCA-8131-AB4CDB426109}" dt="2025-02-18T17:48:34.853" v="79" actId="14100"/>
        <pc:sldMkLst>
          <pc:docMk/>
          <pc:sldMk cId="3787584783" sldId="282"/>
        </pc:sldMkLst>
        <pc:spChg chg="mod">
          <ac:chgData name="Gaspar Alfaro García" userId="b9682869-b526-4b6d-8301-b00acddeffaf" providerId="ADAL" clId="{9F16C0B6-1760-4BCA-8131-AB4CDB426109}" dt="2025-02-18T17:48:34.853" v="79" actId="14100"/>
          <ac:spMkLst>
            <pc:docMk/>
            <pc:sldMk cId="3787584783" sldId="282"/>
            <ac:spMk id="2" creationId="{B35C75B0-7B40-B48A-77F4-0CDE631AEC98}"/>
          </ac:spMkLst>
        </pc:spChg>
      </pc:sldChg>
      <pc:sldChg chg="modSp mod">
        <pc:chgData name="Gaspar Alfaro García" userId="b9682869-b526-4b6d-8301-b00acddeffaf" providerId="ADAL" clId="{9F16C0B6-1760-4BCA-8131-AB4CDB426109}" dt="2025-02-18T17:48:24.921" v="77" actId="14100"/>
        <pc:sldMkLst>
          <pc:docMk/>
          <pc:sldMk cId="524273588" sldId="283"/>
        </pc:sldMkLst>
        <pc:spChg chg="mod">
          <ac:chgData name="Gaspar Alfaro García" userId="b9682869-b526-4b6d-8301-b00acddeffaf" providerId="ADAL" clId="{9F16C0B6-1760-4BCA-8131-AB4CDB426109}" dt="2025-02-18T17:48:24.921" v="77" actId="14100"/>
          <ac:spMkLst>
            <pc:docMk/>
            <pc:sldMk cId="524273588" sldId="283"/>
            <ac:spMk id="2" creationId="{71ECC673-F159-5D89-1C35-BD7570F2614F}"/>
          </ac:spMkLst>
        </pc:spChg>
      </pc:sldChg>
      <pc:sldChg chg="modSp mod">
        <pc:chgData name="Gaspar Alfaro García" userId="b9682869-b526-4b6d-8301-b00acddeffaf" providerId="ADAL" clId="{9F16C0B6-1760-4BCA-8131-AB4CDB426109}" dt="2025-02-18T17:48:16.259" v="75" actId="14100"/>
        <pc:sldMkLst>
          <pc:docMk/>
          <pc:sldMk cId="342697199" sldId="284"/>
        </pc:sldMkLst>
        <pc:spChg chg="mod">
          <ac:chgData name="Gaspar Alfaro García" userId="b9682869-b526-4b6d-8301-b00acddeffaf" providerId="ADAL" clId="{9F16C0B6-1760-4BCA-8131-AB4CDB426109}" dt="2025-02-18T17:48:16.259" v="75" actId="14100"/>
          <ac:spMkLst>
            <pc:docMk/>
            <pc:sldMk cId="342697199" sldId="284"/>
            <ac:spMk id="2" creationId="{02431D93-4B67-1076-B505-C1EEC7DBEBCA}"/>
          </ac:spMkLst>
        </pc:spChg>
      </pc:sldChg>
      <pc:sldChg chg="modSp mod">
        <pc:chgData name="Gaspar Alfaro García" userId="b9682869-b526-4b6d-8301-b00acddeffaf" providerId="ADAL" clId="{9F16C0B6-1760-4BCA-8131-AB4CDB426109}" dt="2025-02-18T17:48:09.198" v="73" actId="14100"/>
        <pc:sldMkLst>
          <pc:docMk/>
          <pc:sldMk cId="196771031" sldId="285"/>
        </pc:sldMkLst>
        <pc:spChg chg="mod">
          <ac:chgData name="Gaspar Alfaro García" userId="b9682869-b526-4b6d-8301-b00acddeffaf" providerId="ADAL" clId="{9F16C0B6-1760-4BCA-8131-AB4CDB426109}" dt="2025-02-18T17:48:09.198" v="73" actId="14100"/>
          <ac:spMkLst>
            <pc:docMk/>
            <pc:sldMk cId="196771031" sldId="285"/>
            <ac:spMk id="2" creationId="{B9B16F9C-8728-0DB4-A00E-CAFB2827993A}"/>
          </ac:spMkLst>
        </pc:spChg>
      </pc:sldChg>
      <pc:sldChg chg="modSp mod">
        <pc:chgData name="Gaspar Alfaro García" userId="b9682869-b526-4b6d-8301-b00acddeffaf" providerId="ADAL" clId="{9F16C0B6-1760-4BCA-8131-AB4CDB426109}" dt="2025-02-19T15:42:50.382" v="1206" actId="403"/>
        <pc:sldMkLst>
          <pc:docMk/>
          <pc:sldMk cId="4005934160" sldId="286"/>
        </pc:sldMkLst>
        <pc:spChg chg="mod">
          <ac:chgData name="Gaspar Alfaro García" userId="b9682869-b526-4b6d-8301-b00acddeffaf" providerId="ADAL" clId="{9F16C0B6-1760-4BCA-8131-AB4CDB426109}" dt="2025-02-19T15:42:50.382" v="1206" actId="403"/>
          <ac:spMkLst>
            <pc:docMk/>
            <pc:sldMk cId="4005934160" sldId="286"/>
            <ac:spMk id="2" creationId="{EB85019A-A8E3-ADE7-E150-4E89D40028A2}"/>
          </ac:spMkLst>
        </pc:spChg>
      </pc:sldChg>
      <pc:sldChg chg="modSp mod">
        <pc:chgData name="Gaspar Alfaro García" userId="b9682869-b526-4b6d-8301-b00acddeffaf" providerId="ADAL" clId="{9F16C0B6-1760-4BCA-8131-AB4CDB426109}" dt="2025-02-19T15:42:54.887" v="1208" actId="403"/>
        <pc:sldMkLst>
          <pc:docMk/>
          <pc:sldMk cId="4246178381" sldId="287"/>
        </pc:sldMkLst>
        <pc:spChg chg="mod">
          <ac:chgData name="Gaspar Alfaro García" userId="b9682869-b526-4b6d-8301-b00acddeffaf" providerId="ADAL" clId="{9F16C0B6-1760-4BCA-8131-AB4CDB426109}" dt="2025-02-19T15:42:54.887" v="1208" actId="403"/>
          <ac:spMkLst>
            <pc:docMk/>
            <pc:sldMk cId="4246178381" sldId="287"/>
            <ac:spMk id="2" creationId="{A72FB096-B259-2ECF-06D6-FABFC1500524}"/>
          </ac:spMkLst>
        </pc:spChg>
      </pc:sldChg>
      <pc:sldChg chg="modSp mod">
        <pc:chgData name="Gaspar Alfaro García" userId="b9682869-b526-4b6d-8301-b00acddeffaf" providerId="ADAL" clId="{9F16C0B6-1760-4BCA-8131-AB4CDB426109}" dt="2025-02-19T15:43:03.557" v="1211" actId="14100"/>
        <pc:sldMkLst>
          <pc:docMk/>
          <pc:sldMk cId="3691565165" sldId="288"/>
        </pc:sldMkLst>
        <pc:spChg chg="mod">
          <ac:chgData name="Gaspar Alfaro García" userId="b9682869-b526-4b6d-8301-b00acddeffaf" providerId="ADAL" clId="{9F16C0B6-1760-4BCA-8131-AB4CDB426109}" dt="2025-02-19T15:43:03.557" v="1211" actId="14100"/>
          <ac:spMkLst>
            <pc:docMk/>
            <pc:sldMk cId="3691565165" sldId="288"/>
            <ac:spMk id="2" creationId="{C2AC1B47-F56C-2BCD-D503-81E29EE35804}"/>
          </ac:spMkLst>
        </pc:spChg>
      </pc:sldChg>
      <pc:sldChg chg="addSp modSp add del mod">
        <pc:chgData name="Gaspar Alfaro García" userId="b9682869-b526-4b6d-8301-b00acddeffaf" providerId="ADAL" clId="{9F16C0B6-1760-4BCA-8131-AB4CDB426109}" dt="2025-02-19T19:22:26.969" v="2666" actId="20577"/>
        <pc:sldMkLst>
          <pc:docMk/>
          <pc:sldMk cId="3845432740" sldId="289"/>
        </pc:sldMkLst>
        <pc:spChg chg="mod">
          <ac:chgData name="Gaspar Alfaro García" userId="b9682869-b526-4b6d-8301-b00acddeffaf" providerId="ADAL" clId="{9F16C0B6-1760-4BCA-8131-AB4CDB426109}" dt="2025-02-19T19:20:39.021" v="2589" actId="1076"/>
          <ac:spMkLst>
            <pc:docMk/>
            <pc:sldMk cId="3845432740" sldId="289"/>
            <ac:spMk id="2" creationId="{A55AE8B1-607A-F6DA-BDE4-3EA0809FB5A1}"/>
          </ac:spMkLst>
        </pc:spChg>
        <pc:spChg chg="add mod">
          <ac:chgData name="Gaspar Alfaro García" userId="b9682869-b526-4b6d-8301-b00acddeffaf" providerId="ADAL" clId="{9F16C0B6-1760-4BCA-8131-AB4CDB426109}" dt="2025-02-19T19:20:44.906" v="2590" actId="1076"/>
          <ac:spMkLst>
            <pc:docMk/>
            <pc:sldMk cId="3845432740" sldId="289"/>
            <ac:spMk id="3" creationId="{DF5954BC-FD8B-F74F-10A6-CCF90FF94E55}"/>
          </ac:spMkLst>
        </pc:spChg>
        <pc:spChg chg="add mod">
          <ac:chgData name="Gaspar Alfaro García" userId="b9682869-b526-4b6d-8301-b00acddeffaf" providerId="ADAL" clId="{9F16C0B6-1760-4BCA-8131-AB4CDB426109}" dt="2025-02-19T19:20:44.906" v="2590" actId="1076"/>
          <ac:spMkLst>
            <pc:docMk/>
            <pc:sldMk cId="3845432740" sldId="289"/>
            <ac:spMk id="5" creationId="{62F5ECED-CEEC-531A-1751-67B41069014D}"/>
          </ac:spMkLst>
        </pc:spChg>
        <pc:spChg chg="add mod">
          <ac:chgData name="Gaspar Alfaro García" userId="b9682869-b526-4b6d-8301-b00acddeffaf" providerId="ADAL" clId="{9F16C0B6-1760-4BCA-8131-AB4CDB426109}" dt="2025-02-19T19:19:14.239" v="2574" actId="207"/>
          <ac:spMkLst>
            <pc:docMk/>
            <pc:sldMk cId="3845432740" sldId="289"/>
            <ac:spMk id="6" creationId="{B518DD7C-02C2-ADE2-C1C6-75386BCF6448}"/>
          </ac:spMkLst>
        </pc:spChg>
        <pc:spChg chg="add mod">
          <ac:chgData name="Gaspar Alfaro García" userId="b9682869-b526-4b6d-8301-b00acddeffaf" providerId="ADAL" clId="{9F16C0B6-1760-4BCA-8131-AB4CDB426109}" dt="2025-02-19T19:22:26.969" v="2666" actId="20577"/>
          <ac:spMkLst>
            <pc:docMk/>
            <pc:sldMk cId="3845432740" sldId="289"/>
            <ac:spMk id="7" creationId="{1437960A-AEB4-92F6-09AB-63798C779C5C}"/>
          </ac:spMkLst>
        </pc:spChg>
        <pc:spChg chg="add mod">
          <ac:chgData name="Gaspar Alfaro García" userId="b9682869-b526-4b6d-8301-b00acddeffaf" providerId="ADAL" clId="{9F16C0B6-1760-4BCA-8131-AB4CDB426109}" dt="2025-02-19T19:20:44.906" v="2590" actId="1076"/>
          <ac:spMkLst>
            <pc:docMk/>
            <pc:sldMk cId="3845432740" sldId="289"/>
            <ac:spMk id="8" creationId="{72BBF885-CB79-BE0F-AC6E-9C01364C607D}"/>
          </ac:spMkLst>
        </pc:spChg>
        <pc:spChg chg="add mod">
          <ac:chgData name="Gaspar Alfaro García" userId="b9682869-b526-4b6d-8301-b00acddeffaf" providerId="ADAL" clId="{9F16C0B6-1760-4BCA-8131-AB4CDB426109}" dt="2025-02-19T19:20:44.906" v="2590" actId="1076"/>
          <ac:spMkLst>
            <pc:docMk/>
            <pc:sldMk cId="3845432740" sldId="289"/>
            <ac:spMk id="10" creationId="{211C0DD7-D7C3-9601-1CEB-51A6A679B086}"/>
          </ac:spMkLst>
        </pc:spChg>
        <pc:spChg chg="add mod">
          <ac:chgData name="Gaspar Alfaro García" userId="b9682869-b526-4b6d-8301-b00acddeffaf" providerId="ADAL" clId="{9F16C0B6-1760-4BCA-8131-AB4CDB426109}" dt="2025-02-19T19:20:44.906" v="2590" actId="1076"/>
          <ac:spMkLst>
            <pc:docMk/>
            <pc:sldMk cId="3845432740" sldId="289"/>
            <ac:spMk id="11" creationId="{48A748B8-0C27-0E8D-E871-EBFD94561951}"/>
          </ac:spMkLst>
        </pc:spChg>
        <pc:spChg chg="add mod">
          <ac:chgData name="Gaspar Alfaro García" userId="b9682869-b526-4b6d-8301-b00acddeffaf" providerId="ADAL" clId="{9F16C0B6-1760-4BCA-8131-AB4CDB426109}" dt="2025-02-19T19:20:44.906" v="2590" actId="1076"/>
          <ac:spMkLst>
            <pc:docMk/>
            <pc:sldMk cId="3845432740" sldId="289"/>
            <ac:spMk id="12" creationId="{419A2855-A8BF-85D2-4366-B59CA07CA47A}"/>
          </ac:spMkLst>
        </pc:spChg>
        <pc:spChg chg="add mod">
          <ac:chgData name="Gaspar Alfaro García" userId="b9682869-b526-4b6d-8301-b00acddeffaf" providerId="ADAL" clId="{9F16C0B6-1760-4BCA-8131-AB4CDB426109}" dt="2025-02-19T19:15:31.533" v="2453"/>
          <ac:spMkLst>
            <pc:docMk/>
            <pc:sldMk cId="3845432740" sldId="289"/>
            <ac:spMk id="13" creationId="{62ACE95E-DC17-C32F-8927-679B36726DDA}"/>
          </ac:spMkLst>
        </pc:spChg>
        <pc:spChg chg="add mod">
          <ac:chgData name="Gaspar Alfaro García" userId="b9682869-b526-4b6d-8301-b00acddeffaf" providerId="ADAL" clId="{9F16C0B6-1760-4BCA-8131-AB4CDB426109}" dt="2025-02-19T19:15:31.533" v="2453"/>
          <ac:spMkLst>
            <pc:docMk/>
            <pc:sldMk cId="3845432740" sldId="289"/>
            <ac:spMk id="14" creationId="{7EE2CE08-DB6C-D037-3D59-48B8BB49EE50}"/>
          </ac:spMkLst>
        </pc:spChg>
        <pc:spChg chg="add mod">
          <ac:chgData name="Gaspar Alfaro García" userId="b9682869-b526-4b6d-8301-b00acddeffaf" providerId="ADAL" clId="{9F16C0B6-1760-4BCA-8131-AB4CDB426109}" dt="2025-02-19T19:20:44.906" v="2590" actId="1076"/>
          <ac:spMkLst>
            <pc:docMk/>
            <pc:sldMk cId="3845432740" sldId="289"/>
            <ac:spMk id="15" creationId="{A9493EC3-776D-74F4-1DA1-9EC85E58C1DE}"/>
          </ac:spMkLst>
        </pc:spChg>
        <pc:spChg chg="add mod">
          <ac:chgData name="Gaspar Alfaro García" userId="b9682869-b526-4b6d-8301-b00acddeffaf" providerId="ADAL" clId="{9F16C0B6-1760-4BCA-8131-AB4CDB426109}" dt="2025-02-19T19:20:44.906" v="2590" actId="1076"/>
          <ac:spMkLst>
            <pc:docMk/>
            <pc:sldMk cId="3845432740" sldId="289"/>
            <ac:spMk id="16" creationId="{FF104609-C724-CBBA-F852-658D7BF74D6B}"/>
          </ac:spMkLst>
        </pc:spChg>
        <pc:spChg chg="add mod">
          <ac:chgData name="Gaspar Alfaro García" userId="b9682869-b526-4b6d-8301-b00acddeffaf" providerId="ADAL" clId="{9F16C0B6-1760-4BCA-8131-AB4CDB426109}" dt="2025-02-19T19:20:44.906" v="2590" actId="1076"/>
          <ac:spMkLst>
            <pc:docMk/>
            <pc:sldMk cId="3845432740" sldId="289"/>
            <ac:spMk id="17" creationId="{3A1ECC79-387B-7E61-356F-3F86C9AD9D85}"/>
          </ac:spMkLst>
        </pc:spChg>
        <pc:spChg chg="add mod">
          <ac:chgData name="Gaspar Alfaro García" userId="b9682869-b526-4b6d-8301-b00acddeffaf" providerId="ADAL" clId="{9F16C0B6-1760-4BCA-8131-AB4CDB426109}" dt="2025-02-19T19:21:27.103" v="2657" actId="14100"/>
          <ac:spMkLst>
            <pc:docMk/>
            <pc:sldMk cId="3845432740" sldId="289"/>
            <ac:spMk id="18" creationId="{6E321DF5-6ABB-8045-40B6-DFAC1F9A7E2C}"/>
          </ac:spMkLst>
        </pc:spChg>
      </pc:sldChg>
      <pc:sldChg chg="addSp delSp modSp mod">
        <pc:chgData name="Gaspar Alfaro García" userId="b9682869-b526-4b6d-8301-b00acddeffaf" providerId="ADAL" clId="{9F16C0B6-1760-4BCA-8131-AB4CDB426109}" dt="2025-02-19T19:32:08.593" v="2730" actId="1076"/>
        <pc:sldMkLst>
          <pc:docMk/>
          <pc:sldMk cId="799153369" sldId="290"/>
        </pc:sldMkLst>
        <pc:spChg chg="mod">
          <ac:chgData name="Gaspar Alfaro García" userId="b9682869-b526-4b6d-8301-b00acddeffaf" providerId="ADAL" clId="{9F16C0B6-1760-4BCA-8131-AB4CDB426109}" dt="2025-02-18T17:47:14.741" v="61" actId="14100"/>
          <ac:spMkLst>
            <pc:docMk/>
            <pc:sldMk cId="799153369" sldId="290"/>
            <ac:spMk id="2" creationId="{D65C210E-F82B-2AEE-AFD7-BB4FAAFDAE41}"/>
          </ac:spMkLst>
        </pc:spChg>
        <pc:spChg chg="mod">
          <ac:chgData name="Gaspar Alfaro García" userId="b9682869-b526-4b6d-8301-b00acddeffaf" providerId="ADAL" clId="{9F16C0B6-1760-4BCA-8131-AB4CDB426109}" dt="2025-02-19T19:31:41.574" v="2725" actId="1076"/>
          <ac:spMkLst>
            <pc:docMk/>
            <pc:sldMk cId="799153369" sldId="290"/>
            <ac:spMk id="4" creationId="{DE49E4BF-EE0D-77ED-CF70-39BB9E0E81E8}"/>
          </ac:spMkLst>
        </pc:spChg>
        <pc:spChg chg="add mod">
          <ac:chgData name="Gaspar Alfaro García" userId="b9682869-b526-4b6d-8301-b00acddeffaf" providerId="ADAL" clId="{9F16C0B6-1760-4BCA-8131-AB4CDB426109}" dt="2025-02-19T19:32:08.593" v="2730" actId="1076"/>
          <ac:spMkLst>
            <pc:docMk/>
            <pc:sldMk cId="799153369" sldId="290"/>
            <ac:spMk id="13" creationId="{BF9A2E2B-A833-16F1-B0B9-038B10A4950A}"/>
          </ac:spMkLst>
        </pc:spChg>
        <pc:picChg chg="add del mod">
          <ac:chgData name="Gaspar Alfaro García" userId="b9682869-b526-4b6d-8301-b00acddeffaf" providerId="ADAL" clId="{9F16C0B6-1760-4BCA-8131-AB4CDB426109}" dt="2025-02-19T19:09:26.679" v="2266"/>
          <ac:picMkLst>
            <pc:docMk/>
            <pc:sldMk cId="799153369" sldId="290"/>
            <ac:picMk id="5" creationId="{937C0644-247B-DF2A-AD33-3002439A4F72}"/>
          </ac:picMkLst>
        </pc:picChg>
        <pc:picChg chg="add mod">
          <ac:chgData name="Gaspar Alfaro García" userId="b9682869-b526-4b6d-8301-b00acddeffaf" providerId="ADAL" clId="{9F16C0B6-1760-4BCA-8131-AB4CDB426109}" dt="2025-02-19T19:09:24.999" v="2262"/>
          <ac:picMkLst>
            <pc:docMk/>
            <pc:sldMk cId="799153369" sldId="290"/>
            <ac:picMk id="7" creationId="{11870D37-498A-CCEA-5AFC-7422C1D4FAA9}"/>
          </ac:picMkLst>
        </pc:picChg>
        <pc:picChg chg="add mod">
          <ac:chgData name="Gaspar Alfaro García" userId="b9682869-b526-4b6d-8301-b00acddeffaf" providerId="ADAL" clId="{9F16C0B6-1760-4BCA-8131-AB4CDB426109}" dt="2025-02-19T19:28:14.476" v="2694" actId="1076"/>
          <ac:picMkLst>
            <pc:docMk/>
            <pc:sldMk cId="799153369" sldId="290"/>
            <ac:picMk id="9" creationId="{8565D8AE-DA7C-7997-7C76-890A9C6F11EA}"/>
          </ac:picMkLst>
        </pc:picChg>
        <pc:picChg chg="add mod">
          <ac:chgData name="Gaspar Alfaro García" userId="b9682869-b526-4b6d-8301-b00acddeffaf" providerId="ADAL" clId="{9F16C0B6-1760-4BCA-8131-AB4CDB426109}" dt="2025-02-19T19:32:08.593" v="2730" actId="1076"/>
          <ac:picMkLst>
            <pc:docMk/>
            <pc:sldMk cId="799153369" sldId="290"/>
            <ac:picMk id="11" creationId="{EA81E040-DECF-AF52-F8D2-31A5178DF602}"/>
          </ac:picMkLst>
        </pc:picChg>
        <pc:picChg chg="add del mod">
          <ac:chgData name="Gaspar Alfaro García" userId="b9682869-b526-4b6d-8301-b00acddeffaf" providerId="ADAL" clId="{9F16C0B6-1760-4BCA-8131-AB4CDB426109}" dt="2025-02-19T19:31:21.272" v="2722" actId="478"/>
          <ac:picMkLst>
            <pc:docMk/>
            <pc:sldMk cId="799153369" sldId="290"/>
            <ac:picMk id="12" creationId="{DBBCFFBD-9398-7457-50CB-958CD33A4410}"/>
          </ac:picMkLst>
        </pc:picChg>
      </pc:sldChg>
      <pc:sldChg chg="addSp modSp mod">
        <pc:chgData name="Gaspar Alfaro García" userId="b9682869-b526-4b6d-8301-b00acddeffaf" providerId="ADAL" clId="{9F16C0B6-1760-4BCA-8131-AB4CDB426109}" dt="2025-02-19T19:26:16.694" v="2693" actId="1076"/>
        <pc:sldMkLst>
          <pc:docMk/>
          <pc:sldMk cId="95646963" sldId="291"/>
        </pc:sldMkLst>
        <pc:spChg chg="mod">
          <ac:chgData name="Gaspar Alfaro García" userId="b9682869-b526-4b6d-8301-b00acddeffaf" providerId="ADAL" clId="{9F16C0B6-1760-4BCA-8131-AB4CDB426109}" dt="2025-02-18T17:47:04.253" v="59" actId="2711"/>
          <ac:spMkLst>
            <pc:docMk/>
            <pc:sldMk cId="95646963" sldId="291"/>
            <ac:spMk id="2" creationId="{7AF645D3-C1E9-D0F1-41F1-1428021D51BB}"/>
          </ac:spMkLst>
        </pc:spChg>
        <pc:spChg chg="ord">
          <ac:chgData name="Gaspar Alfaro García" userId="b9682869-b526-4b6d-8301-b00acddeffaf" providerId="ADAL" clId="{9F16C0B6-1760-4BCA-8131-AB4CDB426109}" dt="2025-02-19T19:26:07.787" v="2692" actId="166"/>
          <ac:spMkLst>
            <pc:docMk/>
            <pc:sldMk cId="95646963" sldId="291"/>
            <ac:spMk id="4" creationId="{8A735ADB-7EF2-389E-6C1B-D77C02D7CEC8}"/>
          </ac:spMkLst>
        </pc:spChg>
        <pc:picChg chg="add mod">
          <ac:chgData name="Gaspar Alfaro García" userId="b9682869-b526-4b6d-8301-b00acddeffaf" providerId="ADAL" clId="{9F16C0B6-1760-4BCA-8131-AB4CDB426109}" dt="2025-02-19T19:26:16.694" v="2693" actId="1076"/>
          <ac:picMkLst>
            <pc:docMk/>
            <pc:sldMk cId="95646963" sldId="291"/>
            <ac:picMk id="5" creationId="{1CD02853-839A-397C-E9CC-6BA6892EBC29}"/>
          </ac:picMkLst>
        </pc:picChg>
      </pc:sldChg>
      <pc:sldChg chg="addSp delSp modSp mod">
        <pc:chgData name="Gaspar Alfaro García" userId="b9682869-b526-4b6d-8301-b00acddeffaf" providerId="ADAL" clId="{9F16C0B6-1760-4BCA-8131-AB4CDB426109}" dt="2025-02-19T19:37:55.325" v="2835" actId="207"/>
        <pc:sldMkLst>
          <pc:docMk/>
          <pc:sldMk cId="1132360792" sldId="292"/>
        </pc:sldMkLst>
        <pc:spChg chg="mod">
          <ac:chgData name="Gaspar Alfaro García" userId="b9682869-b526-4b6d-8301-b00acddeffaf" providerId="ADAL" clId="{9F16C0B6-1760-4BCA-8131-AB4CDB426109}" dt="2025-02-18T17:46:44.405" v="57" actId="113"/>
          <ac:spMkLst>
            <pc:docMk/>
            <pc:sldMk cId="1132360792" sldId="292"/>
            <ac:spMk id="2" creationId="{79352C1E-C1CA-89CE-44DE-158595782FEA}"/>
          </ac:spMkLst>
        </pc:spChg>
        <pc:spChg chg="add mod">
          <ac:chgData name="Gaspar Alfaro García" userId="b9682869-b526-4b6d-8301-b00acddeffaf" providerId="ADAL" clId="{9F16C0B6-1760-4BCA-8131-AB4CDB426109}" dt="2025-02-19T19:37:55.325" v="2835" actId="207"/>
          <ac:spMkLst>
            <pc:docMk/>
            <pc:sldMk cId="1132360792" sldId="292"/>
            <ac:spMk id="15" creationId="{73E39DB7-C164-EB92-0298-E3B9DD37ECEC}"/>
          </ac:spMkLst>
        </pc:spChg>
        <pc:picChg chg="add mod">
          <ac:chgData name="Gaspar Alfaro García" userId="b9682869-b526-4b6d-8301-b00acddeffaf" providerId="ADAL" clId="{9F16C0B6-1760-4BCA-8131-AB4CDB426109}" dt="2025-02-19T19:33:03.738" v="2734" actId="1076"/>
          <ac:picMkLst>
            <pc:docMk/>
            <pc:sldMk cId="1132360792" sldId="292"/>
            <ac:picMk id="5" creationId="{C6214DDB-FDBC-8F84-65CC-E03E95B1A97E}"/>
          </ac:picMkLst>
        </pc:picChg>
        <pc:picChg chg="add del mod">
          <ac:chgData name="Gaspar Alfaro García" userId="b9682869-b526-4b6d-8301-b00acddeffaf" providerId="ADAL" clId="{9F16C0B6-1760-4BCA-8131-AB4CDB426109}" dt="2025-02-19T19:33:51.984" v="2740" actId="478"/>
          <ac:picMkLst>
            <pc:docMk/>
            <pc:sldMk cId="1132360792" sldId="292"/>
            <ac:picMk id="7" creationId="{2AF93492-125E-1CAF-FFFC-D3EAD9DE4578}"/>
          </ac:picMkLst>
        </pc:picChg>
        <pc:picChg chg="add mod">
          <ac:chgData name="Gaspar Alfaro García" userId="b9682869-b526-4b6d-8301-b00acddeffaf" providerId="ADAL" clId="{9F16C0B6-1760-4BCA-8131-AB4CDB426109}" dt="2025-02-19T19:35:03.695" v="2747" actId="1076"/>
          <ac:picMkLst>
            <pc:docMk/>
            <pc:sldMk cId="1132360792" sldId="292"/>
            <ac:picMk id="9" creationId="{8AF7D4AD-C299-89D1-79E9-4FBEFC12C9A8}"/>
          </ac:picMkLst>
        </pc:picChg>
        <pc:picChg chg="add mod">
          <ac:chgData name="Gaspar Alfaro García" userId="b9682869-b526-4b6d-8301-b00acddeffaf" providerId="ADAL" clId="{9F16C0B6-1760-4BCA-8131-AB4CDB426109}" dt="2025-02-19T19:36:31.776" v="2767" actId="1076"/>
          <ac:picMkLst>
            <pc:docMk/>
            <pc:sldMk cId="1132360792" sldId="292"/>
            <ac:picMk id="11" creationId="{DDBE9A8E-6968-C033-0F8A-8A546B1DFE0B}"/>
          </ac:picMkLst>
        </pc:picChg>
        <pc:picChg chg="add mod">
          <ac:chgData name="Gaspar Alfaro García" userId="b9682869-b526-4b6d-8301-b00acddeffaf" providerId="ADAL" clId="{9F16C0B6-1760-4BCA-8131-AB4CDB426109}" dt="2025-02-19T19:36:21.537" v="2764" actId="571"/>
          <ac:picMkLst>
            <pc:docMk/>
            <pc:sldMk cId="1132360792" sldId="292"/>
            <ac:picMk id="12" creationId="{258F240E-3D8B-52F7-2303-66BAE2CD8BA0}"/>
          </ac:picMkLst>
        </pc:picChg>
        <pc:cxnChg chg="add mod">
          <ac:chgData name="Gaspar Alfaro García" userId="b9682869-b526-4b6d-8301-b00acddeffaf" providerId="ADAL" clId="{9F16C0B6-1760-4BCA-8131-AB4CDB426109}" dt="2025-02-19T19:36:59.911" v="2771" actId="208"/>
          <ac:cxnSpMkLst>
            <pc:docMk/>
            <pc:sldMk cId="1132360792" sldId="292"/>
            <ac:cxnSpMk id="14" creationId="{FA4AE5FD-358E-63E5-CCAD-67279544EAD2}"/>
          </ac:cxnSpMkLst>
        </pc:cxnChg>
      </pc:sldChg>
      <pc:sldChg chg="modSp mod">
        <pc:chgData name="Gaspar Alfaro García" userId="b9682869-b526-4b6d-8301-b00acddeffaf" providerId="ADAL" clId="{9F16C0B6-1760-4BCA-8131-AB4CDB426109}" dt="2025-02-18T17:46:31.439" v="51" actId="14100"/>
        <pc:sldMkLst>
          <pc:docMk/>
          <pc:sldMk cId="912149332" sldId="293"/>
        </pc:sldMkLst>
        <pc:spChg chg="mod">
          <ac:chgData name="Gaspar Alfaro García" userId="b9682869-b526-4b6d-8301-b00acddeffaf" providerId="ADAL" clId="{9F16C0B6-1760-4BCA-8131-AB4CDB426109}" dt="2025-02-18T17:46:31.439" v="51" actId="14100"/>
          <ac:spMkLst>
            <pc:docMk/>
            <pc:sldMk cId="912149332" sldId="293"/>
            <ac:spMk id="2" creationId="{5A9C397D-97E8-2046-DEE5-4A22DBBF4632}"/>
          </ac:spMkLst>
        </pc:spChg>
        <pc:spChg chg="mod">
          <ac:chgData name="Gaspar Alfaro García" userId="b9682869-b526-4b6d-8301-b00acddeffaf" providerId="ADAL" clId="{9F16C0B6-1760-4BCA-8131-AB4CDB426109}" dt="2025-02-18T17:43:10.649" v="8" actId="2711"/>
          <ac:spMkLst>
            <pc:docMk/>
            <pc:sldMk cId="912149332" sldId="293"/>
            <ac:spMk id="5" creationId="{65DDF733-946E-1C96-F8BF-935078365456}"/>
          </ac:spMkLst>
        </pc:spChg>
        <pc:spChg chg="mod">
          <ac:chgData name="Gaspar Alfaro García" userId="b9682869-b526-4b6d-8301-b00acddeffaf" providerId="ADAL" clId="{9F16C0B6-1760-4BCA-8131-AB4CDB426109}" dt="2025-02-18T17:43:27.621" v="10" actId="207"/>
          <ac:spMkLst>
            <pc:docMk/>
            <pc:sldMk cId="912149332" sldId="293"/>
            <ac:spMk id="7" creationId="{52CCF704-81C4-8EB3-1195-581FBCC3BB75}"/>
          </ac:spMkLst>
        </pc:spChg>
      </pc:sldChg>
      <pc:sldChg chg="modSp mod">
        <pc:chgData name="Gaspar Alfaro García" userId="b9682869-b526-4b6d-8301-b00acddeffaf" providerId="ADAL" clId="{9F16C0B6-1760-4BCA-8131-AB4CDB426109}" dt="2025-02-19T16:28:44.849" v="1642" actId="207"/>
        <pc:sldMkLst>
          <pc:docMk/>
          <pc:sldMk cId="2578959350" sldId="296"/>
        </pc:sldMkLst>
        <pc:spChg chg="mod">
          <ac:chgData name="Gaspar Alfaro García" userId="b9682869-b526-4b6d-8301-b00acddeffaf" providerId="ADAL" clId="{9F16C0B6-1760-4BCA-8131-AB4CDB426109}" dt="2025-02-18T17:46:34.970" v="52" actId="14100"/>
          <ac:spMkLst>
            <pc:docMk/>
            <pc:sldMk cId="2578959350" sldId="296"/>
            <ac:spMk id="2" creationId="{D48236CD-E53E-096B-E3D5-5CDF5544A0DF}"/>
          </ac:spMkLst>
        </pc:spChg>
        <pc:spChg chg="mod">
          <ac:chgData name="Gaspar Alfaro García" userId="b9682869-b526-4b6d-8301-b00acddeffaf" providerId="ADAL" clId="{9F16C0B6-1760-4BCA-8131-AB4CDB426109}" dt="2025-02-18T17:45:46.185" v="44" actId="2711"/>
          <ac:spMkLst>
            <pc:docMk/>
            <pc:sldMk cId="2578959350" sldId="296"/>
            <ac:spMk id="5" creationId="{E20AD514-02AF-313B-F8FD-D9A7646509AA}"/>
          </ac:spMkLst>
        </pc:spChg>
        <pc:spChg chg="mod">
          <ac:chgData name="Gaspar Alfaro García" userId="b9682869-b526-4b6d-8301-b00acddeffaf" providerId="ADAL" clId="{9F16C0B6-1760-4BCA-8131-AB4CDB426109}" dt="2025-02-19T16:28:44.849" v="1642" actId="207"/>
          <ac:spMkLst>
            <pc:docMk/>
            <pc:sldMk cId="2578959350" sldId="296"/>
            <ac:spMk id="7" creationId="{D323B2C5-C591-8ABC-1E3B-72C4BB6A9977}"/>
          </ac:spMkLst>
        </pc:spChg>
      </pc:sldChg>
      <pc:sldChg chg="modSp mod">
        <pc:chgData name="Gaspar Alfaro García" userId="b9682869-b526-4b6d-8301-b00acddeffaf" providerId="ADAL" clId="{9F16C0B6-1760-4BCA-8131-AB4CDB426109}" dt="2025-02-18T17:46:38.881" v="53" actId="14100"/>
        <pc:sldMkLst>
          <pc:docMk/>
          <pc:sldMk cId="3997911892" sldId="297"/>
        </pc:sldMkLst>
        <pc:spChg chg="mod">
          <ac:chgData name="Gaspar Alfaro García" userId="b9682869-b526-4b6d-8301-b00acddeffaf" providerId="ADAL" clId="{9F16C0B6-1760-4BCA-8131-AB4CDB426109}" dt="2025-02-18T17:46:38.881" v="53" actId="14100"/>
          <ac:spMkLst>
            <pc:docMk/>
            <pc:sldMk cId="3997911892" sldId="297"/>
            <ac:spMk id="2" creationId="{321CAE58-BFAD-85F6-9C84-B8BEB4739E22}"/>
          </ac:spMkLst>
        </pc:spChg>
        <pc:spChg chg="mod">
          <ac:chgData name="Gaspar Alfaro García" userId="b9682869-b526-4b6d-8301-b00acddeffaf" providerId="ADAL" clId="{9F16C0B6-1760-4BCA-8131-AB4CDB426109}" dt="2025-02-18T17:45:55.717" v="45" actId="2711"/>
          <ac:spMkLst>
            <pc:docMk/>
            <pc:sldMk cId="3997911892" sldId="297"/>
            <ac:spMk id="7" creationId="{F8CB079C-BE9A-B46C-6DB1-4EE46201EDBC}"/>
          </ac:spMkLst>
        </pc:spChg>
      </pc:sldChg>
      <pc:sldChg chg="modSp mod">
        <pc:chgData name="Gaspar Alfaro García" userId="b9682869-b526-4b6d-8301-b00acddeffaf" providerId="ADAL" clId="{9F16C0B6-1760-4BCA-8131-AB4CDB426109}" dt="2025-02-18T17:55:51.912" v="134" actId="2711"/>
        <pc:sldMkLst>
          <pc:docMk/>
          <pc:sldMk cId="3194772664" sldId="298"/>
        </pc:sldMkLst>
        <pc:spChg chg="mod">
          <ac:chgData name="Gaspar Alfaro García" userId="b9682869-b526-4b6d-8301-b00acddeffaf" providerId="ADAL" clId="{9F16C0B6-1760-4BCA-8131-AB4CDB426109}" dt="2025-02-18T17:53:43.987" v="117" actId="14100"/>
          <ac:spMkLst>
            <pc:docMk/>
            <pc:sldMk cId="3194772664" sldId="298"/>
            <ac:spMk id="2" creationId="{553DEFD5-505A-B707-8BE5-26C93AD74A0E}"/>
          </ac:spMkLst>
        </pc:spChg>
        <pc:spChg chg="mod">
          <ac:chgData name="Gaspar Alfaro García" userId="b9682869-b526-4b6d-8301-b00acddeffaf" providerId="ADAL" clId="{9F16C0B6-1760-4BCA-8131-AB4CDB426109}" dt="2025-02-18T17:55:43.479" v="133" actId="2711"/>
          <ac:spMkLst>
            <pc:docMk/>
            <pc:sldMk cId="3194772664" sldId="298"/>
            <ac:spMk id="3" creationId="{BE3DA543-3ABC-BF2D-8A08-0CEC5361CBBE}"/>
          </ac:spMkLst>
        </pc:spChg>
        <pc:spChg chg="mod">
          <ac:chgData name="Gaspar Alfaro García" userId="b9682869-b526-4b6d-8301-b00acddeffaf" providerId="ADAL" clId="{9F16C0B6-1760-4BCA-8131-AB4CDB426109}" dt="2025-02-18T17:55:51.912" v="134" actId="2711"/>
          <ac:spMkLst>
            <pc:docMk/>
            <pc:sldMk cId="3194772664" sldId="298"/>
            <ac:spMk id="8" creationId="{6B8C650D-7812-B7D8-0B8C-38281E4E7561}"/>
          </ac:spMkLst>
        </pc:spChg>
        <pc:spChg chg="mod">
          <ac:chgData name="Gaspar Alfaro García" userId="b9682869-b526-4b6d-8301-b00acddeffaf" providerId="ADAL" clId="{9F16C0B6-1760-4BCA-8131-AB4CDB426109}" dt="2025-02-18T17:55:16.778" v="131" actId="2711"/>
          <ac:spMkLst>
            <pc:docMk/>
            <pc:sldMk cId="3194772664" sldId="298"/>
            <ac:spMk id="9" creationId="{B52F0D91-F8EB-C9D6-BC5F-CD9B2960A5EE}"/>
          </ac:spMkLst>
        </pc:spChg>
        <pc:spChg chg="mod">
          <ac:chgData name="Gaspar Alfaro García" userId="b9682869-b526-4b6d-8301-b00acddeffaf" providerId="ADAL" clId="{9F16C0B6-1760-4BCA-8131-AB4CDB426109}" dt="2025-02-18T17:55:07.459" v="130" actId="2711"/>
          <ac:spMkLst>
            <pc:docMk/>
            <pc:sldMk cId="3194772664" sldId="298"/>
            <ac:spMk id="13" creationId="{02F57465-F952-FC4C-A309-39E8D0099A12}"/>
          </ac:spMkLst>
        </pc:spChg>
        <pc:spChg chg="mod">
          <ac:chgData name="Gaspar Alfaro García" userId="b9682869-b526-4b6d-8301-b00acddeffaf" providerId="ADAL" clId="{9F16C0B6-1760-4BCA-8131-AB4CDB426109}" dt="2025-02-18T17:55:03.411" v="129" actId="2711"/>
          <ac:spMkLst>
            <pc:docMk/>
            <pc:sldMk cId="3194772664" sldId="298"/>
            <ac:spMk id="17" creationId="{1588969B-99C1-3736-F9DF-73D0F37D070A}"/>
          </ac:spMkLst>
        </pc:spChg>
        <pc:spChg chg="mod">
          <ac:chgData name="Gaspar Alfaro García" userId="b9682869-b526-4b6d-8301-b00acddeffaf" providerId="ADAL" clId="{9F16C0B6-1760-4BCA-8131-AB4CDB426109}" dt="2025-02-18T17:54:45.406" v="128" actId="2711"/>
          <ac:spMkLst>
            <pc:docMk/>
            <pc:sldMk cId="3194772664" sldId="298"/>
            <ac:spMk id="18" creationId="{54B87944-D307-77B5-4BAA-B4DE43E7AB12}"/>
          </ac:spMkLst>
        </pc:spChg>
        <pc:spChg chg="mod">
          <ac:chgData name="Gaspar Alfaro García" userId="b9682869-b526-4b6d-8301-b00acddeffaf" providerId="ADAL" clId="{9F16C0B6-1760-4BCA-8131-AB4CDB426109}" dt="2025-02-18T17:54:30.397" v="123" actId="2711"/>
          <ac:spMkLst>
            <pc:docMk/>
            <pc:sldMk cId="3194772664" sldId="298"/>
            <ac:spMk id="43" creationId="{1A12D714-8998-8120-C206-81022116D112}"/>
          </ac:spMkLst>
        </pc:spChg>
        <pc:spChg chg="mod">
          <ac:chgData name="Gaspar Alfaro García" userId="b9682869-b526-4b6d-8301-b00acddeffaf" providerId="ADAL" clId="{9F16C0B6-1760-4BCA-8131-AB4CDB426109}" dt="2025-02-18T17:55:25.172" v="132" actId="2711"/>
          <ac:spMkLst>
            <pc:docMk/>
            <pc:sldMk cId="3194772664" sldId="298"/>
            <ac:spMk id="44" creationId="{17A862A6-F4DC-B287-52EC-3EBED75526D1}"/>
          </ac:spMkLst>
        </pc:spChg>
        <pc:spChg chg="mod">
          <ac:chgData name="Gaspar Alfaro García" userId="b9682869-b526-4b6d-8301-b00acddeffaf" providerId="ADAL" clId="{9F16C0B6-1760-4BCA-8131-AB4CDB426109}" dt="2025-02-18T17:54:39.989" v="127" actId="255"/>
          <ac:spMkLst>
            <pc:docMk/>
            <pc:sldMk cId="3194772664" sldId="298"/>
            <ac:spMk id="50" creationId="{53C0CF0B-61D9-6A2D-10BB-D2EE376D076C}"/>
          </ac:spMkLst>
        </pc:spChg>
        <pc:spChg chg="mod">
          <ac:chgData name="Gaspar Alfaro García" userId="b9682869-b526-4b6d-8301-b00acddeffaf" providerId="ADAL" clId="{9F16C0B6-1760-4BCA-8131-AB4CDB426109}" dt="2025-02-18T17:54:16.880" v="121" actId="255"/>
          <ac:spMkLst>
            <pc:docMk/>
            <pc:sldMk cId="3194772664" sldId="298"/>
            <ac:spMk id="51" creationId="{2DEE40CE-0898-D762-F366-AD1FB59E1A79}"/>
          </ac:spMkLst>
        </pc:spChg>
        <pc:spChg chg="mod">
          <ac:chgData name="Gaspar Alfaro García" userId="b9682869-b526-4b6d-8301-b00acddeffaf" providerId="ADAL" clId="{9F16C0B6-1760-4BCA-8131-AB4CDB426109}" dt="2025-02-18T17:54:03.421" v="120" actId="404"/>
          <ac:spMkLst>
            <pc:docMk/>
            <pc:sldMk cId="3194772664" sldId="298"/>
            <ac:spMk id="52" creationId="{4AF9455E-0F01-36EE-6678-A1E70AC4A211}"/>
          </ac:spMkLst>
        </pc:spChg>
      </pc:sldChg>
      <pc:sldChg chg="addSp delSp modSp new mod ord">
        <pc:chgData name="Gaspar Alfaro García" userId="b9682869-b526-4b6d-8301-b00acddeffaf" providerId="ADAL" clId="{9F16C0B6-1760-4BCA-8131-AB4CDB426109}" dt="2025-02-19T11:31:42.306" v="1128" actId="1076"/>
        <pc:sldMkLst>
          <pc:docMk/>
          <pc:sldMk cId="3431720624" sldId="299"/>
        </pc:sldMkLst>
        <pc:spChg chg="del">
          <ac:chgData name="Gaspar Alfaro García" userId="b9682869-b526-4b6d-8301-b00acddeffaf" providerId="ADAL" clId="{9F16C0B6-1760-4BCA-8131-AB4CDB426109}" dt="2025-02-19T11:30:44.133" v="1117" actId="478"/>
          <ac:spMkLst>
            <pc:docMk/>
            <pc:sldMk cId="3431720624" sldId="299"/>
            <ac:spMk id="2" creationId="{3C0B8171-8342-E60F-8F54-4952ACA2EDA2}"/>
          </ac:spMkLst>
        </pc:spChg>
        <pc:spChg chg="del">
          <ac:chgData name="Gaspar Alfaro García" userId="b9682869-b526-4b6d-8301-b00acddeffaf" providerId="ADAL" clId="{9F16C0B6-1760-4BCA-8131-AB4CDB426109}" dt="2025-02-19T11:30:45.845" v="1118" actId="478"/>
          <ac:spMkLst>
            <pc:docMk/>
            <pc:sldMk cId="3431720624" sldId="299"/>
            <ac:spMk id="3" creationId="{7498D23C-894E-D7ED-4C37-196D24979534}"/>
          </ac:spMkLst>
        </pc:spChg>
        <pc:spChg chg="add mod">
          <ac:chgData name="Gaspar Alfaro García" userId="b9682869-b526-4b6d-8301-b00acddeffaf" providerId="ADAL" clId="{9F16C0B6-1760-4BCA-8131-AB4CDB426109}" dt="2025-02-19T11:30:47.117" v="1119"/>
          <ac:spMkLst>
            <pc:docMk/>
            <pc:sldMk cId="3431720624" sldId="299"/>
            <ac:spMk id="4" creationId="{EA4396C7-59D1-7F62-CA5A-1B5CD867AEA3}"/>
          </ac:spMkLst>
        </pc:spChg>
        <pc:picChg chg="add mod">
          <ac:chgData name="Gaspar Alfaro García" userId="b9682869-b526-4b6d-8301-b00acddeffaf" providerId="ADAL" clId="{9F16C0B6-1760-4BCA-8131-AB4CDB426109}" dt="2025-02-19T11:31:42.306" v="1128" actId="1076"/>
          <ac:picMkLst>
            <pc:docMk/>
            <pc:sldMk cId="3431720624" sldId="299"/>
            <ac:picMk id="6" creationId="{2EBD5480-30D9-D088-D583-6A0F98254024}"/>
          </ac:picMkLst>
        </pc:picChg>
      </pc:sldChg>
      <pc:sldChg chg="addSp delSp modSp new mod">
        <pc:chgData name="Gaspar Alfaro García" userId="b9682869-b526-4b6d-8301-b00acddeffaf" providerId="ADAL" clId="{9F16C0B6-1760-4BCA-8131-AB4CDB426109}" dt="2025-02-19T16:54:34.680" v="2066" actId="1076"/>
        <pc:sldMkLst>
          <pc:docMk/>
          <pc:sldMk cId="3903438473" sldId="300"/>
        </pc:sldMkLst>
        <pc:spChg chg="del">
          <ac:chgData name="Gaspar Alfaro García" userId="b9682869-b526-4b6d-8301-b00acddeffaf" providerId="ADAL" clId="{9F16C0B6-1760-4BCA-8131-AB4CDB426109}" dt="2025-02-19T16:53:49.774" v="2055" actId="478"/>
          <ac:spMkLst>
            <pc:docMk/>
            <pc:sldMk cId="3903438473" sldId="300"/>
            <ac:spMk id="2" creationId="{ADE6ED98-5DFB-F784-9FD7-8AB7D73FF2D5}"/>
          </ac:spMkLst>
        </pc:spChg>
        <pc:spChg chg="del">
          <ac:chgData name="Gaspar Alfaro García" userId="b9682869-b526-4b6d-8301-b00acddeffaf" providerId="ADAL" clId="{9F16C0B6-1760-4BCA-8131-AB4CDB426109}" dt="2025-02-19T16:53:47.348" v="2053" actId="478"/>
          <ac:spMkLst>
            <pc:docMk/>
            <pc:sldMk cId="3903438473" sldId="300"/>
            <ac:spMk id="3" creationId="{36B07180-A3BC-4F51-9C71-DFF9BC636E63}"/>
          </ac:spMkLst>
        </pc:spChg>
        <pc:spChg chg="add del mod">
          <ac:chgData name="Gaspar Alfaro García" userId="b9682869-b526-4b6d-8301-b00acddeffaf" providerId="ADAL" clId="{9F16C0B6-1760-4BCA-8131-AB4CDB426109}" dt="2025-02-19T16:53:48.288" v="2054" actId="478"/>
          <ac:spMkLst>
            <pc:docMk/>
            <pc:sldMk cId="3903438473" sldId="300"/>
            <ac:spMk id="4" creationId="{4882D0A0-6F1C-E5E9-32D9-616532071CBB}"/>
          </ac:spMkLst>
        </pc:spChg>
        <pc:spChg chg="add mod">
          <ac:chgData name="Gaspar Alfaro García" userId="b9682869-b526-4b6d-8301-b00acddeffaf" providerId="ADAL" clId="{9F16C0B6-1760-4BCA-8131-AB4CDB426109}" dt="2025-02-19T16:53:44.307" v="2052"/>
          <ac:spMkLst>
            <pc:docMk/>
            <pc:sldMk cId="3903438473" sldId="300"/>
            <ac:spMk id="5" creationId="{3EA16B4E-5B82-6E6E-5173-AC29E70BA2A1}"/>
          </ac:spMkLst>
        </pc:spChg>
        <pc:spChg chg="add mod">
          <ac:chgData name="Gaspar Alfaro García" userId="b9682869-b526-4b6d-8301-b00acddeffaf" providerId="ADAL" clId="{9F16C0B6-1760-4BCA-8131-AB4CDB426109}" dt="2025-02-19T16:54:02.141" v="2060"/>
          <ac:spMkLst>
            <pc:docMk/>
            <pc:sldMk cId="3903438473" sldId="300"/>
            <ac:spMk id="6" creationId="{96A2326A-9487-23FC-A60E-93869C84662C}"/>
          </ac:spMkLst>
        </pc:spChg>
        <pc:picChg chg="add mod">
          <ac:chgData name="Gaspar Alfaro García" userId="b9682869-b526-4b6d-8301-b00acddeffaf" providerId="ADAL" clId="{9F16C0B6-1760-4BCA-8131-AB4CDB426109}" dt="2025-02-19T16:54:34.680" v="2066" actId="1076"/>
          <ac:picMkLst>
            <pc:docMk/>
            <pc:sldMk cId="3903438473" sldId="300"/>
            <ac:picMk id="8" creationId="{96A11575-4EDA-7E8E-6FF8-E65319B13E60}"/>
          </ac:picMkLst>
        </pc:picChg>
      </pc:sldChg>
      <pc:sldChg chg="addSp delSp modSp new mod modAnim">
        <pc:chgData name="Gaspar Alfaro García" userId="b9682869-b526-4b6d-8301-b00acddeffaf" providerId="ADAL" clId="{9F16C0B6-1760-4BCA-8131-AB4CDB426109}" dt="2025-02-19T17:16:52.760" v="2201"/>
        <pc:sldMkLst>
          <pc:docMk/>
          <pc:sldMk cId="1225364323" sldId="301"/>
        </pc:sldMkLst>
        <pc:spChg chg="del">
          <ac:chgData name="Gaspar Alfaro García" userId="b9682869-b526-4b6d-8301-b00acddeffaf" providerId="ADAL" clId="{9F16C0B6-1760-4BCA-8131-AB4CDB426109}" dt="2025-02-19T16:55:45.049" v="2068" actId="478"/>
          <ac:spMkLst>
            <pc:docMk/>
            <pc:sldMk cId="1225364323" sldId="301"/>
            <ac:spMk id="2" creationId="{A0D23D1E-F338-CB4D-D63B-13FD961AB09B}"/>
          </ac:spMkLst>
        </pc:spChg>
        <pc:spChg chg="del">
          <ac:chgData name="Gaspar Alfaro García" userId="b9682869-b526-4b6d-8301-b00acddeffaf" providerId="ADAL" clId="{9F16C0B6-1760-4BCA-8131-AB4CDB426109}" dt="2025-02-19T16:55:45.963" v="2069" actId="478"/>
          <ac:spMkLst>
            <pc:docMk/>
            <pc:sldMk cId="1225364323" sldId="301"/>
            <ac:spMk id="3" creationId="{09A8B21A-222A-3689-BB6E-534BAD94635F}"/>
          </ac:spMkLst>
        </pc:spChg>
        <pc:spChg chg="add mod">
          <ac:chgData name="Gaspar Alfaro García" userId="b9682869-b526-4b6d-8301-b00acddeffaf" providerId="ADAL" clId="{9F16C0B6-1760-4BCA-8131-AB4CDB426109}" dt="2025-02-19T17:13:57.329" v="2136" actId="1076"/>
          <ac:spMkLst>
            <pc:docMk/>
            <pc:sldMk cId="1225364323" sldId="301"/>
            <ac:spMk id="4" creationId="{2584EE3A-7D8F-BD32-AB8D-BD356B8809A2}"/>
          </ac:spMkLst>
        </pc:spChg>
        <pc:spChg chg="add mod">
          <ac:chgData name="Gaspar Alfaro García" userId="b9682869-b526-4b6d-8301-b00acddeffaf" providerId="ADAL" clId="{9F16C0B6-1760-4BCA-8131-AB4CDB426109}" dt="2025-02-19T17:14:17.337" v="2140" actId="1076"/>
          <ac:spMkLst>
            <pc:docMk/>
            <pc:sldMk cId="1225364323" sldId="301"/>
            <ac:spMk id="7" creationId="{5BA463A2-B5A3-B305-1E2A-9B38ECEA623E}"/>
          </ac:spMkLst>
        </pc:spChg>
        <pc:spChg chg="add mod">
          <ac:chgData name="Gaspar Alfaro García" userId="b9682869-b526-4b6d-8301-b00acddeffaf" providerId="ADAL" clId="{9F16C0B6-1760-4BCA-8131-AB4CDB426109}" dt="2025-02-19T17:14:17.337" v="2140" actId="1076"/>
          <ac:spMkLst>
            <pc:docMk/>
            <pc:sldMk cId="1225364323" sldId="301"/>
            <ac:spMk id="18" creationId="{2E3D20EB-07CC-2B79-5482-37D0AD1B8C35}"/>
          </ac:spMkLst>
        </pc:spChg>
        <pc:spChg chg="add mod">
          <ac:chgData name="Gaspar Alfaro García" userId="b9682869-b526-4b6d-8301-b00acddeffaf" providerId="ADAL" clId="{9F16C0B6-1760-4BCA-8131-AB4CDB426109}" dt="2025-02-19T17:14:14.820" v="2139" actId="571"/>
          <ac:spMkLst>
            <pc:docMk/>
            <pc:sldMk cId="1225364323" sldId="301"/>
            <ac:spMk id="19" creationId="{B8B119D2-A037-E688-AFD1-5FD0ED7DE074}"/>
          </ac:spMkLst>
        </pc:spChg>
        <pc:spChg chg="add mod">
          <ac:chgData name="Gaspar Alfaro García" userId="b9682869-b526-4b6d-8301-b00acddeffaf" providerId="ADAL" clId="{9F16C0B6-1760-4BCA-8131-AB4CDB426109}" dt="2025-02-19T17:14:14.820" v="2139" actId="571"/>
          <ac:spMkLst>
            <pc:docMk/>
            <pc:sldMk cId="1225364323" sldId="301"/>
            <ac:spMk id="20" creationId="{86492505-BC35-C1F0-6FB9-FDF038C1422E}"/>
          </ac:spMkLst>
        </pc:spChg>
        <pc:spChg chg="add mod">
          <ac:chgData name="Gaspar Alfaro García" userId="b9682869-b526-4b6d-8301-b00acddeffaf" providerId="ADAL" clId="{9F16C0B6-1760-4BCA-8131-AB4CDB426109}" dt="2025-02-19T17:15:40.042" v="2187" actId="20577"/>
          <ac:spMkLst>
            <pc:docMk/>
            <pc:sldMk cId="1225364323" sldId="301"/>
            <ac:spMk id="21" creationId="{649192DF-97C9-C032-DC06-C744DCDF0666}"/>
          </ac:spMkLst>
        </pc:spChg>
        <pc:spChg chg="add mod">
          <ac:chgData name="Gaspar Alfaro García" userId="b9682869-b526-4b6d-8301-b00acddeffaf" providerId="ADAL" clId="{9F16C0B6-1760-4BCA-8131-AB4CDB426109}" dt="2025-02-19T17:15:47.117" v="2198" actId="20577"/>
          <ac:spMkLst>
            <pc:docMk/>
            <pc:sldMk cId="1225364323" sldId="301"/>
            <ac:spMk id="22" creationId="{F6F0CF25-E122-75A3-B2E2-7B3CF0689BC2}"/>
          </ac:spMkLst>
        </pc:spChg>
        <pc:spChg chg="add mod">
          <ac:chgData name="Gaspar Alfaro García" userId="b9682869-b526-4b6d-8301-b00acddeffaf" providerId="ADAL" clId="{9F16C0B6-1760-4BCA-8131-AB4CDB426109}" dt="2025-02-19T17:15:56.881" v="2200" actId="1076"/>
          <ac:spMkLst>
            <pc:docMk/>
            <pc:sldMk cId="1225364323" sldId="301"/>
            <ac:spMk id="23" creationId="{0C47D422-67F1-E3B6-9C60-CF2F5DA6E32A}"/>
          </ac:spMkLst>
        </pc:spChg>
        <pc:picChg chg="add del mod">
          <ac:chgData name="Gaspar Alfaro García" userId="b9682869-b526-4b6d-8301-b00acddeffaf" providerId="ADAL" clId="{9F16C0B6-1760-4BCA-8131-AB4CDB426109}" dt="2025-02-19T17:01:08.973" v="2096" actId="478"/>
          <ac:picMkLst>
            <pc:docMk/>
            <pc:sldMk cId="1225364323" sldId="301"/>
            <ac:picMk id="6" creationId="{71DD975B-7468-F457-0486-61F052FD1D0F}"/>
          </ac:picMkLst>
        </pc:picChg>
        <pc:picChg chg="add mod">
          <ac:chgData name="Gaspar Alfaro García" userId="b9682869-b526-4b6d-8301-b00acddeffaf" providerId="ADAL" clId="{9F16C0B6-1760-4BCA-8131-AB4CDB426109}" dt="2025-02-19T17:10:46.068" v="2103"/>
          <ac:picMkLst>
            <pc:docMk/>
            <pc:sldMk cId="1225364323" sldId="301"/>
            <ac:picMk id="9" creationId="{ED679DC7-DCA2-1314-BEEB-B142C708DCB6}"/>
          </ac:picMkLst>
        </pc:picChg>
        <pc:picChg chg="add mod">
          <ac:chgData name="Gaspar Alfaro García" userId="b9682869-b526-4b6d-8301-b00acddeffaf" providerId="ADAL" clId="{9F16C0B6-1760-4BCA-8131-AB4CDB426109}" dt="2025-02-19T17:10:46.068" v="2103"/>
          <ac:picMkLst>
            <pc:docMk/>
            <pc:sldMk cId="1225364323" sldId="301"/>
            <ac:picMk id="11" creationId="{23FA8D47-F81B-7F73-F856-4C5B7C01C7C8}"/>
          </ac:picMkLst>
        </pc:picChg>
        <pc:picChg chg="add mod">
          <ac:chgData name="Gaspar Alfaro García" userId="b9682869-b526-4b6d-8301-b00acddeffaf" providerId="ADAL" clId="{9F16C0B6-1760-4BCA-8131-AB4CDB426109}" dt="2025-02-19T17:15:26.588" v="2178" actId="1076"/>
          <ac:picMkLst>
            <pc:docMk/>
            <pc:sldMk cId="1225364323" sldId="301"/>
            <ac:picMk id="13" creationId="{F5664793-4757-F56B-637B-1C97D106BB13}"/>
          </ac:picMkLst>
        </pc:picChg>
        <pc:picChg chg="add mod">
          <ac:chgData name="Gaspar Alfaro García" userId="b9682869-b526-4b6d-8301-b00acddeffaf" providerId="ADAL" clId="{9F16C0B6-1760-4BCA-8131-AB4CDB426109}" dt="2025-02-19T17:15:26.588" v="2178" actId="1076"/>
          <ac:picMkLst>
            <pc:docMk/>
            <pc:sldMk cId="1225364323" sldId="301"/>
            <ac:picMk id="15" creationId="{5944AB24-7887-DAF0-804E-877AE3CA99C9}"/>
          </ac:picMkLst>
        </pc:picChg>
        <pc:picChg chg="add mod">
          <ac:chgData name="Gaspar Alfaro García" userId="b9682869-b526-4b6d-8301-b00acddeffaf" providerId="ADAL" clId="{9F16C0B6-1760-4BCA-8131-AB4CDB426109}" dt="2025-02-19T17:15:26.588" v="2178" actId="1076"/>
          <ac:picMkLst>
            <pc:docMk/>
            <pc:sldMk cId="1225364323" sldId="301"/>
            <ac:picMk id="17" creationId="{052A81A8-71EE-775A-37AE-189D9C227C0A}"/>
          </ac:picMkLst>
        </pc:picChg>
      </pc:sldChg>
      <pc:sldChg chg="addSp delSp modSp add mod">
        <pc:chgData name="Gaspar Alfaro García" userId="b9682869-b526-4b6d-8301-b00acddeffaf" providerId="ADAL" clId="{9F16C0B6-1760-4BCA-8131-AB4CDB426109}" dt="2025-02-19T19:39:52.211" v="2838" actId="478"/>
        <pc:sldMkLst>
          <pc:docMk/>
          <pc:sldMk cId="2777734948" sldId="302"/>
        </pc:sldMkLst>
        <pc:picChg chg="add del mod">
          <ac:chgData name="Gaspar Alfaro García" userId="b9682869-b526-4b6d-8301-b00acddeffaf" providerId="ADAL" clId="{9F16C0B6-1760-4BCA-8131-AB4CDB426109}" dt="2025-02-19T19:39:52.211" v="2838" actId="478"/>
          <ac:picMkLst>
            <pc:docMk/>
            <pc:sldMk cId="2777734948" sldId="302"/>
            <ac:picMk id="5" creationId="{A218344F-8D9D-9DBC-B266-BB3195657408}"/>
          </ac:picMkLst>
        </pc:picChg>
        <pc:picChg chg="del">
          <ac:chgData name="Gaspar Alfaro García" userId="b9682869-b526-4b6d-8301-b00acddeffaf" providerId="ADAL" clId="{9F16C0B6-1760-4BCA-8131-AB4CDB426109}" dt="2025-02-19T19:25:09.631" v="2677" actId="478"/>
          <ac:picMkLst>
            <pc:docMk/>
            <pc:sldMk cId="2777734948" sldId="302"/>
            <ac:picMk id="9" creationId="{7E9DBEB4-B3B9-3FC0-41C8-3BD6D8A7E510}"/>
          </ac:picMkLst>
        </pc:picChg>
      </pc:sldChg>
      <pc:sldChg chg="addSp delSp modSp add mod">
        <pc:chgData name="Gaspar Alfaro García" userId="b9682869-b526-4b6d-8301-b00acddeffaf" providerId="ADAL" clId="{9F16C0B6-1760-4BCA-8131-AB4CDB426109}" dt="2025-02-19T19:41:14.985" v="2854" actId="1076"/>
        <pc:sldMkLst>
          <pc:docMk/>
          <pc:sldMk cId="564462209" sldId="303"/>
        </pc:sldMkLst>
        <pc:spChg chg="ord">
          <ac:chgData name="Gaspar Alfaro García" userId="b9682869-b526-4b6d-8301-b00acddeffaf" providerId="ADAL" clId="{9F16C0B6-1760-4BCA-8131-AB4CDB426109}" dt="2025-02-19T19:40:09.037" v="2845" actId="166"/>
          <ac:spMkLst>
            <pc:docMk/>
            <pc:sldMk cId="564462209" sldId="303"/>
            <ac:spMk id="4" creationId="{7BEB1D61-3C1D-173C-A0BE-1CCD897844F4}"/>
          </ac:spMkLst>
        </pc:spChg>
        <pc:picChg chg="del">
          <ac:chgData name="Gaspar Alfaro García" userId="b9682869-b526-4b6d-8301-b00acddeffaf" providerId="ADAL" clId="{9F16C0B6-1760-4BCA-8131-AB4CDB426109}" dt="2025-02-19T19:39:55.054" v="2839" actId="478"/>
          <ac:picMkLst>
            <pc:docMk/>
            <pc:sldMk cId="564462209" sldId="303"/>
            <ac:picMk id="5" creationId="{9FEF6BAF-6BB5-C9E0-B461-6A8F28C0FE97}"/>
          </ac:picMkLst>
        </pc:picChg>
        <pc:picChg chg="add mod">
          <ac:chgData name="Gaspar Alfaro García" userId="b9682869-b526-4b6d-8301-b00acddeffaf" providerId="ADAL" clId="{9F16C0B6-1760-4BCA-8131-AB4CDB426109}" dt="2025-02-19T19:41:14.985" v="2854" actId="1076"/>
          <ac:picMkLst>
            <pc:docMk/>
            <pc:sldMk cId="564462209" sldId="303"/>
            <ac:picMk id="6" creationId="{02CE88C6-A19F-761B-9F7F-DA477769A1A5}"/>
          </ac:picMkLst>
        </pc:picChg>
      </pc:sldChg>
      <pc:sldChg chg="addSp delSp modSp new mod">
        <pc:chgData name="Gaspar Alfaro García" userId="b9682869-b526-4b6d-8301-b00acddeffaf" providerId="ADAL" clId="{9F16C0B6-1760-4BCA-8131-AB4CDB426109}" dt="2025-02-19T19:44:39.908" v="2924" actId="27107"/>
        <pc:sldMkLst>
          <pc:docMk/>
          <pc:sldMk cId="2291951251" sldId="304"/>
        </pc:sldMkLst>
        <pc:spChg chg="del">
          <ac:chgData name="Gaspar Alfaro García" userId="b9682869-b526-4b6d-8301-b00acddeffaf" providerId="ADAL" clId="{9F16C0B6-1760-4BCA-8131-AB4CDB426109}" dt="2025-02-19T19:41:30.795" v="2856" actId="478"/>
          <ac:spMkLst>
            <pc:docMk/>
            <pc:sldMk cId="2291951251" sldId="304"/>
            <ac:spMk id="2" creationId="{CF2D206E-FF8C-0DD6-965E-110EAE52AADF}"/>
          </ac:spMkLst>
        </pc:spChg>
        <pc:spChg chg="del">
          <ac:chgData name="Gaspar Alfaro García" userId="b9682869-b526-4b6d-8301-b00acddeffaf" providerId="ADAL" clId="{9F16C0B6-1760-4BCA-8131-AB4CDB426109}" dt="2025-02-19T19:41:31.638" v="2857" actId="478"/>
          <ac:spMkLst>
            <pc:docMk/>
            <pc:sldMk cId="2291951251" sldId="304"/>
            <ac:spMk id="3" creationId="{BB897165-8915-DDF1-DFA6-9EF99A86CCC2}"/>
          </ac:spMkLst>
        </pc:spChg>
        <pc:spChg chg="add mod">
          <ac:chgData name="Gaspar Alfaro García" userId="b9682869-b526-4b6d-8301-b00acddeffaf" providerId="ADAL" clId="{9F16C0B6-1760-4BCA-8131-AB4CDB426109}" dt="2025-02-19T19:43:46.388" v="2914" actId="1076"/>
          <ac:spMkLst>
            <pc:docMk/>
            <pc:sldMk cId="2291951251" sldId="304"/>
            <ac:spMk id="5" creationId="{D22978DA-BF4B-8EF9-C4E4-8E320AB348FA}"/>
          </ac:spMkLst>
        </pc:spChg>
        <pc:spChg chg="add mod">
          <ac:chgData name="Gaspar Alfaro García" userId="b9682869-b526-4b6d-8301-b00acddeffaf" providerId="ADAL" clId="{9F16C0B6-1760-4BCA-8131-AB4CDB426109}" dt="2025-02-19T19:44:39.908" v="2924" actId="27107"/>
          <ac:spMkLst>
            <pc:docMk/>
            <pc:sldMk cId="2291951251" sldId="304"/>
            <ac:spMk id="6" creationId="{36197756-71EA-BBE1-7B53-DA5016364245}"/>
          </ac:spMkLst>
        </pc:spChg>
        <pc:spChg chg="add mod">
          <ac:chgData name="Gaspar Alfaro García" userId="b9682869-b526-4b6d-8301-b00acddeffaf" providerId="ADAL" clId="{9F16C0B6-1760-4BCA-8131-AB4CDB426109}" dt="2025-02-19T19:43:48.498" v="2916" actId="571"/>
          <ac:spMkLst>
            <pc:docMk/>
            <pc:sldMk cId="2291951251" sldId="304"/>
            <ac:spMk id="7" creationId="{93926DF5-4389-D1D7-6846-1C78504E5332}"/>
          </ac:spMkLst>
        </pc:spChg>
        <pc:picChg chg="add mod">
          <ac:chgData name="Gaspar Alfaro García" userId="b9682869-b526-4b6d-8301-b00acddeffaf" providerId="ADAL" clId="{9F16C0B6-1760-4BCA-8131-AB4CDB426109}" dt="2025-02-19T19:42:12.843" v="2864" actId="1076"/>
          <ac:picMkLst>
            <pc:docMk/>
            <pc:sldMk cId="2291951251" sldId="304"/>
            <ac:picMk id="4" creationId="{45C58C1C-4C6D-C4A7-9F1C-C0FF0A53B276}"/>
          </ac:picMkLst>
        </pc:picChg>
      </pc:sldChg>
    </pc:docChg>
  </pc:docChgLst>
  <pc:docChgLst>
    <pc:chgData name="Gaspar Alfaro García" userId="S::gaspar.alfaro@urjc.es::b9682869-b526-4b6d-8301-b00acddeffaf" providerId="AD" clId="Web-{CF82511A-FF31-F104-D36B-A7891AA85F89}"/>
    <pc:docChg chg="modSld">
      <pc:chgData name="Gaspar Alfaro García" userId="S::gaspar.alfaro@urjc.es::b9682869-b526-4b6d-8301-b00acddeffaf" providerId="AD" clId="Web-{CF82511A-FF31-F104-D36B-A7891AA85F89}" dt="2025-02-18T17:42:50.395" v="17" actId="20577"/>
      <pc:docMkLst>
        <pc:docMk/>
      </pc:docMkLst>
      <pc:sldChg chg="modSp">
        <pc:chgData name="Gaspar Alfaro García" userId="S::gaspar.alfaro@urjc.es::b9682869-b526-4b6d-8301-b00acddeffaf" providerId="AD" clId="Web-{CF82511A-FF31-F104-D36B-A7891AA85F89}" dt="2025-02-18T17:42:50.395" v="17" actId="20577"/>
        <pc:sldMkLst>
          <pc:docMk/>
          <pc:sldMk cId="912149332" sldId="293"/>
        </pc:sldMkLst>
        <pc:spChg chg="mod">
          <ac:chgData name="Gaspar Alfaro García" userId="S::gaspar.alfaro@urjc.es::b9682869-b526-4b6d-8301-b00acddeffaf" providerId="AD" clId="Web-{CF82511A-FF31-F104-D36B-A7891AA85F89}" dt="2025-02-18T17:42:50.395" v="17" actId="20577"/>
          <ac:spMkLst>
            <pc:docMk/>
            <pc:sldMk cId="912149332" sldId="293"/>
            <ac:spMk id="7" creationId="{52CCF704-81C4-8EB3-1195-581FBCC3BB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81B010-58DC-46D5-B5F8-DFFFED6D02C8}" type="datetimeFigureOut">
              <a:rPr lang="es-ES" smtClean="0"/>
              <a:t>06/03/2025</a:t>
            </a:fld>
            <a:endParaRPr lang="es-ES"/>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EA7587-D748-4B54-A2B8-6E043C119B23}" type="slidenum">
              <a:rPr lang="es-ES" smtClean="0"/>
              <a:t>‹Nº›</a:t>
            </a:fld>
            <a:endParaRPr lang="es-ES"/>
          </a:p>
        </p:txBody>
      </p:sp>
    </p:spTree>
    <p:extLst>
      <p:ext uri="{BB962C8B-B14F-4D97-AF65-F5344CB8AC3E}">
        <p14:creationId xmlns:p14="http://schemas.microsoft.com/office/powerpoint/2010/main" val="17627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t>1</a:t>
            </a:fld>
            <a:endParaRPr lang="es-ES"/>
          </a:p>
        </p:txBody>
      </p:sp>
    </p:spTree>
    <p:extLst>
      <p:ext uri="{BB962C8B-B14F-4D97-AF65-F5344CB8AC3E}">
        <p14:creationId xmlns:p14="http://schemas.microsoft.com/office/powerpoint/2010/main" val="103607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B9B82-115A-ACB8-21DE-37EDA9A7560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111AD3-F551-4943-A51D-B085160B5C1B}"/>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74337615-4287-9DED-D071-C72E944F84C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2399563-13CA-43E3-C4ED-B2BD46A1FCB6}"/>
              </a:ext>
            </a:extLst>
          </p:cNvPr>
          <p:cNvSpPr>
            <a:spLocks noGrp="1"/>
          </p:cNvSpPr>
          <p:nvPr>
            <p:ph type="sldNum" sz="quarter" idx="5"/>
          </p:nvPr>
        </p:nvSpPr>
        <p:spPr/>
        <p:txBody>
          <a:bodyPr/>
          <a:lstStyle/>
          <a:p>
            <a:fld id="{28EA7587-D748-4B54-A2B8-6E043C119B23}" type="slidenum">
              <a:rPr lang="es-ES" smtClean="0"/>
              <a:t>5</a:t>
            </a:fld>
            <a:endParaRPr lang="es-ES"/>
          </a:p>
        </p:txBody>
      </p:sp>
    </p:spTree>
    <p:extLst>
      <p:ext uri="{BB962C8B-B14F-4D97-AF65-F5344CB8AC3E}">
        <p14:creationId xmlns:p14="http://schemas.microsoft.com/office/powerpoint/2010/main" val="28632604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7B988-EC15-A7B6-A247-E5D81DE16E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7F3CBF-D2E0-3422-FA18-198F916AEF29}"/>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3E7E711D-19A2-176B-49E4-1791F03D4F7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FDE4B0-0AB2-1EC9-BCA8-112C382C1D16}"/>
              </a:ext>
            </a:extLst>
          </p:cNvPr>
          <p:cNvSpPr>
            <a:spLocks noGrp="1"/>
          </p:cNvSpPr>
          <p:nvPr>
            <p:ph type="sldNum" sz="quarter" idx="5"/>
          </p:nvPr>
        </p:nvSpPr>
        <p:spPr/>
        <p:txBody>
          <a:bodyPr/>
          <a:lstStyle/>
          <a:p>
            <a:fld id="{28EA7587-D748-4B54-A2B8-6E043C119B23}" type="slidenum">
              <a:rPr lang="es-ES" smtClean="0"/>
              <a:t>6</a:t>
            </a:fld>
            <a:endParaRPr lang="es-ES"/>
          </a:p>
        </p:txBody>
      </p:sp>
    </p:spTree>
    <p:extLst>
      <p:ext uri="{BB962C8B-B14F-4D97-AF65-F5344CB8AC3E}">
        <p14:creationId xmlns:p14="http://schemas.microsoft.com/office/powerpoint/2010/main" val="195812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t>12</a:t>
            </a:fld>
            <a:endParaRPr lang="es-ES"/>
          </a:p>
        </p:txBody>
      </p:sp>
    </p:spTree>
    <p:extLst>
      <p:ext uri="{BB962C8B-B14F-4D97-AF65-F5344CB8AC3E}">
        <p14:creationId xmlns:p14="http://schemas.microsoft.com/office/powerpoint/2010/main" val="15769845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t>16</a:t>
            </a:fld>
            <a:endParaRPr lang="es-ES"/>
          </a:p>
        </p:txBody>
      </p:sp>
    </p:spTree>
    <p:extLst>
      <p:ext uri="{BB962C8B-B14F-4D97-AF65-F5344CB8AC3E}">
        <p14:creationId xmlns:p14="http://schemas.microsoft.com/office/powerpoint/2010/main" val="24088600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60063-6112-F510-E051-3EAC89869E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E37FE4-A7AC-2265-5D74-46B16980C16E}"/>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0EE63C4C-DB20-5771-F0F1-6552C9BBFC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DDCC125-D762-2F1B-96D6-8F205295304F}"/>
              </a:ext>
            </a:extLst>
          </p:cNvPr>
          <p:cNvSpPr>
            <a:spLocks noGrp="1"/>
          </p:cNvSpPr>
          <p:nvPr>
            <p:ph type="sldNum" sz="quarter" idx="5"/>
          </p:nvPr>
        </p:nvSpPr>
        <p:spPr/>
        <p:txBody>
          <a:bodyPr/>
          <a:lstStyle/>
          <a:p>
            <a:fld id="{28EA7587-D748-4B54-A2B8-6E043C119B23}" type="slidenum">
              <a:rPr lang="es-ES" smtClean="0"/>
              <a:t>17</a:t>
            </a:fld>
            <a:endParaRPr lang="es-ES"/>
          </a:p>
        </p:txBody>
      </p:sp>
    </p:spTree>
    <p:extLst>
      <p:ext uri="{BB962C8B-B14F-4D97-AF65-F5344CB8AC3E}">
        <p14:creationId xmlns:p14="http://schemas.microsoft.com/office/powerpoint/2010/main" val="2863089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1122363"/>
            <a:ext cx="5691116" cy="2621154"/>
          </a:xfrm>
        </p:spPr>
        <p:txBody>
          <a:bodyPr anchor="b">
            <a:normAutofit/>
          </a:bodyPr>
          <a:lstStyle>
            <a:lvl1pPr algn="ctr">
              <a:defRPr sz="3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3843709"/>
            <a:ext cx="5691116" cy="1414091"/>
          </a:xfrm>
        </p:spPr>
        <p:txBody>
          <a:bodyPr>
            <a:normAutofit/>
          </a:bodyPr>
          <a:lstStyle>
            <a:lvl1pPr marL="0" indent="0" algn="ctr">
              <a:buNone/>
              <a:defRPr sz="13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3/6/2025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1120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3/6/2025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124807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553617"/>
            <a:ext cx="6204855" cy="4008859"/>
          </a:xfrm>
        </p:spPr>
        <p:txBody>
          <a:bodyPr anchor="t">
            <a:normAutofit/>
          </a:bodyPr>
          <a:lstStyle>
            <a:lvl1pPr>
              <a:defRPr sz="405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4589464"/>
            <a:ext cx="6204855" cy="1384617"/>
          </a:xfrm>
        </p:spPr>
        <p:txBody>
          <a:bodyPr anchor="b">
            <a:normAutofit/>
          </a:bodyPr>
          <a:lstStyle>
            <a:lvl1pPr marL="0" indent="0">
              <a:buNone/>
              <a:defRPr sz="15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3/6/2025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1207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548640"/>
            <a:ext cx="8055864"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3/6/2025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81702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547396"/>
            <a:ext cx="8059341"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685735"/>
            <a:ext cx="3868340"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2386895"/>
            <a:ext cx="3868340"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685735"/>
            <a:ext cx="3887391"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2386895"/>
            <a:ext cx="3887392"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3/6/2025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94015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3/6/2025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9631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3/6/2025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7448901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553617"/>
            <a:ext cx="2696726" cy="1757505"/>
          </a:xfrm>
        </p:spPr>
        <p:txBody>
          <a:bodyPr anchor="t">
            <a:normAutofit/>
          </a:bodyPr>
          <a:lstStyle>
            <a:lvl1pPr>
              <a:defRPr sz="21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553616"/>
            <a:ext cx="4709806" cy="5486400"/>
          </a:xfrm>
        </p:spPr>
        <p:txBody>
          <a:bodyPr>
            <a:normAutofit/>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2311122"/>
            <a:ext cx="2696726" cy="3728895"/>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3/6/2025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6354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557785"/>
            <a:ext cx="2696726" cy="2212313"/>
          </a:xfrm>
        </p:spPr>
        <p:txBody>
          <a:bodyPr anchor="t">
            <a:normAutofit/>
          </a:bodyPr>
          <a:lstStyle>
            <a:lvl1pPr>
              <a:defRPr sz="21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3797490" y="657103"/>
            <a:ext cx="4862765" cy="5555904"/>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826137"/>
            <a:ext cx="2689190" cy="3434638"/>
          </a:xfrm>
        </p:spPr>
        <p:txBody>
          <a:bodyPr anchor="b"/>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3/6/2025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82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548640"/>
            <a:ext cx="78867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680899"/>
            <a:ext cx="78867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3/6/2025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544860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578497"/>
            <a:ext cx="1535278"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578498"/>
            <a:ext cx="6597516"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3/6/2025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88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548640"/>
            <a:ext cx="7990184"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715532"/>
            <a:ext cx="7990184"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6453003"/>
            <a:ext cx="2620736" cy="365125"/>
          </a:xfrm>
          <a:prstGeom prst="rect">
            <a:avLst/>
          </a:prstGeom>
        </p:spPr>
        <p:txBody>
          <a:bodyPr vert="horz" lIns="91440" tIns="45720" rIns="91440" bIns="45720" rtlCol="0" anchor="ctr"/>
          <a:lstStyle>
            <a:lvl1pPr algn="l">
              <a:defRPr sz="675">
                <a:solidFill>
                  <a:schemeClr val="tx1"/>
                </a:solidFill>
              </a:defRPr>
            </a:lvl1pPr>
          </a:lstStyle>
          <a:p>
            <a:fld id="{67F45AC6-C491-4585-A584-9CE2AF7D5500}" type="datetime1">
              <a:rPr lang="en-US" smtClean="0"/>
              <a:t>3/6/2025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6453003"/>
            <a:ext cx="2104054" cy="365125"/>
          </a:xfrm>
          <a:prstGeom prst="rect">
            <a:avLst/>
          </a:prstGeom>
        </p:spPr>
        <p:txBody>
          <a:bodyPr vert="horz" lIns="91440" tIns="45720" rIns="91440" bIns="45720" rtlCol="0" anchor="ctr"/>
          <a:lstStyle>
            <a:lvl1pPr algn="r">
              <a:defRPr sz="675">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6453003"/>
            <a:ext cx="321905" cy="365125"/>
          </a:xfrm>
          <a:prstGeom prst="rect">
            <a:avLst/>
          </a:prstGeom>
        </p:spPr>
        <p:txBody>
          <a:bodyPr vert="horz" lIns="91440" tIns="45720" rIns="91440" bIns="45720" rtlCol="0" anchor="ctr"/>
          <a:lstStyle>
            <a:lvl1pPr algn="r">
              <a:defRPr sz="675">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78254726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sldNum="0" hdr="0" ftr="0" dt="0"/>
  <p:txStyles>
    <p:titleStyle>
      <a:lvl1pPr algn="l" defTabSz="685800" rtl="0" eaLnBrk="1" latinLnBrk="0" hangingPunct="1">
        <a:lnSpc>
          <a:spcPct val="90000"/>
        </a:lnSpc>
        <a:spcBef>
          <a:spcPct val="0"/>
        </a:spcBef>
        <a:buNone/>
        <a:defRPr sz="2700" b="1" kern="120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1500" kern="1200">
          <a:solidFill>
            <a:schemeClr val="tx1"/>
          </a:solidFill>
          <a:latin typeface="+mn-lt"/>
          <a:ea typeface="+mn-ea"/>
          <a:cs typeface="+mn-cs"/>
        </a:defRPr>
      </a:lvl1pPr>
      <a:lvl2pPr marL="342900" indent="-171450" algn="l" defTabSz="685800" rtl="0" eaLnBrk="1" latinLnBrk="0" hangingPunct="1">
        <a:lnSpc>
          <a:spcPct val="120000"/>
        </a:lnSpc>
        <a:spcBef>
          <a:spcPts val="375"/>
        </a:spcBef>
        <a:buFont typeface="Arial" panose="020B0604020202020204" pitchFamily="34" charset="0"/>
        <a:buChar char="•"/>
        <a:defRPr sz="1350" kern="1200">
          <a:solidFill>
            <a:schemeClr val="tx1"/>
          </a:solidFill>
          <a:latin typeface="+mn-lt"/>
          <a:ea typeface="+mn-ea"/>
          <a:cs typeface="+mn-cs"/>
        </a:defRPr>
      </a:lvl2pPr>
      <a:lvl3pPr marL="514350" indent="-171450" algn="l" defTabSz="685800" rtl="0" eaLnBrk="1" latinLnBrk="0" hangingPunct="1">
        <a:lnSpc>
          <a:spcPct val="120000"/>
        </a:lnSpc>
        <a:spcBef>
          <a:spcPts val="375"/>
        </a:spcBef>
        <a:buFont typeface="Arial" panose="020B0604020202020204" pitchFamily="34" charset="0"/>
        <a:buChar char="•"/>
        <a:defRPr sz="1200" kern="1200">
          <a:solidFill>
            <a:schemeClr val="tx1"/>
          </a:solidFill>
          <a:latin typeface="+mn-lt"/>
          <a:ea typeface="+mn-ea"/>
          <a:cs typeface="+mn-cs"/>
        </a:defRPr>
      </a:lvl3pPr>
      <a:lvl4pPr marL="685800" indent="-171450"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857250" indent="-171450" algn="l" defTabSz="685800" rtl="0" eaLnBrk="1" latinLnBrk="0" hangingPunct="1">
        <a:lnSpc>
          <a:spcPct val="12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13.png"/><Relationship Id="rId18" Type="http://schemas.openxmlformats.org/officeDocument/2006/relationships/image" Target="../media/image32.png"/><Relationship Id="rId3" Type="http://schemas.openxmlformats.org/officeDocument/2006/relationships/image" Target="../media/image14.png"/><Relationship Id="rId7" Type="http://schemas.openxmlformats.org/officeDocument/2006/relationships/image" Target="../media/image22.png"/><Relationship Id="rId12" Type="http://schemas.openxmlformats.org/officeDocument/2006/relationships/image" Target="../media/image27.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20"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6.png"/><Relationship Id="rId5" Type="http://schemas.openxmlformats.org/officeDocument/2006/relationships/image" Target="../media/image18.png"/><Relationship Id="rId15" Type="http://schemas.openxmlformats.org/officeDocument/2006/relationships/image" Target="../media/image29.png"/><Relationship Id="rId10" Type="http://schemas.openxmlformats.org/officeDocument/2006/relationships/image" Target="../media/image25.png"/><Relationship Id="rId19" Type="http://schemas.openxmlformats.org/officeDocument/2006/relationships/image" Target="../media/image33.png"/><Relationship Id="rId4" Type="http://schemas.openxmlformats.org/officeDocument/2006/relationships/image" Target="../media/image20.png"/><Relationship Id="rId9" Type="http://schemas.openxmlformats.org/officeDocument/2006/relationships/image" Target="../media/image24.png"/><Relationship Id="rId14" Type="http://schemas.openxmlformats.org/officeDocument/2006/relationships/image" Target="../media/image28.png"/></Relationships>
</file>

<file path=ppt/slides/_rels/slide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0.gi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1.gi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10" Type="http://schemas.openxmlformats.org/officeDocument/2006/relationships/image" Target="../media/image61.png"/><Relationship Id="rId4" Type="http://schemas.openxmlformats.org/officeDocument/2006/relationships/image" Target="../media/image55.png"/><Relationship Id="rId9" Type="http://schemas.openxmlformats.org/officeDocument/2006/relationships/image" Target="../media/image60.png"/></Relationships>
</file>

<file path=ppt/slides/_rels/slide1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1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 Id="rId9" Type="http://schemas.openxmlformats.org/officeDocument/2006/relationships/image" Target="../media/image83.png"/></Relationships>
</file>

<file path=ppt/slides/_rels/slide2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9.png"/><Relationship Id="rId4" Type="http://schemas.openxmlformats.org/officeDocument/2006/relationships/image" Target="../media/image88.png"/></Relationships>
</file>

<file path=ppt/slides/_rels/slide26.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30.png"/><Relationship Id="rId2" Type="http://schemas.openxmlformats.org/officeDocument/2006/relationships/image" Target="../media/image920.png"/><Relationship Id="rId1" Type="http://schemas.openxmlformats.org/officeDocument/2006/relationships/slideLayout" Target="../slideLayouts/slideLayout2.xml"/><Relationship Id="rId4" Type="http://schemas.openxmlformats.org/officeDocument/2006/relationships/image" Target="../media/image940.png"/></Relationships>
</file>

<file path=ppt/slides/_rels/slide2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53.png"/></Relationships>
</file>

<file path=ppt/slides/_rels/slide38.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53.png"/></Relationships>
</file>

<file path=ppt/slides/_rels/slide39.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53.png"/></Relationships>
</file>

<file path=ppt/slides/_rels/slide40.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 Id="rId9"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B3748729-50C7-8599-6D3C-E12C17D6E64E}"/>
              </a:ext>
            </a:extLst>
          </p:cNvPr>
          <p:cNvSpPr txBox="1"/>
          <p:nvPr/>
        </p:nvSpPr>
        <p:spPr>
          <a:xfrm>
            <a:off x="0" y="2359104"/>
            <a:ext cx="9144000" cy="1077218"/>
          </a:xfrm>
          <a:prstGeom prst="rect">
            <a:avLst/>
          </a:prstGeom>
          <a:noFill/>
        </p:spPr>
        <p:txBody>
          <a:bodyPr wrap="square" rtlCol="0">
            <a:spAutoFit/>
          </a:bodyPr>
          <a:lstStyle/>
          <a:p>
            <a:pPr algn="ctr"/>
            <a:r>
              <a:rPr lang="es-ES" sz="3200" dirty="0" err="1">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Further</a:t>
            </a:r>
            <a:r>
              <a:rPr lang="es-ES" sz="3200" dirty="0">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 </a:t>
            </a:r>
            <a:r>
              <a:rPr lang="es-ES" sz="3200" dirty="0" err="1">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Advancements</a:t>
            </a:r>
            <a:r>
              <a:rPr lang="es-ES" sz="3200" dirty="0">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 and </a:t>
            </a:r>
            <a:r>
              <a:rPr lang="es-ES" sz="3200" dirty="0" err="1">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Developments</a:t>
            </a:r>
            <a:r>
              <a:rPr lang="es-ES" sz="3200" dirty="0">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 </a:t>
            </a:r>
          </a:p>
          <a:p>
            <a:pPr algn="ctr"/>
            <a:r>
              <a:rPr lang="en-US" sz="3200" dirty="0">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rPr>
              <a:t>in Game Theory, Complexity and Control</a:t>
            </a:r>
            <a:endParaRPr lang="es-ES" sz="3200" dirty="0">
              <a:solidFill>
                <a:schemeClr val="bg2">
                  <a:lumMod val="10000"/>
                </a:schemeClr>
              </a:solidFill>
              <a:latin typeface="Amasis MT Pro" panose="02040504050005020304" pitchFamily="18" charset="0"/>
              <a:ea typeface="ADLaM Display" panose="020F0502020204030204" pitchFamily="2" charset="0"/>
              <a:cs typeface="Adobe Devanagari" panose="02040503050201020203" pitchFamily="18" charset="0"/>
            </a:endParaRPr>
          </a:p>
        </p:txBody>
      </p:sp>
      <p:sp>
        <p:nvSpPr>
          <p:cNvPr id="6" name="CuadroTexto 5">
            <a:extLst>
              <a:ext uri="{FF2B5EF4-FFF2-40B4-BE49-F238E27FC236}">
                <a16:creationId xmlns:a16="http://schemas.microsoft.com/office/drawing/2014/main" id="{1115F3DB-6A7A-DADC-D795-8726BC1AC44E}"/>
              </a:ext>
            </a:extLst>
          </p:cNvPr>
          <p:cNvSpPr txBox="1"/>
          <p:nvPr/>
        </p:nvSpPr>
        <p:spPr>
          <a:xfrm>
            <a:off x="0" y="3647281"/>
            <a:ext cx="9144000" cy="830997"/>
          </a:xfrm>
          <a:prstGeom prst="rect">
            <a:avLst/>
          </a:prstGeom>
          <a:noFill/>
        </p:spPr>
        <p:txBody>
          <a:bodyPr wrap="square" rtlCol="0">
            <a:spAutoFit/>
          </a:bodyPr>
          <a:lstStyle/>
          <a:p>
            <a:pPr algn="ctr"/>
            <a:r>
              <a:rPr lang="es-ES" sz="1600" u="sng" dirty="0">
                <a:solidFill>
                  <a:schemeClr val="bg2">
                    <a:lumMod val="50000"/>
                  </a:schemeClr>
                </a:solidFill>
                <a:latin typeface="Amasis MT Pro" panose="02040504050005020304" pitchFamily="18" charset="0"/>
                <a:cs typeface="Adobe Devanagari" panose="02040503050201020203" pitchFamily="18" charset="0"/>
              </a:rPr>
              <a:t>Tesis doctoral realizada por</a:t>
            </a:r>
            <a:r>
              <a:rPr lang="es-ES" sz="1600" dirty="0">
                <a:solidFill>
                  <a:schemeClr val="bg2">
                    <a:lumMod val="50000"/>
                  </a:schemeClr>
                </a:solidFill>
                <a:latin typeface="Amasis MT Pro" panose="02040504050005020304" pitchFamily="18" charset="0"/>
                <a:cs typeface="Adobe Devanagari" panose="02040503050201020203" pitchFamily="18" charset="0"/>
              </a:rPr>
              <a:t> </a:t>
            </a:r>
            <a:r>
              <a:rPr lang="es-ES" sz="1600" dirty="0">
                <a:solidFill>
                  <a:schemeClr val="bg2">
                    <a:lumMod val="25000"/>
                  </a:schemeClr>
                </a:solidFill>
                <a:latin typeface="Amasis MT Pro" panose="02040504050005020304" pitchFamily="18" charset="0"/>
                <a:cs typeface="Adobe Devanagari" panose="02040503050201020203" pitchFamily="18" charset="0"/>
              </a:rPr>
              <a:t>Gaspar Alfaro García.</a:t>
            </a:r>
          </a:p>
          <a:p>
            <a:pPr algn="ctr"/>
            <a:endParaRPr lang="es-ES" sz="1600" dirty="0">
              <a:solidFill>
                <a:schemeClr val="bg2">
                  <a:lumMod val="25000"/>
                </a:schemeClr>
              </a:solidFill>
              <a:latin typeface="Amasis MT Pro" panose="02040504050005020304" pitchFamily="18" charset="0"/>
              <a:cs typeface="Adobe Devanagari" panose="02040503050201020203" pitchFamily="18" charset="0"/>
            </a:endParaRPr>
          </a:p>
          <a:p>
            <a:pPr algn="ctr"/>
            <a:r>
              <a:rPr lang="es-ES" sz="1600" u="sng" dirty="0">
                <a:solidFill>
                  <a:schemeClr val="bg2">
                    <a:lumMod val="50000"/>
                  </a:schemeClr>
                </a:solidFill>
                <a:latin typeface="Amasis MT Pro" panose="02040504050005020304" pitchFamily="18" charset="0"/>
                <a:cs typeface="Adobe Devanagari" panose="02040503050201020203" pitchFamily="18" charset="0"/>
              </a:rPr>
              <a:t>Co-dirigida por</a:t>
            </a:r>
            <a:r>
              <a:rPr lang="es-ES" sz="1600" dirty="0">
                <a:latin typeface="Amasis MT Pro" panose="02040504050005020304" pitchFamily="18" charset="0"/>
                <a:cs typeface="Adobe Devanagari" panose="02040503050201020203" pitchFamily="18" charset="0"/>
              </a:rPr>
              <a:t> </a:t>
            </a:r>
            <a:r>
              <a:rPr lang="es-ES" sz="1600" dirty="0">
                <a:solidFill>
                  <a:schemeClr val="bg2">
                    <a:lumMod val="25000"/>
                  </a:schemeClr>
                </a:solidFill>
                <a:latin typeface="Amasis MT Pro" panose="02040504050005020304" pitchFamily="18" charset="0"/>
                <a:cs typeface="Adobe Devanagari" panose="02040503050201020203" pitchFamily="18" charset="0"/>
              </a:rPr>
              <a:t>Miguel Ángel Fernández Sanjuán y Rubén Capeáns Rivas.</a:t>
            </a:r>
          </a:p>
        </p:txBody>
      </p:sp>
      <p:pic>
        <p:nvPicPr>
          <p:cNvPr id="7" name="Imagen 6" descr="Dibujo en blanco y negro&#10;&#10;Descripción generada automáticamente con confianza media">
            <a:extLst>
              <a:ext uri="{FF2B5EF4-FFF2-40B4-BE49-F238E27FC236}">
                <a16:creationId xmlns:a16="http://schemas.microsoft.com/office/drawing/2014/main" id="{6EBF8777-F184-ED9A-071E-EB2A565EC0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809" y="5478272"/>
            <a:ext cx="2452849" cy="1379728"/>
          </a:xfrm>
          <a:prstGeom prst="rect">
            <a:avLst/>
          </a:prstGeom>
        </p:spPr>
      </p:pic>
      <p:sp>
        <p:nvSpPr>
          <p:cNvPr id="3" name="CuadroTexto 2">
            <a:extLst>
              <a:ext uri="{FF2B5EF4-FFF2-40B4-BE49-F238E27FC236}">
                <a16:creationId xmlns:a16="http://schemas.microsoft.com/office/drawing/2014/main" id="{8EA7B590-3272-57F7-BC6F-64F930DF8108}"/>
              </a:ext>
            </a:extLst>
          </p:cNvPr>
          <p:cNvSpPr txBox="1"/>
          <p:nvPr/>
        </p:nvSpPr>
        <p:spPr>
          <a:xfrm>
            <a:off x="3343275" y="1561127"/>
            <a:ext cx="2457450" cy="461665"/>
          </a:xfrm>
          <a:prstGeom prst="rect">
            <a:avLst/>
          </a:prstGeom>
          <a:noFill/>
        </p:spPr>
        <p:txBody>
          <a:bodyPr wrap="square" rtlCol="0">
            <a:spAutoFit/>
          </a:bodyPr>
          <a:lstStyle/>
          <a:p>
            <a:pPr algn="ctr"/>
            <a:r>
              <a:rPr lang="es-ES" sz="2400" dirty="0">
                <a:latin typeface="Amasis MT Pro" panose="02040504050005020304" pitchFamily="18" charset="0"/>
              </a:rPr>
              <a:t>Tesis Doctoral</a:t>
            </a:r>
          </a:p>
        </p:txBody>
      </p:sp>
    </p:spTree>
    <p:extLst>
      <p:ext uri="{BB962C8B-B14F-4D97-AF65-F5344CB8AC3E}">
        <p14:creationId xmlns:p14="http://schemas.microsoft.com/office/powerpoint/2010/main" val="21315488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6D44C-F708-8054-9865-5A5C422E8E78}"/>
            </a:ext>
          </a:extLst>
        </p:cNvPr>
        <p:cNvGrpSpPr/>
        <p:nvPr/>
      </p:nvGrpSpPr>
      <p:grpSpPr>
        <a:xfrm>
          <a:off x="0" y="0"/>
          <a:ext cx="0" cy="0"/>
          <a:chOff x="0" y="0"/>
          <a:chExt cx="0" cy="0"/>
        </a:xfrm>
      </p:grpSpPr>
      <p:sp>
        <p:nvSpPr>
          <p:cNvPr id="10" name="CuadroTexto 9">
            <a:extLst>
              <a:ext uri="{FF2B5EF4-FFF2-40B4-BE49-F238E27FC236}">
                <a16:creationId xmlns:a16="http://schemas.microsoft.com/office/drawing/2014/main" id="{959422B9-4376-CB1A-A2B8-0123DCC81A99}"/>
              </a:ext>
            </a:extLst>
          </p:cNvPr>
          <p:cNvSpPr txBox="1"/>
          <p:nvPr/>
        </p:nvSpPr>
        <p:spPr>
          <a:xfrm>
            <a:off x="456001" y="4209569"/>
            <a:ext cx="3072075" cy="523220"/>
          </a:xfrm>
          <a:prstGeom prst="rect">
            <a:avLst/>
          </a:prstGeom>
          <a:noFill/>
        </p:spPr>
        <p:txBody>
          <a:bodyPr wrap="square" rtlCol="0">
            <a:spAutoFit/>
          </a:bodyPr>
          <a:lstStyle/>
          <a:p>
            <a:pPr algn="r"/>
            <a:r>
              <a:rPr lang="es-ES" sz="1400" b="1" dirty="0">
                <a:latin typeface="Amasis MT Pro Light" panose="02040304050005020304" pitchFamily="18" charset="0"/>
                <a:cs typeface="Adobe Devanagari" panose="02040503050201020203" pitchFamily="18" charset="0"/>
              </a:rPr>
              <a:t>2</a:t>
            </a:r>
            <a:r>
              <a:rPr lang="es-ES" sz="1400" b="1" dirty="0">
                <a:solidFill>
                  <a:schemeClr val="bg2">
                    <a:lumMod val="10000"/>
                  </a:schemeClr>
                </a:solidFill>
                <a:latin typeface="Amasis MT Pro Light" panose="02040304050005020304" pitchFamily="18" charset="0"/>
                <a:cs typeface="Adobe Devanagari" panose="02040503050201020203" pitchFamily="18" charset="0"/>
              </a:rPr>
              <a:t>. </a:t>
            </a:r>
            <a:r>
              <a:rPr lang="en-US" sz="1400" b="1" dirty="0">
                <a:solidFill>
                  <a:schemeClr val="bg2">
                    <a:lumMod val="10000"/>
                  </a:schemeClr>
                </a:solidFill>
                <a:latin typeface="Amasis MT Pro Light" panose="02040304050005020304" pitchFamily="18" charset="0"/>
                <a:cs typeface="Adobe Devanagari" panose="02040503050201020203" pitchFamily="18" charset="0"/>
              </a:rPr>
              <a:t>Hamming distance as a measure of spatial chaos in evolutionary games</a:t>
            </a:r>
          </a:p>
        </p:txBody>
      </p:sp>
      <p:sp>
        <p:nvSpPr>
          <p:cNvPr id="11" name="CuadroTexto 10">
            <a:extLst>
              <a:ext uri="{FF2B5EF4-FFF2-40B4-BE49-F238E27FC236}">
                <a16:creationId xmlns:a16="http://schemas.microsoft.com/office/drawing/2014/main" id="{ABDABEC0-2079-78FB-36E4-EF820C7E389F}"/>
              </a:ext>
            </a:extLst>
          </p:cNvPr>
          <p:cNvSpPr txBox="1"/>
          <p:nvPr/>
        </p:nvSpPr>
        <p:spPr>
          <a:xfrm>
            <a:off x="456001" y="4731207"/>
            <a:ext cx="3072075" cy="523220"/>
          </a:xfrm>
          <a:prstGeom prst="rect">
            <a:avLst/>
          </a:prstGeom>
          <a:noFill/>
        </p:spPr>
        <p:txBody>
          <a:bodyPr wrap="square" rtlCol="0">
            <a:spAutoFit/>
          </a:bodyPr>
          <a:lstStyle/>
          <a:p>
            <a:pPr algn="r"/>
            <a:r>
              <a:rPr lang="es-ES" sz="1400" b="1" dirty="0">
                <a:latin typeface="Amasis MT Pro Light" panose="02040304050005020304" pitchFamily="18" charset="0"/>
                <a:cs typeface="Adobe Devanagari" panose="02040503050201020203" pitchFamily="18" charset="0"/>
              </a:rPr>
              <a:t>5</a:t>
            </a:r>
            <a:r>
              <a:rPr lang="es-ES" sz="1400" b="1" dirty="0">
                <a:solidFill>
                  <a:schemeClr val="bg2">
                    <a:lumMod val="10000"/>
                  </a:schemeClr>
                </a:solidFill>
                <a:latin typeface="Amasis MT Pro Light" panose="02040304050005020304" pitchFamily="18" charset="0"/>
                <a:cs typeface="Adobe Devanagari" panose="02040503050201020203" pitchFamily="18" charset="0"/>
              </a:rPr>
              <a:t>. </a:t>
            </a:r>
            <a:r>
              <a:rPr lang="en-US" sz="1400" b="1" dirty="0">
                <a:solidFill>
                  <a:schemeClr val="bg2">
                    <a:lumMod val="10000"/>
                  </a:schemeClr>
                </a:solidFill>
                <a:latin typeface="Amasis MT Pro Light" panose="02040304050005020304" pitchFamily="18" charset="0"/>
                <a:cs typeface="Adobe Devanagari" panose="02040503050201020203" pitchFamily="18" charset="0"/>
              </a:rPr>
              <a:t>Two-Player Yorke’s Game of Survival in Chaotic Transients</a:t>
            </a:r>
          </a:p>
        </p:txBody>
      </p:sp>
      <p:sp>
        <p:nvSpPr>
          <p:cNvPr id="8" name="CuadroTexto 7">
            <a:extLst>
              <a:ext uri="{FF2B5EF4-FFF2-40B4-BE49-F238E27FC236}">
                <a16:creationId xmlns:a16="http://schemas.microsoft.com/office/drawing/2014/main" id="{129022FF-56DE-DD71-69C2-71BF39BC60B5}"/>
              </a:ext>
            </a:extLst>
          </p:cNvPr>
          <p:cNvSpPr txBox="1"/>
          <p:nvPr/>
        </p:nvSpPr>
        <p:spPr>
          <a:xfrm>
            <a:off x="368928" y="2765869"/>
            <a:ext cx="3072075" cy="523220"/>
          </a:xfrm>
          <a:prstGeom prst="rect">
            <a:avLst/>
          </a:prstGeom>
          <a:noFill/>
        </p:spPr>
        <p:txBody>
          <a:bodyPr wrap="square" rtlCol="0">
            <a:spAutoFit/>
          </a:bodyPr>
          <a:lstStyle/>
          <a:p>
            <a:pPr algn="r"/>
            <a:r>
              <a:rPr lang="es-ES" sz="1400" b="1" dirty="0">
                <a:latin typeface="Amasis MT Pro Light" panose="02040304050005020304" pitchFamily="18" charset="0"/>
                <a:cs typeface="Adobe Devanagari" panose="02040503050201020203" pitchFamily="18" charset="0"/>
              </a:rPr>
              <a:t>2</a:t>
            </a:r>
            <a:r>
              <a:rPr lang="es-ES" sz="1400" b="1" dirty="0">
                <a:solidFill>
                  <a:schemeClr val="bg2">
                    <a:lumMod val="10000"/>
                  </a:schemeClr>
                </a:solidFill>
                <a:latin typeface="Amasis MT Pro Light" panose="02040304050005020304" pitchFamily="18" charset="0"/>
                <a:cs typeface="Adobe Devanagari" panose="02040503050201020203" pitchFamily="18" charset="0"/>
              </a:rPr>
              <a:t>. </a:t>
            </a:r>
            <a:r>
              <a:rPr lang="en-US" sz="1400" b="1" dirty="0">
                <a:solidFill>
                  <a:schemeClr val="bg2">
                    <a:lumMod val="10000"/>
                  </a:schemeClr>
                </a:solidFill>
                <a:latin typeface="Amasis MT Pro Light" panose="02040304050005020304" pitchFamily="18" charset="0"/>
                <a:cs typeface="Adobe Devanagari" panose="02040503050201020203" pitchFamily="18" charset="0"/>
              </a:rPr>
              <a:t>Hamming distance as a measure of spatial chaos in evolutionary games</a:t>
            </a:r>
          </a:p>
        </p:txBody>
      </p:sp>
      <p:sp>
        <p:nvSpPr>
          <p:cNvPr id="9" name="CuadroTexto 8">
            <a:extLst>
              <a:ext uri="{FF2B5EF4-FFF2-40B4-BE49-F238E27FC236}">
                <a16:creationId xmlns:a16="http://schemas.microsoft.com/office/drawing/2014/main" id="{5245167B-756F-FA18-3F99-1151801DA3CD}"/>
              </a:ext>
            </a:extLst>
          </p:cNvPr>
          <p:cNvSpPr txBox="1"/>
          <p:nvPr/>
        </p:nvSpPr>
        <p:spPr>
          <a:xfrm>
            <a:off x="369709" y="3251894"/>
            <a:ext cx="3072075" cy="523220"/>
          </a:xfrm>
          <a:prstGeom prst="rect">
            <a:avLst/>
          </a:prstGeom>
          <a:noFill/>
        </p:spPr>
        <p:txBody>
          <a:bodyPr wrap="square" rtlCol="0">
            <a:spAutoFit/>
          </a:bodyPr>
          <a:lstStyle/>
          <a:p>
            <a:pPr algn="r"/>
            <a:r>
              <a:rPr lang="es-ES" sz="1400" b="1" dirty="0">
                <a:latin typeface="Amasis MT Pro Light" panose="02040304050005020304" pitchFamily="18" charset="0"/>
                <a:cs typeface="Adobe Devanagari" panose="02040503050201020203" pitchFamily="18" charset="0"/>
              </a:rPr>
              <a:t>3. </a:t>
            </a:r>
            <a:r>
              <a:rPr lang="en-US" sz="1400" b="1" dirty="0">
                <a:solidFill>
                  <a:schemeClr val="bg2">
                    <a:lumMod val="10000"/>
                  </a:schemeClr>
                </a:solidFill>
                <a:latin typeface="Amasis MT Pro Light" panose="02040304050005020304" pitchFamily="18" charset="0"/>
                <a:cs typeface="Adobe Devanagari" panose="02040503050201020203" pitchFamily="18" charset="0"/>
              </a:rPr>
              <a:t>Classification of cellular automata based on the Hamming distance</a:t>
            </a:r>
          </a:p>
        </p:txBody>
      </p:sp>
      <p:sp>
        <p:nvSpPr>
          <p:cNvPr id="5" name="CuadroTexto 4">
            <a:extLst>
              <a:ext uri="{FF2B5EF4-FFF2-40B4-BE49-F238E27FC236}">
                <a16:creationId xmlns:a16="http://schemas.microsoft.com/office/drawing/2014/main" id="{2027CDA0-5102-902A-058C-E959DFDBB9CF}"/>
              </a:ext>
            </a:extLst>
          </p:cNvPr>
          <p:cNvSpPr txBox="1"/>
          <p:nvPr/>
        </p:nvSpPr>
        <p:spPr>
          <a:xfrm>
            <a:off x="368928" y="1661823"/>
            <a:ext cx="3072075" cy="523220"/>
          </a:xfrm>
          <a:prstGeom prst="rect">
            <a:avLst/>
          </a:prstGeom>
          <a:noFill/>
        </p:spPr>
        <p:txBody>
          <a:bodyPr wrap="square" rtlCol="0">
            <a:spAutoFit/>
          </a:bodyPr>
          <a:lstStyle/>
          <a:p>
            <a:pPr algn="r"/>
            <a:r>
              <a:rPr lang="en-US" sz="1400" b="1" dirty="0">
                <a:solidFill>
                  <a:schemeClr val="bg2">
                    <a:lumMod val="10000"/>
                  </a:schemeClr>
                </a:solidFill>
                <a:latin typeface="Amasis MT Pro Light" panose="02040304050005020304" pitchFamily="18" charset="0"/>
                <a:cs typeface="Adobe Devanagari" panose="02040503050201020203" pitchFamily="18" charset="0"/>
              </a:rPr>
              <a:t>1, Time-dependent effects hinder cooperation on the public goods game</a:t>
            </a:r>
          </a:p>
        </p:txBody>
      </p:sp>
      <p:pic>
        <p:nvPicPr>
          <p:cNvPr id="44" name="Imagen 43">
            <a:extLst>
              <a:ext uri="{FF2B5EF4-FFF2-40B4-BE49-F238E27FC236}">
                <a16:creationId xmlns:a16="http://schemas.microsoft.com/office/drawing/2014/main" id="{785D0C90-98B8-265E-F42A-1C6AF53E210F}"/>
              </a:ext>
            </a:extLst>
          </p:cNvPr>
          <p:cNvPicPr>
            <a:picLocks noChangeAspect="1"/>
          </p:cNvPicPr>
          <p:nvPr/>
        </p:nvPicPr>
        <p:blipFill>
          <a:blip r:embed="rId2"/>
          <a:stretch>
            <a:fillRect/>
          </a:stretch>
        </p:blipFill>
        <p:spPr>
          <a:xfrm>
            <a:off x="4456224" y="899351"/>
            <a:ext cx="2579500" cy="1528337"/>
          </a:xfrm>
          <a:prstGeom prst="rect">
            <a:avLst/>
          </a:prstGeom>
        </p:spPr>
      </p:pic>
      <p:pic>
        <p:nvPicPr>
          <p:cNvPr id="46" name="Imagen 45">
            <a:extLst>
              <a:ext uri="{FF2B5EF4-FFF2-40B4-BE49-F238E27FC236}">
                <a16:creationId xmlns:a16="http://schemas.microsoft.com/office/drawing/2014/main" id="{2854D648-69FE-DB60-FF5F-3E29E061FEBF}"/>
              </a:ext>
            </a:extLst>
          </p:cNvPr>
          <p:cNvPicPr>
            <a:picLocks noChangeAspect="1"/>
          </p:cNvPicPr>
          <p:nvPr/>
        </p:nvPicPr>
        <p:blipFill>
          <a:blip r:embed="rId3"/>
          <a:stretch>
            <a:fillRect/>
          </a:stretch>
        </p:blipFill>
        <p:spPr>
          <a:xfrm>
            <a:off x="3859907" y="2511897"/>
            <a:ext cx="1755898" cy="1735239"/>
          </a:xfrm>
          <a:prstGeom prst="rect">
            <a:avLst/>
          </a:prstGeom>
        </p:spPr>
      </p:pic>
      <p:pic>
        <p:nvPicPr>
          <p:cNvPr id="47" name="Imagen 46" descr="Patrón de fondo&#10;&#10;El contenido generado por IA puede ser incorrecto.">
            <a:extLst>
              <a:ext uri="{FF2B5EF4-FFF2-40B4-BE49-F238E27FC236}">
                <a16:creationId xmlns:a16="http://schemas.microsoft.com/office/drawing/2014/main" id="{2903E597-F338-59CC-3BE8-33E50DB70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53088" y="2615347"/>
            <a:ext cx="3044496" cy="1528337"/>
          </a:xfrm>
          <a:prstGeom prst="rect">
            <a:avLst/>
          </a:prstGeom>
        </p:spPr>
      </p:pic>
      <p:pic>
        <p:nvPicPr>
          <p:cNvPr id="48" name="Imagen 47" descr="Gráfico&#10;&#10;El contenido generado por IA puede ser incorrecto.">
            <a:extLst>
              <a:ext uri="{FF2B5EF4-FFF2-40B4-BE49-F238E27FC236}">
                <a16:creationId xmlns:a16="http://schemas.microsoft.com/office/drawing/2014/main" id="{1F556585-E356-013C-58B4-883D622EAC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0380" y="5373909"/>
            <a:ext cx="4886688" cy="1333693"/>
          </a:xfrm>
          <a:prstGeom prst="rect">
            <a:avLst/>
          </a:prstGeom>
        </p:spPr>
      </p:pic>
      <p:pic>
        <p:nvPicPr>
          <p:cNvPr id="49" name="Imagen 48" descr="Gráfico, Gráfico radial&#10;&#10;El contenido generado por IA puede ser incorrecto.">
            <a:extLst>
              <a:ext uri="{FF2B5EF4-FFF2-40B4-BE49-F238E27FC236}">
                <a16:creationId xmlns:a16="http://schemas.microsoft.com/office/drawing/2014/main" id="{584C98E4-89C7-AF79-1C38-49730454416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14363" y="4500279"/>
            <a:ext cx="2581968" cy="2151640"/>
          </a:xfrm>
          <a:prstGeom prst="rect">
            <a:avLst/>
          </a:prstGeom>
        </p:spPr>
      </p:pic>
      <p:sp>
        <p:nvSpPr>
          <p:cNvPr id="62" name="CuadroTexto 61">
            <a:extLst>
              <a:ext uri="{FF2B5EF4-FFF2-40B4-BE49-F238E27FC236}">
                <a16:creationId xmlns:a16="http://schemas.microsoft.com/office/drawing/2014/main" id="{4F7AC376-EB10-7DA9-9198-3CFFB2055FBE}"/>
              </a:ext>
            </a:extLst>
          </p:cNvPr>
          <p:cNvSpPr txBox="1"/>
          <p:nvPr/>
        </p:nvSpPr>
        <p:spPr>
          <a:xfrm>
            <a:off x="456680" y="1351172"/>
            <a:ext cx="2984323" cy="307777"/>
          </a:xfrm>
          <a:prstGeom prst="rect">
            <a:avLst/>
          </a:prstGeom>
          <a:noFill/>
        </p:spPr>
        <p:txBody>
          <a:bodyPr wrap="square" rtlCol="0">
            <a:spAutoFit/>
          </a:bodyPr>
          <a:lstStyle/>
          <a:p>
            <a:r>
              <a:rPr lang="es-ES" sz="1400" dirty="0"/>
              <a:t>Cooperación en juegos evolutivos</a:t>
            </a:r>
          </a:p>
        </p:txBody>
      </p:sp>
      <p:sp>
        <p:nvSpPr>
          <p:cNvPr id="63" name="CuadroTexto 62">
            <a:extLst>
              <a:ext uri="{FF2B5EF4-FFF2-40B4-BE49-F238E27FC236}">
                <a16:creationId xmlns:a16="http://schemas.microsoft.com/office/drawing/2014/main" id="{1AE5750F-E61E-1E45-006F-9463E59E3183}"/>
              </a:ext>
            </a:extLst>
          </p:cNvPr>
          <p:cNvSpPr txBox="1"/>
          <p:nvPr/>
        </p:nvSpPr>
        <p:spPr>
          <a:xfrm>
            <a:off x="456002" y="2411160"/>
            <a:ext cx="3072075" cy="307777"/>
          </a:xfrm>
          <a:prstGeom prst="rect">
            <a:avLst/>
          </a:prstGeom>
          <a:noFill/>
        </p:spPr>
        <p:txBody>
          <a:bodyPr wrap="square" rtlCol="0">
            <a:spAutoFit/>
          </a:bodyPr>
          <a:lstStyle/>
          <a:p>
            <a:r>
              <a:rPr lang="es-ES" sz="1400" dirty="0"/>
              <a:t>Medición de la complejidad</a:t>
            </a:r>
          </a:p>
        </p:txBody>
      </p:sp>
      <p:sp>
        <p:nvSpPr>
          <p:cNvPr id="64" name="CuadroTexto 63">
            <a:extLst>
              <a:ext uri="{FF2B5EF4-FFF2-40B4-BE49-F238E27FC236}">
                <a16:creationId xmlns:a16="http://schemas.microsoft.com/office/drawing/2014/main" id="{34E132DD-77E8-D10E-713B-077419C84103}"/>
              </a:ext>
            </a:extLst>
          </p:cNvPr>
          <p:cNvSpPr txBox="1"/>
          <p:nvPr/>
        </p:nvSpPr>
        <p:spPr>
          <a:xfrm>
            <a:off x="456002" y="3966251"/>
            <a:ext cx="3072075" cy="307777"/>
          </a:xfrm>
          <a:prstGeom prst="rect">
            <a:avLst/>
          </a:prstGeom>
          <a:noFill/>
        </p:spPr>
        <p:txBody>
          <a:bodyPr wrap="square" rtlCol="0">
            <a:spAutoFit/>
          </a:bodyPr>
          <a:lstStyle/>
          <a:p>
            <a:r>
              <a:rPr lang="es-ES" sz="1400" dirty="0"/>
              <a:t>Control parcial</a:t>
            </a:r>
          </a:p>
        </p:txBody>
      </p:sp>
      <p:sp>
        <p:nvSpPr>
          <p:cNvPr id="66" name="Rectángulo 65">
            <a:extLst>
              <a:ext uri="{FF2B5EF4-FFF2-40B4-BE49-F238E27FC236}">
                <a16:creationId xmlns:a16="http://schemas.microsoft.com/office/drawing/2014/main" id="{04613121-C3C7-CCA6-FFFC-1456C97C581C}"/>
              </a:ext>
            </a:extLst>
          </p:cNvPr>
          <p:cNvSpPr/>
          <p:nvPr/>
        </p:nvSpPr>
        <p:spPr>
          <a:xfrm flipV="1">
            <a:off x="111862" y="1267377"/>
            <a:ext cx="3688448" cy="1006667"/>
          </a:xfrm>
          <a:prstGeom prst="rect">
            <a:avLst/>
          </a:prstGeom>
          <a:solidFill>
            <a:srgbClr val="FFFFFF">
              <a:alpha val="74902"/>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dirty="0"/>
          </a:p>
        </p:txBody>
      </p:sp>
      <p:sp>
        <p:nvSpPr>
          <p:cNvPr id="67" name="Rectángulo 66">
            <a:extLst>
              <a:ext uri="{FF2B5EF4-FFF2-40B4-BE49-F238E27FC236}">
                <a16:creationId xmlns:a16="http://schemas.microsoft.com/office/drawing/2014/main" id="{4B849E18-ED22-1509-3505-7488E2EE807A}"/>
              </a:ext>
            </a:extLst>
          </p:cNvPr>
          <p:cNvSpPr/>
          <p:nvPr/>
        </p:nvSpPr>
        <p:spPr>
          <a:xfrm>
            <a:off x="368928" y="3946051"/>
            <a:ext cx="3307780" cy="1357183"/>
          </a:xfrm>
          <a:prstGeom prst="rect">
            <a:avLst/>
          </a:prstGeom>
          <a:solidFill>
            <a:srgbClr val="FFFFFF">
              <a:alpha val="74902"/>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68" name="Rectángulo 67">
            <a:extLst>
              <a:ext uri="{FF2B5EF4-FFF2-40B4-BE49-F238E27FC236}">
                <a16:creationId xmlns:a16="http://schemas.microsoft.com/office/drawing/2014/main" id="{68A5F783-11FE-0EDB-F2F6-1C3EB907B708}"/>
              </a:ext>
            </a:extLst>
          </p:cNvPr>
          <p:cNvSpPr/>
          <p:nvPr/>
        </p:nvSpPr>
        <p:spPr>
          <a:xfrm>
            <a:off x="519181" y="2344772"/>
            <a:ext cx="2945713" cy="1514205"/>
          </a:xfrm>
          <a:prstGeom prst="rect">
            <a:avLst/>
          </a:prstGeom>
          <a:solidFill>
            <a:srgbClr val="FFFFFF">
              <a:alpha val="74902"/>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69" name="Rectángulo 68">
            <a:extLst>
              <a:ext uri="{FF2B5EF4-FFF2-40B4-BE49-F238E27FC236}">
                <a16:creationId xmlns:a16="http://schemas.microsoft.com/office/drawing/2014/main" id="{23278E49-291B-5446-67C2-482D25C043CE}"/>
              </a:ext>
            </a:extLst>
          </p:cNvPr>
          <p:cNvSpPr/>
          <p:nvPr/>
        </p:nvSpPr>
        <p:spPr>
          <a:xfrm>
            <a:off x="4108552" y="612484"/>
            <a:ext cx="3208039" cy="1899413"/>
          </a:xfrm>
          <a:prstGeom prst="rect">
            <a:avLst/>
          </a:prstGeom>
          <a:solidFill>
            <a:srgbClr val="FFFFFF">
              <a:alpha val="50196"/>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70" name="Rectángulo 69">
            <a:extLst>
              <a:ext uri="{FF2B5EF4-FFF2-40B4-BE49-F238E27FC236}">
                <a16:creationId xmlns:a16="http://schemas.microsoft.com/office/drawing/2014/main" id="{AF8E2C5B-5AFE-5DDC-24C5-36005F6E6B50}"/>
              </a:ext>
            </a:extLst>
          </p:cNvPr>
          <p:cNvSpPr/>
          <p:nvPr/>
        </p:nvSpPr>
        <p:spPr>
          <a:xfrm>
            <a:off x="3805339" y="2492486"/>
            <a:ext cx="1869551" cy="1781542"/>
          </a:xfrm>
          <a:prstGeom prst="rect">
            <a:avLst/>
          </a:prstGeom>
          <a:solidFill>
            <a:srgbClr val="FFFFFF">
              <a:alpha val="50196"/>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71" name="Rectángulo 70">
            <a:extLst>
              <a:ext uri="{FF2B5EF4-FFF2-40B4-BE49-F238E27FC236}">
                <a16:creationId xmlns:a16="http://schemas.microsoft.com/office/drawing/2014/main" id="{36E6CC1B-109A-A645-7270-AFA6F39AFC2D}"/>
              </a:ext>
            </a:extLst>
          </p:cNvPr>
          <p:cNvSpPr/>
          <p:nvPr/>
        </p:nvSpPr>
        <p:spPr>
          <a:xfrm>
            <a:off x="5745974" y="2531136"/>
            <a:ext cx="3308455" cy="1696757"/>
          </a:xfrm>
          <a:prstGeom prst="rect">
            <a:avLst/>
          </a:prstGeom>
          <a:solidFill>
            <a:srgbClr val="FFFFFF">
              <a:alpha val="50196"/>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72" name="Rectángulo 71">
            <a:extLst>
              <a:ext uri="{FF2B5EF4-FFF2-40B4-BE49-F238E27FC236}">
                <a16:creationId xmlns:a16="http://schemas.microsoft.com/office/drawing/2014/main" id="{A99E4BCD-30B6-AE32-00FF-795C9799B83D}"/>
              </a:ext>
            </a:extLst>
          </p:cNvPr>
          <p:cNvSpPr/>
          <p:nvPr/>
        </p:nvSpPr>
        <p:spPr>
          <a:xfrm>
            <a:off x="603633" y="5303234"/>
            <a:ext cx="4978017" cy="1497616"/>
          </a:xfrm>
          <a:prstGeom prst="rect">
            <a:avLst/>
          </a:prstGeom>
          <a:solidFill>
            <a:srgbClr val="FFFFFF">
              <a:alpha val="50196"/>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73" name="Rectángulo 72">
            <a:extLst>
              <a:ext uri="{FF2B5EF4-FFF2-40B4-BE49-F238E27FC236}">
                <a16:creationId xmlns:a16="http://schemas.microsoft.com/office/drawing/2014/main" id="{0B376088-BB01-6703-82C7-9423D7333F42}"/>
              </a:ext>
            </a:extLst>
          </p:cNvPr>
          <p:cNvSpPr/>
          <p:nvPr/>
        </p:nvSpPr>
        <p:spPr>
          <a:xfrm>
            <a:off x="5778354" y="4188952"/>
            <a:ext cx="3048146" cy="2518649"/>
          </a:xfrm>
          <a:prstGeom prst="rect">
            <a:avLst/>
          </a:prstGeom>
          <a:solidFill>
            <a:srgbClr val="FFFFFF">
              <a:alpha val="50196"/>
            </a:srgbClr>
          </a:solidFill>
          <a:ln>
            <a:solidFill>
              <a:srgbClr val="FFFFFF">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400"/>
          </a:p>
        </p:txBody>
      </p:sp>
      <p:sp>
        <p:nvSpPr>
          <p:cNvPr id="12" name="CuadroTexto 11">
            <a:extLst>
              <a:ext uri="{FF2B5EF4-FFF2-40B4-BE49-F238E27FC236}">
                <a16:creationId xmlns:a16="http://schemas.microsoft.com/office/drawing/2014/main" id="{86B9074B-D5DC-33A7-11B7-7E685148D0AC}"/>
              </a:ext>
            </a:extLst>
          </p:cNvPr>
          <p:cNvSpPr txBox="1"/>
          <p:nvPr/>
        </p:nvSpPr>
        <p:spPr>
          <a:xfrm>
            <a:off x="0" y="0"/>
            <a:ext cx="8782430" cy="646331"/>
          </a:xfrm>
          <a:prstGeom prst="rect">
            <a:avLst/>
          </a:prstGeom>
          <a:noFill/>
        </p:spPr>
        <p:txBody>
          <a:bodyPr wrap="square" rtlCol="0">
            <a:spAutoFit/>
          </a:bodyPr>
          <a:lstStyle/>
          <a:p>
            <a:pPr algn="r"/>
            <a:r>
              <a:rPr lang="es-ES" sz="3600" b="1" dirty="0">
                <a:solidFill>
                  <a:schemeClr val="bg2">
                    <a:lumMod val="10000"/>
                  </a:schemeClr>
                </a:solidFill>
                <a:latin typeface="Amasis MT Pro Light" panose="02040304050005020304" pitchFamily="18" charset="0"/>
                <a:cs typeface="Adobe Devanagari" panose="02040503050201020203" pitchFamily="18" charset="0"/>
              </a:rPr>
              <a:t>Introducción</a:t>
            </a:r>
            <a:endParaRPr lang="es-ES" sz="4800" b="1" dirty="0">
              <a:solidFill>
                <a:schemeClr val="bg2">
                  <a:lumMod val="10000"/>
                </a:schemeClr>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977630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66"/>
                                        </p:tgtEl>
                                      </p:cBhvr>
                                    </p:animEffect>
                                    <p:set>
                                      <p:cBhvr>
                                        <p:cTn id="7" dur="1" fill="hold">
                                          <p:stCondLst>
                                            <p:cond delay="499"/>
                                          </p:stCondLst>
                                        </p:cTn>
                                        <p:tgtEl>
                                          <p:spTgt spid="66"/>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69"/>
                                        </p:tgtEl>
                                      </p:cBhvr>
                                    </p:animEffect>
                                    <p:set>
                                      <p:cBhvr>
                                        <p:cTn id="10" dur="1" fill="hold">
                                          <p:stCondLst>
                                            <p:cond delay="499"/>
                                          </p:stCondLst>
                                        </p:cTn>
                                        <p:tgtEl>
                                          <p:spTgt spid="6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1"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fade">
                                      <p:cBhvr>
                                        <p:cTn id="15" dur="500"/>
                                        <p:tgtEl>
                                          <p:spTgt spid="69"/>
                                        </p:tgtEl>
                                      </p:cBhvr>
                                    </p:animEffect>
                                  </p:childTnLst>
                                </p:cTn>
                              </p:par>
                              <p:par>
                                <p:cTn id="16" presetID="10" presetClass="entr" presetSubtype="0" fill="hold" grpId="1" nodeType="with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childTnLst>
                                </p:cTn>
                              </p:par>
                              <p:par>
                                <p:cTn id="19" presetID="10" presetClass="exit" presetSubtype="0" fill="hold" grpId="0" nodeType="withEffect">
                                  <p:stCondLst>
                                    <p:cond delay="0"/>
                                  </p:stCondLst>
                                  <p:childTnLst>
                                    <p:animEffect transition="out" filter="fade">
                                      <p:cBhvr>
                                        <p:cTn id="20" dur="500"/>
                                        <p:tgtEl>
                                          <p:spTgt spid="68"/>
                                        </p:tgtEl>
                                      </p:cBhvr>
                                    </p:animEffect>
                                    <p:set>
                                      <p:cBhvr>
                                        <p:cTn id="21" dur="1" fill="hold">
                                          <p:stCondLst>
                                            <p:cond delay="499"/>
                                          </p:stCondLst>
                                        </p:cTn>
                                        <p:tgtEl>
                                          <p:spTgt spid="68"/>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70"/>
                                        </p:tgtEl>
                                      </p:cBhvr>
                                    </p:animEffect>
                                    <p:set>
                                      <p:cBhvr>
                                        <p:cTn id="24" dur="1" fill="hold">
                                          <p:stCondLst>
                                            <p:cond delay="499"/>
                                          </p:stCondLst>
                                        </p:cTn>
                                        <p:tgtEl>
                                          <p:spTgt spid="70"/>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71"/>
                                        </p:tgtEl>
                                      </p:cBhvr>
                                    </p:animEffect>
                                    <p:set>
                                      <p:cBhvr>
                                        <p:cTn id="27" dur="1" fill="hold">
                                          <p:stCondLst>
                                            <p:cond delay="499"/>
                                          </p:stCondLst>
                                        </p:cTn>
                                        <p:tgtEl>
                                          <p:spTgt spid="71"/>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1" nodeType="click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500"/>
                                        <p:tgtEl>
                                          <p:spTgt spid="68"/>
                                        </p:tgtEl>
                                      </p:cBhvr>
                                    </p:animEffect>
                                  </p:childTnLst>
                                </p:cTn>
                              </p:par>
                              <p:par>
                                <p:cTn id="33" presetID="10" presetClass="entr" presetSubtype="0" fill="hold" grpId="1" nodeType="with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par>
                                <p:cTn id="36" presetID="10" presetClass="entr" presetSubtype="0" fill="hold" grpId="1" nodeType="withEffect">
                                  <p:stCondLst>
                                    <p:cond delay="0"/>
                                  </p:stCondLst>
                                  <p:childTnLst>
                                    <p:set>
                                      <p:cBhvr>
                                        <p:cTn id="37" dur="1" fill="hold">
                                          <p:stCondLst>
                                            <p:cond delay="0"/>
                                          </p:stCondLst>
                                        </p:cTn>
                                        <p:tgtEl>
                                          <p:spTgt spid="71"/>
                                        </p:tgtEl>
                                        <p:attrNameLst>
                                          <p:attrName>style.visibility</p:attrName>
                                        </p:attrNameLst>
                                      </p:cBhvr>
                                      <p:to>
                                        <p:strVal val="visible"/>
                                      </p:to>
                                    </p:set>
                                    <p:animEffect transition="in" filter="fade">
                                      <p:cBhvr>
                                        <p:cTn id="38" dur="500"/>
                                        <p:tgtEl>
                                          <p:spTgt spid="71"/>
                                        </p:tgtEl>
                                      </p:cBhvr>
                                    </p:animEffect>
                                  </p:childTnLst>
                                </p:cTn>
                              </p:par>
                              <p:par>
                                <p:cTn id="39" presetID="10" presetClass="exit" presetSubtype="0" fill="hold" grpId="0" nodeType="withEffect">
                                  <p:stCondLst>
                                    <p:cond delay="0"/>
                                  </p:stCondLst>
                                  <p:childTnLst>
                                    <p:animEffect transition="out" filter="fade">
                                      <p:cBhvr>
                                        <p:cTn id="40" dur="500"/>
                                        <p:tgtEl>
                                          <p:spTgt spid="72"/>
                                        </p:tgtEl>
                                      </p:cBhvr>
                                    </p:animEffect>
                                    <p:set>
                                      <p:cBhvr>
                                        <p:cTn id="41" dur="1" fill="hold">
                                          <p:stCondLst>
                                            <p:cond delay="499"/>
                                          </p:stCondLst>
                                        </p:cTn>
                                        <p:tgtEl>
                                          <p:spTgt spid="72"/>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73"/>
                                        </p:tgtEl>
                                      </p:cBhvr>
                                    </p:animEffect>
                                    <p:set>
                                      <p:cBhvr>
                                        <p:cTn id="44" dur="1" fill="hold">
                                          <p:stCondLst>
                                            <p:cond delay="499"/>
                                          </p:stCondLst>
                                        </p:cTn>
                                        <p:tgtEl>
                                          <p:spTgt spid="73"/>
                                        </p:tgtEl>
                                        <p:attrNameLst>
                                          <p:attrName>style.visibility</p:attrName>
                                        </p:attrNameLst>
                                      </p:cBhvr>
                                      <p:to>
                                        <p:strVal val="hidden"/>
                                      </p:to>
                                    </p:set>
                                  </p:childTnLst>
                                </p:cTn>
                              </p:par>
                              <p:par>
                                <p:cTn id="45" presetID="10" presetClass="exit" presetSubtype="0" fill="hold" grpId="0" nodeType="withEffect">
                                  <p:stCondLst>
                                    <p:cond delay="0"/>
                                  </p:stCondLst>
                                  <p:childTnLst>
                                    <p:animEffect transition="out" filter="fade">
                                      <p:cBhvr>
                                        <p:cTn id="46" dur="500"/>
                                        <p:tgtEl>
                                          <p:spTgt spid="67"/>
                                        </p:tgtEl>
                                      </p:cBhvr>
                                    </p:animEffect>
                                    <p:set>
                                      <p:cBhvr>
                                        <p:cTn id="47" dur="1" fill="hold">
                                          <p:stCondLst>
                                            <p:cond delay="4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67" grpId="0" animBg="1"/>
      <p:bldP spid="68" grpId="0" animBg="1"/>
      <p:bldP spid="68" grpId="1" animBg="1"/>
      <p:bldP spid="69" grpId="0" animBg="1"/>
      <p:bldP spid="69" grpId="1" animBg="1"/>
      <p:bldP spid="70" grpId="0" animBg="1"/>
      <p:bldP spid="70" grpId="1" animBg="1"/>
      <p:bldP spid="71" grpId="0" animBg="1"/>
      <p:bldP spid="71" grpId="1" animBg="1"/>
      <p:bldP spid="72" grpId="0" animBg="1"/>
      <p:bldP spid="7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8B071-DCF6-ABC1-B062-A9F6DCDFFB0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9F92BCE5-4796-BA4C-1555-BA6A58204DD4}"/>
              </a:ext>
            </a:extLst>
          </p:cNvPr>
          <p:cNvSpPr txBox="1"/>
          <p:nvPr/>
        </p:nvSpPr>
        <p:spPr>
          <a:xfrm>
            <a:off x="-5693" y="0"/>
            <a:ext cx="8782430" cy="1200329"/>
          </a:xfrm>
          <a:prstGeom prst="rect">
            <a:avLst/>
          </a:prstGeom>
          <a:noFill/>
        </p:spPr>
        <p:txBody>
          <a:bodyPr wrap="square" rtlCol="0">
            <a:spAutoFit/>
          </a:bodyPr>
          <a:lstStyle/>
          <a:p>
            <a:pPr algn="r"/>
            <a:r>
              <a:rPr lang="es-ES" sz="3600" b="1" dirty="0">
                <a:latin typeface="Amasis MT Pro Light" panose="02040304050005020304" pitchFamily="18" charset="0"/>
                <a:cs typeface="Adobe Devanagari" panose="02040503050201020203" pitchFamily="18" charset="0"/>
              </a:rPr>
              <a:t>1</a:t>
            </a:r>
            <a:r>
              <a:rPr lang="es-ES" sz="3600" b="1" dirty="0">
                <a:solidFill>
                  <a:schemeClr val="bg2">
                    <a:lumMod val="10000"/>
                  </a:schemeClr>
                </a:solidFill>
                <a:latin typeface="Amasis MT Pro Light" panose="02040304050005020304" pitchFamily="18" charset="0"/>
                <a:cs typeface="Adobe Devanagari" panose="02040503050201020203" pitchFamily="18" charset="0"/>
              </a:rPr>
              <a:t>. </a:t>
            </a:r>
            <a:r>
              <a:rPr lang="en-US" sz="3600" b="1" dirty="0">
                <a:solidFill>
                  <a:schemeClr val="bg2">
                    <a:lumMod val="10000"/>
                  </a:schemeClr>
                </a:solidFill>
                <a:latin typeface="Amasis MT Pro Light" panose="02040304050005020304" pitchFamily="18" charset="0"/>
                <a:cs typeface="Adobe Devanagari" panose="02040503050201020203" pitchFamily="18" charset="0"/>
              </a:rPr>
              <a:t>Time-dependent effects hinder cooperation on the public goods game</a:t>
            </a:r>
          </a:p>
        </p:txBody>
      </p:sp>
      <p:pic>
        <p:nvPicPr>
          <p:cNvPr id="5" name="Imagen 4">
            <a:extLst>
              <a:ext uri="{FF2B5EF4-FFF2-40B4-BE49-F238E27FC236}">
                <a16:creationId xmlns:a16="http://schemas.microsoft.com/office/drawing/2014/main" id="{454DE507-6FAF-E625-2D68-89314E8B5BBB}"/>
              </a:ext>
            </a:extLst>
          </p:cNvPr>
          <p:cNvPicPr>
            <a:picLocks noChangeAspect="1"/>
          </p:cNvPicPr>
          <p:nvPr/>
        </p:nvPicPr>
        <p:blipFill>
          <a:blip r:embed="rId2"/>
          <a:stretch>
            <a:fillRect/>
          </a:stretch>
        </p:blipFill>
        <p:spPr>
          <a:xfrm>
            <a:off x="923416" y="1631909"/>
            <a:ext cx="7297168" cy="4429743"/>
          </a:xfrm>
          <a:prstGeom prst="rect">
            <a:avLst/>
          </a:prstGeom>
        </p:spPr>
      </p:pic>
    </p:spTree>
    <p:extLst>
      <p:ext uri="{BB962C8B-B14F-4D97-AF65-F5344CB8AC3E}">
        <p14:creationId xmlns:p14="http://schemas.microsoft.com/office/powerpoint/2010/main" val="33894247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5ABA1-82E9-D762-82B8-F28D547A4A1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277F0E43-E61B-4CDF-75DA-6C0133C8FD97}"/>
              </a:ext>
            </a:extLst>
          </p:cNvPr>
          <p:cNvSpPr txBox="1"/>
          <p:nvPr/>
        </p:nvSpPr>
        <p:spPr>
          <a:xfrm>
            <a:off x="1641475" y="1291172"/>
            <a:ext cx="1589442" cy="830997"/>
          </a:xfrm>
          <a:prstGeom prst="rect">
            <a:avLst/>
          </a:prstGeom>
          <a:noFill/>
        </p:spPr>
        <p:txBody>
          <a:bodyPr wrap="square" rtlCol="0">
            <a:spAutoFit/>
          </a:bodyPr>
          <a:lstStyle/>
          <a:p>
            <a:pPr algn="ctr"/>
            <a:r>
              <a:rPr lang="es-ES" sz="2400" dirty="0">
                <a:solidFill>
                  <a:schemeClr val="bg2">
                    <a:lumMod val="25000"/>
                  </a:schemeClr>
                </a:solidFill>
                <a:latin typeface="Amasis MT Pro" panose="02040504050005020304" pitchFamily="18" charset="0"/>
              </a:rPr>
              <a:t>Aptitud (fitness)</a:t>
            </a:r>
          </a:p>
        </p:txBody>
      </p:sp>
      <p:sp>
        <p:nvSpPr>
          <p:cNvPr id="5" name="CuadroTexto 4">
            <a:extLst>
              <a:ext uri="{FF2B5EF4-FFF2-40B4-BE49-F238E27FC236}">
                <a16:creationId xmlns:a16="http://schemas.microsoft.com/office/drawing/2014/main" id="{53F317F5-E355-8DC9-DC02-231B1C61C40B}"/>
              </a:ext>
            </a:extLst>
          </p:cNvPr>
          <p:cNvSpPr txBox="1"/>
          <p:nvPr/>
        </p:nvSpPr>
        <p:spPr>
          <a:xfrm>
            <a:off x="4730396" y="1398584"/>
            <a:ext cx="2014538" cy="830997"/>
          </a:xfrm>
          <a:prstGeom prst="rect">
            <a:avLst/>
          </a:prstGeom>
          <a:noFill/>
        </p:spPr>
        <p:txBody>
          <a:bodyPr wrap="square" rtlCol="0">
            <a:spAutoFit/>
          </a:bodyPr>
          <a:lstStyle/>
          <a:p>
            <a:pPr algn="ctr"/>
            <a:r>
              <a:rPr lang="es-ES" sz="2400" dirty="0">
                <a:solidFill>
                  <a:schemeClr val="bg2">
                    <a:lumMod val="25000"/>
                  </a:schemeClr>
                </a:solidFill>
                <a:latin typeface="Amasis MT Pro" panose="02040504050005020304" pitchFamily="18" charset="0"/>
              </a:rPr>
              <a:t>Recompensa (</a:t>
            </a:r>
            <a:r>
              <a:rPr lang="es-ES" sz="2400" dirty="0" err="1">
                <a:solidFill>
                  <a:schemeClr val="bg2">
                    <a:lumMod val="25000"/>
                  </a:schemeClr>
                </a:solidFill>
                <a:latin typeface="Amasis MT Pro" panose="02040504050005020304" pitchFamily="18" charset="0"/>
              </a:rPr>
              <a:t>payoff</a:t>
            </a:r>
            <a:r>
              <a:rPr lang="es-ES" sz="2400" dirty="0">
                <a:solidFill>
                  <a:schemeClr val="bg2">
                    <a:lumMod val="25000"/>
                  </a:schemeClr>
                </a:solidFill>
                <a:latin typeface="Amasis MT Pro" panose="02040504050005020304" pitchFamily="18" charset="0"/>
              </a:rPr>
              <a:t>)</a:t>
            </a:r>
          </a:p>
        </p:txBody>
      </p:sp>
      <p:cxnSp>
        <p:nvCxnSpPr>
          <p:cNvPr id="7" name="Conector recto de flecha 6">
            <a:extLst>
              <a:ext uri="{FF2B5EF4-FFF2-40B4-BE49-F238E27FC236}">
                <a16:creationId xmlns:a16="http://schemas.microsoft.com/office/drawing/2014/main" id="{355CC1C1-CECC-9E54-30DA-A125A5325176}"/>
              </a:ext>
            </a:extLst>
          </p:cNvPr>
          <p:cNvCxnSpPr>
            <a:cxnSpLocks/>
          </p:cNvCxnSpPr>
          <p:nvPr/>
        </p:nvCxnSpPr>
        <p:spPr>
          <a:xfrm flipH="1">
            <a:off x="3395663" y="1706670"/>
            <a:ext cx="1133475"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132D9AA6-104F-106C-84BA-0DF2BFC17536}"/>
              </a:ext>
            </a:extLst>
          </p:cNvPr>
          <p:cNvSpPr txBox="1"/>
          <p:nvPr/>
        </p:nvSpPr>
        <p:spPr>
          <a:xfrm>
            <a:off x="5300662" y="2415384"/>
            <a:ext cx="2674938" cy="461665"/>
          </a:xfrm>
          <a:prstGeom prst="rect">
            <a:avLst/>
          </a:prstGeom>
          <a:noFill/>
        </p:spPr>
        <p:txBody>
          <a:bodyPr wrap="square" rtlCol="0">
            <a:spAutoFit/>
          </a:bodyPr>
          <a:lstStyle/>
          <a:p>
            <a:r>
              <a:rPr lang="es-ES" sz="2400" dirty="0">
                <a:solidFill>
                  <a:schemeClr val="bg2">
                    <a:lumMod val="25000"/>
                  </a:schemeClr>
                </a:solidFill>
                <a:latin typeface="Amasis MT Pro" panose="02040504050005020304" pitchFamily="18" charset="0"/>
              </a:rPr>
              <a:t>Estrategia propia</a:t>
            </a:r>
          </a:p>
        </p:txBody>
      </p:sp>
      <p:sp>
        <p:nvSpPr>
          <p:cNvPr id="9" name="CuadroTexto 8">
            <a:extLst>
              <a:ext uri="{FF2B5EF4-FFF2-40B4-BE49-F238E27FC236}">
                <a16:creationId xmlns:a16="http://schemas.microsoft.com/office/drawing/2014/main" id="{F0513A18-9959-C5FD-D0CF-ED0D1916E096}"/>
              </a:ext>
            </a:extLst>
          </p:cNvPr>
          <p:cNvSpPr txBox="1"/>
          <p:nvPr/>
        </p:nvSpPr>
        <p:spPr>
          <a:xfrm>
            <a:off x="5300662" y="3305710"/>
            <a:ext cx="3055938" cy="461665"/>
          </a:xfrm>
          <a:prstGeom prst="rect">
            <a:avLst/>
          </a:prstGeom>
          <a:noFill/>
        </p:spPr>
        <p:txBody>
          <a:bodyPr wrap="square" rtlCol="0">
            <a:spAutoFit/>
          </a:bodyPr>
          <a:lstStyle/>
          <a:p>
            <a:r>
              <a:rPr lang="es-ES" sz="2400" dirty="0">
                <a:solidFill>
                  <a:schemeClr val="bg2">
                    <a:lumMod val="25000"/>
                  </a:schemeClr>
                </a:solidFill>
                <a:latin typeface="Amasis MT Pro" panose="02040504050005020304" pitchFamily="18" charset="0"/>
              </a:rPr>
              <a:t>Estrategia vecinos</a:t>
            </a:r>
          </a:p>
        </p:txBody>
      </p:sp>
      <p:cxnSp>
        <p:nvCxnSpPr>
          <p:cNvPr id="11" name="Conector recto 10">
            <a:extLst>
              <a:ext uri="{FF2B5EF4-FFF2-40B4-BE49-F238E27FC236}">
                <a16:creationId xmlns:a16="http://schemas.microsoft.com/office/drawing/2014/main" id="{D9C55E56-2F90-59F9-E356-D2DE11B0376F}"/>
              </a:ext>
            </a:extLst>
          </p:cNvPr>
          <p:cNvCxnSpPr/>
          <p:nvPr/>
        </p:nvCxnSpPr>
        <p:spPr>
          <a:xfrm>
            <a:off x="5130800" y="2315735"/>
            <a:ext cx="0" cy="158115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2" name="CuadroTexto 11">
            <a:extLst>
              <a:ext uri="{FF2B5EF4-FFF2-40B4-BE49-F238E27FC236}">
                <a16:creationId xmlns:a16="http://schemas.microsoft.com/office/drawing/2014/main" id="{484E749A-AEF7-F277-9037-EBCF68863547}"/>
              </a:ext>
            </a:extLst>
          </p:cNvPr>
          <p:cNvSpPr txBox="1"/>
          <p:nvPr/>
        </p:nvSpPr>
        <p:spPr>
          <a:xfrm>
            <a:off x="689769" y="4354728"/>
            <a:ext cx="4345781" cy="461665"/>
          </a:xfrm>
          <a:prstGeom prst="rect">
            <a:avLst/>
          </a:prstGeom>
          <a:noFill/>
        </p:spPr>
        <p:txBody>
          <a:bodyPr wrap="square" rtlCol="0">
            <a:spAutoFit/>
          </a:bodyPr>
          <a:lstStyle/>
          <a:p>
            <a:r>
              <a:rPr lang="es-ES" sz="2400" dirty="0">
                <a:solidFill>
                  <a:schemeClr val="bg2">
                    <a:lumMod val="25000"/>
                  </a:schemeClr>
                </a:solidFill>
                <a:latin typeface="Amasis MT Pro" panose="02040504050005020304" pitchFamily="18" charset="0"/>
              </a:rPr>
              <a:t>Dinámica evolutiva: Imitación</a:t>
            </a:r>
          </a:p>
        </p:txBody>
      </p:sp>
      <p:cxnSp>
        <p:nvCxnSpPr>
          <p:cNvPr id="13" name="Conector recto de flecha 12">
            <a:extLst>
              <a:ext uri="{FF2B5EF4-FFF2-40B4-BE49-F238E27FC236}">
                <a16:creationId xmlns:a16="http://schemas.microsoft.com/office/drawing/2014/main" id="{FC0A184A-EDBD-F2B7-559D-306ADB2A47DE}"/>
              </a:ext>
            </a:extLst>
          </p:cNvPr>
          <p:cNvCxnSpPr>
            <a:cxnSpLocks/>
          </p:cNvCxnSpPr>
          <p:nvPr/>
        </p:nvCxnSpPr>
        <p:spPr>
          <a:xfrm>
            <a:off x="2398096" y="2315735"/>
            <a:ext cx="0" cy="1776413"/>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E779DAF9-F9AC-2618-1841-AE7175A11493}"/>
              </a:ext>
            </a:extLst>
          </p:cNvPr>
          <p:cNvPicPr>
            <a:picLocks noChangeAspect="1"/>
          </p:cNvPicPr>
          <p:nvPr/>
        </p:nvPicPr>
        <p:blipFill>
          <a:blip r:embed="rId2"/>
          <a:stretch>
            <a:fillRect/>
          </a:stretch>
        </p:blipFill>
        <p:spPr>
          <a:xfrm>
            <a:off x="2119962" y="5100316"/>
            <a:ext cx="4531119" cy="844154"/>
          </a:xfrm>
          <a:prstGeom prst="rect">
            <a:avLst/>
          </a:prstGeom>
        </p:spPr>
      </p:pic>
      <p:pic>
        <p:nvPicPr>
          <p:cNvPr id="19" name="Imagen 18">
            <a:extLst>
              <a:ext uri="{FF2B5EF4-FFF2-40B4-BE49-F238E27FC236}">
                <a16:creationId xmlns:a16="http://schemas.microsoft.com/office/drawing/2014/main" id="{32674367-BEF8-AFEA-290D-DC9878A9AA60}"/>
              </a:ext>
            </a:extLst>
          </p:cNvPr>
          <p:cNvPicPr>
            <a:picLocks noChangeAspect="1"/>
          </p:cNvPicPr>
          <p:nvPr/>
        </p:nvPicPr>
        <p:blipFill>
          <a:blip r:embed="rId3"/>
          <a:stretch>
            <a:fillRect/>
          </a:stretch>
        </p:blipFill>
        <p:spPr>
          <a:xfrm>
            <a:off x="7924805" y="2535159"/>
            <a:ext cx="268294" cy="222113"/>
          </a:xfrm>
          <a:prstGeom prst="rect">
            <a:avLst/>
          </a:prstGeom>
        </p:spPr>
      </p:pic>
      <p:pic>
        <p:nvPicPr>
          <p:cNvPr id="21" name="Imagen 20">
            <a:extLst>
              <a:ext uri="{FF2B5EF4-FFF2-40B4-BE49-F238E27FC236}">
                <a16:creationId xmlns:a16="http://schemas.microsoft.com/office/drawing/2014/main" id="{E4421A86-9490-ED3F-0659-FCD1F9E2B7EB}"/>
              </a:ext>
            </a:extLst>
          </p:cNvPr>
          <p:cNvPicPr>
            <a:picLocks noChangeAspect="1"/>
          </p:cNvPicPr>
          <p:nvPr/>
        </p:nvPicPr>
        <p:blipFill>
          <a:blip r:embed="rId4"/>
          <a:stretch>
            <a:fillRect/>
          </a:stretch>
        </p:blipFill>
        <p:spPr>
          <a:xfrm>
            <a:off x="7924805" y="3401438"/>
            <a:ext cx="268294" cy="266122"/>
          </a:xfrm>
          <a:prstGeom prst="rect">
            <a:avLst/>
          </a:prstGeom>
        </p:spPr>
      </p:pic>
      <p:sp>
        <p:nvSpPr>
          <p:cNvPr id="14" name="CuadroTexto 13">
            <a:extLst>
              <a:ext uri="{FF2B5EF4-FFF2-40B4-BE49-F238E27FC236}">
                <a16:creationId xmlns:a16="http://schemas.microsoft.com/office/drawing/2014/main" id="{8BB3FB45-9113-0200-D692-163514E63A7D}"/>
              </a:ext>
            </a:extLst>
          </p:cNvPr>
          <p:cNvSpPr txBox="1"/>
          <p:nvPr/>
        </p:nvSpPr>
        <p:spPr>
          <a:xfrm>
            <a:off x="-5693" y="0"/>
            <a:ext cx="8782430" cy="646331"/>
          </a:xfrm>
          <a:prstGeom prst="rect">
            <a:avLst/>
          </a:prstGeom>
          <a:noFill/>
        </p:spPr>
        <p:txBody>
          <a:bodyPr wrap="square" rtlCol="0">
            <a:spAutoFit/>
          </a:bodyPr>
          <a:lstStyle/>
          <a:p>
            <a:pPr algn="r"/>
            <a:r>
              <a:rPr lang="es-ES" sz="3600" dirty="0">
                <a:solidFill>
                  <a:schemeClr val="bg2">
                    <a:lumMod val="10000"/>
                  </a:schemeClr>
                </a:solidFill>
                <a:latin typeface="Amasis MT Pro Light" panose="02040304050005020304" pitchFamily="18" charset="0"/>
                <a:cs typeface="Adobe Devanagari" panose="02040503050201020203" pitchFamily="18" charset="0"/>
              </a:rPr>
              <a:t>Teoría evolutiva de juegos</a:t>
            </a:r>
            <a:endParaRPr lang="es-ES" sz="4500" dirty="0">
              <a:solidFill>
                <a:schemeClr val="bg2">
                  <a:lumMod val="10000"/>
                </a:schemeClr>
              </a:solidFill>
              <a:latin typeface="Amasis MT Pro Light" panose="02040304050005020304" pitchFamily="18" charset="0"/>
              <a:cs typeface="Adobe Devanagari" panose="02040503050201020203" pitchFamily="18" charset="0"/>
            </a:endParaRPr>
          </a:p>
        </p:txBody>
      </p:sp>
      <p:pic>
        <p:nvPicPr>
          <p:cNvPr id="16" name="Imagen 15">
            <a:extLst>
              <a:ext uri="{FF2B5EF4-FFF2-40B4-BE49-F238E27FC236}">
                <a16:creationId xmlns:a16="http://schemas.microsoft.com/office/drawing/2014/main" id="{08CF6264-9612-DF7C-37F7-ACD704DC01B5}"/>
              </a:ext>
            </a:extLst>
          </p:cNvPr>
          <p:cNvPicPr>
            <a:picLocks noChangeAspect="1"/>
          </p:cNvPicPr>
          <p:nvPr/>
        </p:nvPicPr>
        <p:blipFill>
          <a:blip r:embed="rId5"/>
          <a:stretch>
            <a:fillRect/>
          </a:stretch>
        </p:blipFill>
        <p:spPr>
          <a:xfrm>
            <a:off x="6946192" y="1652980"/>
            <a:ext cx="339709" cy="319789"/>
          </a:xfrm>
          <a:prstGeom prst="rect">
            <a:avLst/>
          </a:prstGeom>
        </p:spPr>
      </p:pic>
    </p:spTree>
    <p:extLst>
      <p:ext uri="{BB962C8B-B14F-4D97-AF65-F5344CB8AC3E}">
        <p14:creationId xmlns:p14="http://schemas.microsoft.com/office/powerpoint/2010/main" val="3963325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6C2D2-9D85-ACDA-E832-84657D14AB63}"/>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815C2388-DAA7-481F-4022-840F6B0CEC71}"/>
              </a:ext>
            </a:extLst>
          </p:cNvPr>
          <p:cNvSpPr/>
          <p:nvPr/>
        </p:nvSpPr>
        <p:spPr>
          <a:xfrm>
            <a:off x="3406346" y="2302868"/>
            <a:ext cx="2411730" cy="2411730"/>
          </a:xfrm>
          <a:prstGeom prst="ellipse">
            <a:avLst/>
          </a:prstGeom>
          <a:solidFill>
            <a:schemeClr val="bg2">
              <a:lumMod val="75000"/>
            </a:schemeClr>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461DD956-2C60-454B-2A2A-CCBAD9845C33}"/>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solidFill>
                  <a:schemeClr val="bg2">
                    <a:lumMod val="10000"/>
                  </a:schemeClr>
                </a:solidFill>
                <a:latin typeface="Amasis MT Pro" panose="02040504050005020304" pitchFamily="18" charset="0"/>
              </a:rPr>
              <a:t>Bien Público</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FE10E4F7-502F-BB85-9C4C-631E885364BA}"/>
                  </a:ext>
                </a:extLst>
              </p:cNvPr>
              <p:cNvSpPr txBox="1"/>
              <p:nvPr/>
            </p:nvSpPr>
            <p:spPr>
              <a:xfrm>
                <a:off x="4525242" y="3425839"/>
                <a:ext cx="1254806" cy="523220"/>
              </a:xfrm>
              <a:prstGeom prst="rect">
                <a:avLst/>
              </a:prstGeom>
              <a:noFill/>
            </p:spPr>
            <p:txBody>
              <a:bodyPr wrap="square">
                <a:spAutoFit/>
              </a:bodyPr>
              <a:lstStyle/>
              <a:p>
                <a:pPr algn="ctr"/>
                <a14:m>
                  <m:oMathPara xmlns:m="http://schemas.openxmlformats.org/officeDocument/2006/math">
                    <m:oMathParaPr>
                      <m:jc m:val="left"/>
                    </m:oMathParaPr>
                    <m:oMath xmlns:m="http://schemas.openxmlformats.org/officeDocument/2006/math">
                      <m:sSub>
                        <m:sSubPr>
                          <m:ctrlPr>
                            <a:rPr lang="es-ES" sz="2800" i="1" smtClean="0">
                              <a:solidFill>
                                <a:schemeClr val="accent1">
                                  <a:lumMod val="60000"/>
                                  <a:lumOff val="40000"/>
                                </a:schemeClr>
                              </a:solidFill>
                              <a:latin typeface="Cambria Math" panose="02040503050406030204" pitchFamily="18" charset="0"/>
                            </a:rPr>
                          </m:ctrlPr>
                        </m:sSubPr>
                        <m:e>
                          <m:sSup>
                            <m:sSupPr>
                              <m:ctrlPr>
                                <a:rPr lang="es-ES" sz="2800" i="1">
                                  <a:solidFill>
                                    <a:schemeClr val="accent1">
                                      <a:lumMod val="60000"/>
                                      <a:lumOff val="40000"/>
                                    </a:schemeClr>
                                  </a:solidFill>
                                  <a:latin typeface="Cambria Math" panose="02040503050406030204" pitchFamily="18" charset="0"/>
                                </a:rPr>
                              </m:ctrlPr>
                            </m:sSupPr>
                            <m:e>
                              <m:r>
                                <a:rPr lang="es-ES" sz="2800" i="1">
                                  <a:solidFill>
                                    <a:schemeClr val="accent1">
                                      <a:lumMod val="60000"/>
                                      <a:lumOff val="40000"/>
                                    </a:schemeClr>
                                  </a:solidFill>
                                  <a:latin typeface="Cambria Math" panose="02040503050406030204" pitchFamily="18" charset="0"/>
                                </a:rPr>
                                <m:t>𝑁</m:t>
                              </m:r>
                            </m:e>
                            <m:sup>
                              <m:r>
                                <a:rPr lang="es-ES" sz="2800" i="1">
                                  <a:solidFill>
                                    <a:schemeClr val="accent1">
                                      <a:lumMod val="60000"/>
                                      <a:lumOff val="40000"/>
                                    </a:schemeClr>
                                  </a:solidFill>
                                  <a:latin typeface="Cambria Math" panose="02040503050406030204" pitchFamily="18" charset="0"/>
                                </a:rPr>
                                <m:t>𝑔</m:t>
                              </m:r>
                            </m:sup>
                          </m:sSup>
                        </m:e>
                        <m:sub>
                          <m:r>
                            <a:rPr lang="es-ES" sz="2800" i="1">
                              <a:solidFill>
                                <a:schemeClr val="accent1">
                                  <a:lumMod val="60000"/>
                                  <a:lumOff val="40000"/>
                                </a:schemeClr>
                              </a:solidFill>
                              <a:latin typeface="Cambria Math" panose="02040503050406030204" pitchFamily="18" charset="0"/>
                            </a:rPr>
                            <m:t>𝐶</m:t>
                          </m:r>
                        </m:sub>
                      </m:sSub>
                    </m:oMath>
                  </m:oMathPara>
                </a14:m>
                <a:endParaRPr lang="es-ES" sz="1350" dirty="0">
                  <a:solidFill>
                    <a:schemeClr val="accent5">
                      <a:lumMod val="50000"/>
                    </a:schemeClr>
                  </a:solidFill>
                </a:endParaRPr>
              </a:p>
            </p:txBody>
          </p:sp>
        </mc:Choice>
        <mc:Fallback xmlns="">
          <p:sp>
            <p:nvSpPr>
              <p:cNvPr id="19" name="CuadroTexto 18">
                <a:extLst>
                  <a:ext uri="{FF2B5EF4-FFF2-40B4-BE49-F238E27FC236}">
                    <a16:creationId xmlns:a16="http://schemas.microsoft.com/office/drawing/2014/main" id="{FE10E4F7-502F-BB85-9C4C-631E885364BA}"/>
                  </a:ext>
                </a:extLst>
              </p:cNvPr>
              <p:cNvSpPr txBox="1">
                <a:spLocks noRot="1" noChangeAspect="1" noMove="1" noResize="1" noEditPoints="1" noAdjustHandles="1" noChangeArrowheads="1" noChangeShapeType="1" noTextEdit="1"/>
              </p:cNvSpPr>
              <p:nvPr/>
            </p:nvSpPr>
            <p:spPr>
              <a:xfrm>
                <a:off x="4525242" y="3425839"/>
                <a:ext cx="1254806" cy="523220"/>
              </a:xfrm>
              <a:prstGeom prst="rect">
                <a:avLst/>
              </a:prstGeom>
              <a:blipFill>
                <a:blip r:embed="rId3"/>
                <a:stretch>
                  <a:fillRect/>
                </a:stretch>
              </a:blipFill>
            </p:spPr>
            <p:txBody>
              <a:bodyPr/>
              <a:lstStyle/>
              <a:p>
                <a:r>
                  <a:rPr lang="es-ES">
                    <a:noFill/>
                  </a:rPr>
                  <a:t> </a:t>
                </a:r>
              </a:p>
            </p:txBody>
          </p:sp>
        </mc:Fallback>
      </mc:AlternateContent>
      <p:sp>
        <p:nvSpPr>
          <p:cNvPr id="20" name="Flecha: curvada hacia abajo 19">
            <a:extLst>
              <a:ext uri="{FF2B5EF4-FFF2-40B4-BE49-F238E27FC236}">
                <a16:creationId xmlns:a16="http://schemas.microsoft.com/office/drawing/2014/main" id="{80B8D9B3-012C-77F4-5200-DAB5FACDA145}"/>
              </a:ext>
            </a:extLst>
          </p:cNvPr>
          <p:cNvSpPr/>
          <p:nvPr/>
        </p:nvSpPr>
        <p:spPr>
          <a:xfrm rot="2075034">
            <a:off x="3244230" y="1518791"/>
            <a:ext cx="946976" cy="474304"/>
          </a:xfrm>
          <a:prstGeom prst="curvedDownArrow">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3817B5D0-14A4-120D-070E-0CC3FA3CFF3D}"/>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a:solidFill>
                            <a:schemeClr val="accent1"/>
                          </a:solidFill>
                          <a:latin typeface="Cambria Math" panose="02040503050406030204" pitchFamily="18" charset="0"/>
                        </a:rPr>
                        <m:t>+1</m:t>
                      </m:r>
                    </m:oMath>
                  </m:oMathPara>
                </a14:m>
                <a:endParaRPr lang="es-ES" sz="2400" dirty="0">
                  <a:solidFill>
                    <a:schemeClr val="accent1"/>
                  </a:solidFill>
                  <a:latin typeface="Amasis MT Pro" panose="02040504050005020304" pitchFamily="18" charset="0"/>
                </a:endParaRPr>
              </a:p>
            </p:txBody>
          </p:sp>
        </mc:Choice>
        <mc:Fallback xmlns="">
          <p:sp>
            <p:nvSpPr>
              <p:cNvPr id="21" name="CuadroTexto 20">
                <a:extLst>
                  <a:ext uri="{FF2B5EF4-FFF2-40B4-BE49-F238E27FC236}">
                    <a16:creationId xmlns:a16="http://schemas.microsoft.com/office/drawing/2014/main" id="{3817B5D0-14A4-120D-070E-0CC3FA3CFF3D}"/>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4"/>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62876D68-5A80-F4A9-4715-076D12FC9FDA}"/>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1">
                                  <a:lumMod val="60000"/>
                                  <a:lumOff val="40000"/>
                                </a:schemeClr>
                              </a:solidFill>
                              <a:latin typeface="Cambria Math" panose="02040503050406030204" pitchFamily="18" charset="0"/>
                            </a:rPr>
                          </m:ctrlPr>
                        </m:sSubPr>
                        <m:e>
                          <m:sSup>
                            <m:sSupPr>
                              <m:ctrlPr>
                                <a:rPr lang="es-ES" sz="2400" i="1">
                                  <a:solidFill>
                                    <a:schemeClr val="accent1">
                                      <a:lumMod val="60000"/>
                                      <a:lumOff val="40000"/>
                                    </a:schemeClr>
                                  </a:solidFill>
                                  <a:latin typeface="Cambria Math" panose="02040503050406030204" pitchFamily="18" charset="0"/>
                                </a:rPr>
                              </m:ctrlPr>
                            </m:sSupPr>
                            <m:e>
                              <m:r>
                                <a:rPr lang="es-ES" sz="2400" i="1">
                                  <a:solidFill>
                                    <a:schemeClr val="accent1">
                                      <a:lumMod val="60000"/>
                                      <a:lumOff val="40000"/>
                                    </a:schemeClr>
                                  </a:solidFill>
                                  <a:latin typeface="Cambria Math" panose="02040503050406030204" pitchFamily="18" charset="0"/>
                                </a:rPr>
                                <m:t>𝑁</m:t>
                              </m:r>
                            </m:e>
                            <m:sup>
                              <m:r>
                                <a:rPr lang="es-ES" sz="2400" i="1">
                                  <a:solidFill>
                                    <a:schemeClr val="accent1">
                                      <a:lumMod val="60000"/>
                                      <a:lumOff val="40000"/>
                                    </a:schemeClr>
                                  </a:solidFill>
                                  <a:latin typeface="Cambria Math" panose="02040503050406030204" pitchFamily="18" charset="0"/>
                                </a:rPr>
                                <m:t>𝑔</m:t>
                              </m:r>
                            </m:sup>
                          </m:sSup>
                        </m:e>
                        <m:sub>
                          <m:r>
                            <a:rPr lang="es-ES" sz="2400" i="1">
                              <a:solidFill>
                                <a:schemeClr val="accent1">
                                  <a:lumMod val="60000"/>
                                  <a:lumOff val="40000"/>
                                </a:schemeClr>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62876D68-5A80-F4A9-4715-076D12FC9FDA}"/>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5"/>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6" name="CuadroTexto 45">
                <a:extLst>
                  <a:ext uri="{FF2B5EF4-FFF2-40B4-BE49-F238E27FC236}">
                    <a16:creationId xmlns:a16="http://schemas.microsoft.com/office/drawing/2014/main" id="{74307C14-FB3C-2D64-DB3F-85890EA69308}"/>
                  </a:ext>
                </a:extLst>
              </p:cNvPr>
              <p:cNvSpPr txBox="1"/>
              <p:nvPr/>
            </p:nvSpPr>
            <p:spPr>
              <a:xfrm>
                <a:off x="4013487" y="3470714"/>
                <a:ext cx="550069" cy="461665"/>
              </a:xfrm>
              <a:prstGeom prst="rect">
                <a:avLst/>
              </a:prstGeom>
              <a:noFill/>
            </p:spPr>
            <p:txBody>
              <a:bodyPr wrap="square">
                <a:spAutoFit/>
              </a:bodyPr>
              <a:lstStyle/>
              <a:p>
                <a:pPr algn="ctr"/>
                <a14:m>
                  <m:oMath xmlns:m="http://schemas.openxmlformats.org/officeDocument/2006/math">
                    <m:r>
                      <a:rPr lang="es-ES" sz="2400" i="1" smtClean="0">
                        <a:solidFill>
                          <a:schemeClr val="bg2">
                            <a:lumMod val="10000"/>
                          </a:schemeClr>
                        </a:solidFill>
                        <a:latin typeface="Cambria Math" panose="02040503050406030204" pitchFamily="18" charset="0"/>
                      </a:rPr>
                      <m:t>𝑟</m:t>
                    </m:r>
                    <m:r>
                      <a:rPr lang="es-ES" sz="2400" i="1">
                        <a:solidFill>
                          <a:schemeClr val="bg2">
                            <a:lumMod val="10000"/>
                          </a:schemeClr>
                        </a:solidFill>
                        <a:latin typeface="Cambria Math" panose="02040503050406030204" pitchFamily="18" charset="0"/>
                        <a:ea typeface="Cambria Math" panose="02040503050406030204" pitchFamily="18" charset="0"/>
                      </a:rPr>
                      <m:t>×</m:t>
                    </m:r>
                  </m:oMath>
                </a14:m>
                <a:r>
                  <a:rPr lang="es-ES" sz="2400" dirty="0">
                    <a:solidFill>
                      <a:schemeClr val="bg2">
                        <a:lumMod val="10000"/>
                      </a:schemeClr>
                    </a:solidFill>
                  </a:rPr>
                  <a:t> </a:t>
                </a:r>
              </a:p>
            </p:txBody>
          </p:sp>
        </mc:Choice>
        <mc:Fallback xmlns="">
          <p:sp>
            <p:nvSpPr>
              <p:cNvPr id="46" name="CuadroTexto 45">
                <a:extLst>
                  <a:ext uri="{FF2B5EF4-FFF2-40B4-BE49-F238E27FC236}">
                    <a16:creationId xmlns:a16="http://schemas.microsoft.com/office/drawing/2014/main" id="{74307C14-FB3C-2D64-DB3F-85890EA69308}"/>
                  </a:ext>
                </a:extLst>
              </p:cNvPr>
              <p:cNvSpPr txBox="1">
                <a:spLocks noRot="1" noChangeAspect="1" noMove="1" noResize="1" noEditPoints="1" noAdjustHandles="1" noChangeArrowheads="1" noChangeShapeType="1" noTextEdit="1"/>
              </p:cNvSpPr>
              <p:nvPr/>
            </p:nvSpPr>
            <p:spPr>
              <a:xfrm>
                <a:off x="4013487" y="3470714"/>
                <a:ext cx="550069" cy="461665"/>
              </a:xfrm>
              <a:prstGeom prst="rect">
                <a:avLst/>
              </a:prstGeom>
              <a:blipFill>
                <a:blip r:embed="rId6"/>
                <a:stretch>
                  <a:fillRect l="-3297" r="-5495"/>
                </a:stretch>
              </a:blipFill>
            </p:spPr>
            <p:txBody>
              <a:bodyPr/>
              <a:lstStyle/>
              <a:p>
                <a:r>
                  <a:rPr lang="es-ES">
                    <a:noFill/>
                  </a:rPr>
                  <a:t> </a:t>
                </a:r>
              </a:p>
            </p:txBody>
          </p:sp>
        </mc:Fallback>
      </mc:AlternateContent>
      <p:sp>
        <p:nvSpPr>
          <p:cNvPr id="47" name="Flecha: curvada hacia abajo 46">
            <a:extLst>
              <a:ext uri="{FF2B5EF4-FFF2-40B4-BE49-F238E27FC236}">
                <a16:creationId xmlns:a16="http://schemas.microsoft.com/office/drawing/2014/main" id="{146818A3-5E81-6176-AAF9-3900D08C18A1}"/>
              </a:ext>
            </a:extLst>
          </p:cNvPr>
          <p:cNvSpPr/>
          <p:nvPr/>
        </p:nvSpPr>
        <p:spPr>
          <a:xfrm rot="1826593" flipH="1" flipV="1">
            <a:off x="2093795" y="3365132"/>
            <a:ext cx="998360" cy="501827"/>
          </a:xfrm>
          <a:prstGeom prst="curvedDownArrow">
            <a:avLst>
              <a:gd name="adj1" fmla="val 25000"/>
              <a:gd name="adj2" fmla="val 50000"/>
              <a:gd name="adj3" fmla="val 31735"/>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48" name="CuadroTexto 47">
                <a:extLst>
                  <a:ext uri="{FF2B5EF4-FFF2-40B4-BE49-F238E27FC236}">
                    <a16:creationId xmlns:a16="http://schemas.microsoft.com/office/drawing/2014/main" id="{D91AE079-75C0-6481-A9D3-80186AFA11BD}"/>
                  </a:ext>
                </a:extLst>
              </p:cNvPr>
              <p:cNvSpPr txBox="1"/>
              <p:nvPr/>
            </p:nvSpPr>
            <p:spPr>
              <a:xfrm>
                <a:off x="1837300" y="4017730"/>
                <a:ext cx="1454540" cy="6849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bg2">
                              <a:lumMod val="10000"/>
                            </a:schemeClr>
                          </a:solidFill>
                          <a:latin typeface="Cambria Math" panose="02040503050406030204" pitchFamily="18" charset="0"/>
                        </a:rPr>
                        <m:t>+</m:t>
                      </m:r>
                      <m:f>
                        <m:fPr>
                          <m:ctrlPr>
                            <a:rPr lang="es-ES" sz="2000" i="1" smtClean="0">
                              <a:solidFill>
                                <a:schemeClr val="bg2">
                                  <a:lumMod val="10000"/>
                                </a:schemeClr>
                              </a:solidFill>
                              <a:latin typeface="Cambria Math" panose="02040503050406030204" pitchFamily="18" charset="0"/>
                            </a:rPr>
                          </m:ctrlPr>
                        </m:fPr>
                        <m:num>
                          <m:sSub>
                            <m:sSubPr>
                              <m:ctrlPr>
                                <a:rPr lang="es-ES" sz="2000" i="1">
                                  <a:solidFill>
                                    <a:schemeClr val="bg2">
                                      <a:lumMod val="10000"/>
                                    </a:schemeClr>
                                  </a:solidFill>
                                  <a:latin typeface="Cambria Math" panose="02040503050406030204" pitchFamily="18" charset="0"/>
                                </a:rPr>
                              </m:ctrlPr>
                            </m:sSubPr>
                            <m:e>
                              <m:sSup>
                                <m:sSupPr>
                                  <m:ctrlPr>
                                    <a:rPr lang="es-ES" sz="2000" i="1">
                                      <a:solidFill>
                                        <a:schemeClr val="bg2">
                                          <a:lumMod val="10000"/>
                                        </a:schemeClr>
                                      </a:solidFill>
                                      <a:latin typeface="Cambria Math" panose="02040503050406030204" pitchFamily="18" charset="0"/>
                                    </a:rPr>
                                  </m:ctrlPr>
                                </m:sSupPr>
                                <m:e>
                                  <m:r>
                                    <a:rPr lang="es-ES" sz="2000" i="1">
                                      <a:solidFill>
                                        <a:schemeClr val="bg2">
                                          <a:lumMod val="10000"/>
                                        </a:schemeClr>
                                      </a:solidFill>
                                      <a:latin typeface="Cambria Math" panose="02040503050406030204" pitchFamily="18" charset="0"/>
                                    </a:rPr>
                                    <m:t>𝑟</m:t>
                                  </m:r>
                                  <m:r>
                                    <a:rPr lang="es-ES" sz="2000" i="1">
                                      <a:solidFill>
                                        <a:schemeClr val="bg2">
                                          <a:lumMod val="10000"/>
                                        </a:schemeClr>
                                      </a:solidFill>
                                      <a:latin typeface="Cambria Math" panose="02040503050406030204" pitchFamily="18" charset="0"/>
                                      <a:ea typeface="Cambria Math" panose="02040503050406030204" pitchFamily="18" charset="0"/>
                                    </a:rPr>
                                    <m:t>×</m:t>
                                  </m:r>
                                  <m:r>
                                    <a:rPr lang="es-ES" sz="2000" i="1" smtClean="0">
                                      <a:solidFill>
                                        <a:schemeClr val="accent1">
                                          <a:lumMod val="60000"/>
                                          <a:lumOff val="40000"/>
                                        </a:schemeClr>
                                      </a:solidFill>
                                      <a:latin typeface="Cambria Math" panose="02040503050406030204" pitchFamily="18" charset="0"/>
                                    </a:rPr>
                                    <m:t>𝑁</m:t>
                                  </m:r>
                                </m:e>
                                <m:sup>
                                  <m:r>
                                    <a:rPr lang="es-ES" sz="2000" i="1" smtClean="0">
                                      <a:solidFill>
                                        <a:schemeClr val="accent1">
                                          <a:lumMod val="60000"/>
                                          <a:lumOff val="40000"/>
                                        </a:schemeClr>
                                      </a:solidFill>
                                      <a:latin typeface="Cambria Math" panose="02040503050406030204" pitchFamily="18" charset="0"/>
                                    </a:rPr>
                                    <m:t>𝑔</m:t>
                                  </m:r>
                                </m:sup>
                              </m:sSup>
                            </m:e>
                            <m:sub>
                              <m:r>
                                <a:rPr lang="es-ES" sz="2000" i="1" smtClean="0">
                                  <a:solidFill>
                                    <a:schemeClr val="accent1">
                                      <a:lumMod val="60000"/>
                                      <a:lumOff val="40000"/>
                                    </a:schemeClr>
                                  </a:solidFill>
                                  <a:latin typeface="Cambria Math" panose="02040503050406030204" pitchFamily="18" charset="0"/>
                                </a:rPr>
                                <m:t>𝐶</m:t>
                              </m:r>
                            </m:sub>
                          </m:sSub>
                        </m:num>
                        <m:den>
                          <m:r>
                            <a:rPr lang="es-ES" sz="2000" i="1">
                              <a:solidFill>
                                <a:schemeClr val="bg2">
                                  <a:lumMod val="10000"/>
                                </a:schemeClr>
                              </a:solidFill>
                              <a:latin typeface="Cambria Math" panose="02040503050406030204" pitchFamily="18" charset="0"/>
                            </a:rPr>
                            <m:t>𝐺</m:t>
                          </m:r>
                        </m:den>
                      </m:f>
                    </m:oMath>
                  </m:oMathPara>
                </a14:m>
                <a:endParaRPr lang="es-ES" sz="1350" dirty="0">
                  <a:solidFill>
                    <a:schemeClr val="accent1"/>
                  </a:solidFill>
                </a:endParaRPr>
              </a:p>
            </p:txBody>
          </p:sp>
        </mc:Choice>
        <mc:Fallback xmlns="">
          <p:sp>
            <p:nvSpPr>
              <p:cNvPr id="48" name="CuadroTexto 47">
                <a:extLst>
                  <a:ext uri="{FF2B5EF4-FFF2-40B4-BE49-F238E27FC236}">
                    <a16:creationId xmlns:a16="http://schemas.microsoft.com/office/drawing/2014/main" id="{D91AE079-75C0-6481-A9D3-80186AFA11BD}"/>
                  </a:ext>
                </a:extLst>
              </p:cNvPr>
              <p:cNvSpPr txBox="1">
                <a:spLocks noRot="1" noChangeAspect="1" noMove="1" noResize="1" noEditPoints="1" noAdjustHandles="1" noChangeArrowheads="1" noChangeShapeType="1" noTextEdit="1"/>
              </p:cNvSpPr>
              <p:nvPr/>
            </p:nvSpPr>
            <p:spPr>
              <a:xfrm>
                <a:off x="1837300" y="4017730"/>
                <a:ext cx="1454540" cy="684996"/>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1" name="CuadroTexto 50">
                <a:extLst>
                  <a:ext uri="{FF2B5EF4-FFF2-40B4-BE49-F238E27FC236}">
                    <a16:creationId xmlns:a16="http://schemas.microsoft.com/office/drawing/2014/main" id="{ACF035C1-A435-9EDD-71D0-8E5813185E36}"/>
                  </a:ext>
                </a:extLst>
              </p:cNvPr>
              <p:cNvSpPr txBox="1"/>
              <p:nvPr/>
            </p:nvSpPr>
            <p:spPr>
              <a:xfrm>
                <a:off x="5241251" y="5139605"/>
                <a:ext cx="1455425" cy="6849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smtClean="0">
                          <a:solidFill>
                            <a:schemeClr val="bg2">
                              <a:lumMod val="10000"/>
                            </a:schemeClr>
                          </a:solidFill>
                          <a:latin typeface="Cambria Math" panose="02040503050406030204" pitchFamily="18" charset="0"/>
                        </a:rPr>
                        <m:t>+</m:t>
                      </m:r>
                      <m:f>
                        <m:fPr>
                          <m:ctrlPr>
                            <a:rPr lang="es-ES" sz="2000" i="1">
                              <a:solidFill>
                                <a:schemeClr val="bg2">
                                  <a:lumMod val="10000"/>
                                </a:schemeClr>
                              </a:solidFill>
                              <a:latin typeface="Cambria Math" panose="02040503050406030204" pitchFamily="18" charset="0"/>
                            </a:rPr>
                          </m:ctrlPr>
                        </m:fPr>
                        <m:num>
                          <m:sSub>
                            <m:sSubPr>
                              <m:ctrlPr>
                                <a:rPr lang="es-ES" sz="2000" i="1">
                                  <a:solidFill>
                                    <a:schemeClr val="bg2">
                                      <a:lumMod val="10000"/>
                                    </a:schemeClr>
                                  </a:solidFill>
                                  <a:latin typeface="Cambria Math" panose="02040503050406030204" pitchFamily="18" charset="0"/>
                                </a:rPr>
                              </m:ctrlPr>
                            </m:sSubPr>
                            <m:e>
                              <m:sSup>
                                <m:sSupPr>
                                  <m:ctrlPr>
                                    <a:rPr lang="es-ES" sz="2000" i="1">
                                      <a:solidFill>
                                        <a:schemeClr val="bg2">
                                          <a:lumMod val="10000"/>
                                        </a:schemeClr>
                                      </a:solidFill>
                                      <a:latin typeface="Cambria Math" panose="02040503050406030204" pitchFamily="18" charset="0"/>
                                    </a:rPr>
                                  </m:ctrlPr>
                                </m:sSupPr>
                                <m:e>
                                  <m:r>
                                    <a:rPr lang="es-ES" sz="2000" i="1">
                                      <a:solidFill>
                                        <a:schemeClr val="bg2">
                                          <a:lumMod val="10000"/>
                                        </a:schemeClr>
                                      </a:solidFill>
                                      <a:latin typeface="Cambria Math" panose="02040503050406030204" pitchFamily="18" charset="0"/>
                                    </a:rPr>
                                    <m:t>𝑟</m:t>
                                  </m:r>
                                  <m:r>
                                    <a:rPr lang="es-ES" sz="2000" i="1">
                                      <a:solidFill>
                                        <a:schemeClr val="bg2">
                                          <a:lumMod val="10000"/>
                                        </a:schemeClr>
                                      </a:solidFill>
                                      <a:latin typeface="Cambria Math" panose="02040503050406030204" pitchFamily="18" charset="0"/>
                                      <a:ea typeface="Cambria Math" panose="02040503050406030204" pitchFamily="18" charset="0"/>
                                    </a:rPr>
                                    <m:t>×</m:t>
                                  </m:r>
                                  <m:r>
                                    <a:rPr lang="es-ES" sz="2000" i="1" smtClean="0">
                                      <a:solidFill>
                                        <a:schemeClr val="accent1">
                                          <a:lumMod val="60000"/>
                                          <a:lumOff val="40000"/>
                                        </a:schemeClr>
                                      </a:solidFill>
                                      <a:latin typeface="Cambria Math" panose="02040503050406030204" pitchFamily="18" charset="0"/>
                                    </a:rPr>
                                    <m:t>𝑁</m:t>
                                  </m:r>
                                </m:e>
                                <m:sup>
                                  <m:r>
                                    <a:rPr lang="es-ES" sz="2000" i="1" smtClean="0">
                                      <a:solidFill>
                                        <a:schemeClr val="accent1">
                                          <a:lumMod val="60000"/>
                                          <a:lumOff val="40000"/>
                                        </a:schemeClr>
                                      </a:solidFill>
                                      <a:latin typeface="Cambria Math" panose="02040503050406030204" pitchFamily="18" charset="0"/>
                                    </a:rPr>
                                    <m:t>𝑔</m:t>
                                  </m:r>
                                </m:sup>
                              </m:sSup>
                            </m:e>
                            <m:sub>
                              <m:r>
                                <a:rPr lang="es-ES" sz="2000" i="1" smtClean="0">
                                  <a:solidFill>
                                    <a:schemeClr val="accent1">
                                      <a:lumMod val="60000"/>
                                      <a:lumOff val="40000"/>
                                    </a:schemeClr>
                                  </a:solidFill>
                                  <a:latin typeface="Cambria Math" panose="02040503050406030204" pitchFamily="18" charset="0"/>
                                </a:rPr>
                                <m:t>𝐶</m:t>
                              </m:r>
                            </m:sub>
                          </m:sSub>
                        </m:num>
                        <m:den>
                          <m:r>
                            <a:rPr lang="es-ES" sz="2000" i="1">
                              <a:solidFill>
                                <a:schemeClr val="bg2">
                                  <a:lumMod val="10000"/>
                                </a:schemeClr>
                              </a:solidFill>
                              <a:latin typeface="Cambria Math" panose="02040503050406030204" pitchFamily="18" charset="0"/>
                            </a:rPr>
                            <m:t>𝐺</m:t>
                          </m:r>
                        </m:den>
                      </m:f>
                    </m:oMath>
                  </m:oMathPara>
                </a14:m>
                <a:endParaRPr lang="es-ES" sz="1350" dirty="0">
                  <a:solidFill>
                    <a:schemeClr val="accent1"/>
                  </a:solidFill>
                </a:endParaRPr>
              </a:p>
            </p:txBody>
          </p:sp>
        </mc:Choice>
        <mc:Fallback xmlns="">
          <p:sp>
            <p:nvSpPr>
              <p:cNvPr id="51" name="CuadroTexto 50">
                <a:extLst>
                  <a:ext uri="{FF2B5EF4-FFF2-40B4-BE49-F238E27FC236}">
                    <a16:creationId xmlns:a16="http://schemas.microsoft.com/office/drawing/2014/main" id="{ACF035C1-A435-9EDD-71D0-8E5813185E36}"/>
                  </a:ext>
                </a:extLst>
              </p:cNvPr>
              <p:cNvSpPr txBox="1">
                <a:spLocks noRot="1" noChangeAspect="1" noMove="1" noResize="1" noEditPoints="1" noAdjustHandles="1" noChangeArrowheads="1" noChangeShapeType="1" noTextEdit="1"/>
              </p:cNvSpPr>
              <p:nvPr/>
            </p:nvSpPr>
            <p:spPr>
              <a:xfrm>
                <a:off x="5241251" y="5139605"/>
                <a:ext cx="1455425" cy="684996"/>
              </a:xfrm>
              <a:prstGeom prst="rect">
                <a:avLst/>
              </a:prstGeom>
              <a:blipFill>
                <a:blip r:embed="rId8"/>
                <a:stretch>
                  <a:fillRect/>
                </a:stretch>
              </a:blipFill>
            </p:spPr>
            <p:txBody>
              <a:bodyPr/>
              <a:lstStyle/>
              <a:p>
                <a:r>
                  <a:rPr lang="es-ES">
                    <a:noFill/>
                  </a:rPr>
                  <a:t> </a:t>
                </a:r>
              </a:p>
            </p:txBody>
          </p:sp>
        </mc:Fallback>
      </mc:AlternateContent>
      <p:sp>
        <p:nvSpPr>
          <p:cNvPr id="52" name="Flecha: curvada hacia abajo 51">
            <a:extLst>
              <a:ext uri="{FF2B5EF4-FFF2-40B4-BE49-F238E27FC236}">
                <a16:creationId xmlns:a16="http://schemas.microsoft.com/office/drawing/2014/main" id="{86B88DC3-7EFE-0E7E-9AE9-4DB7944B9B28}"/>
              </a:ext>
            </a:extLst>
          </p:cNvPr>
          <p:cNvSpPr/>
          <p:nvPr/>
        </p:nvSpPr>
        <p:spPr>
          <a:xfrm rot="896436" flipV="1">
            <a:off x="5547808" y="4525307"/>
            <a:ext cx="1097986" cy="538684"/>
          </a:xfrm>
          <a:prstGeom prst="curvedDownArrow">
            <a:avLst>
              <a:gd name="adj1" fmla="val 25000"/>
              <a:gd name="adj2" fmla="val 50000"/>
              <a:gd name="adj3" fmla="val 3173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53" name="CuadroTexto 52">
            <a:extLst>
              <a:ext uri="{FF2B5EF4-FFF2-40B4-BE49-F238E27FC236}">
                <a16:creationId xmlns:a16="http://schemas.microsoft.com/office/drawing/2014/main" id="{5595045F-9254-930E-D96E-9BBC6BCCFB6F}"/>
              </a:ext>
            </a:extLst>
          </p:cNvPr>
          <p:cNvSpPr txBox="1"/>
          <p:nvPr/>
        </p:nvSpPr>
        <p:spPr>
          <a:xfrm>
            <a:off x="3227281" y="4787548"/>
            <a:ext cx="1925364" cy="646331"/>
          </a:xfrm>
          <a:prstGeom prst="rect">
            <a:avLst/>
          </a:prstGeom>
          <a:noFill/>
        </p:spPr>
        <p:txBody>
          <a:bodyPr wrap="square" rtlCol="0">
            <a:spAutoFit/>
          </a:bodyPr>
          <a:lstStyle/>
          <a:p>
            <a:pPr algn="ctr"/>
            <a:r>
              <a:rPr lang="es-ES" dirty="0">
                <a:solidFill>
                  <a:schemeClr val="bg2">
                    <a:lumMod val="10000"/>
                  </a:schemeClr>
                </a:solidFill>
                <a:latin typeface="Amasis MT Pro" panose="02040504050005020304" pitchFamily="18" charset="0"/>
              </a:rPr>
              <a:t>a cada individuo por igual</a:t>
            </a:r>
          </a:p>
        </p:txBody>
      </p:sp>
      <p:sp>
        <p:nvSpPr>
          <p:cNvPr id="3" name="CuadroTexto 2">
            <a:extLst>
              <a:ext uri="{FF2B5EF4-FFF2-40B4-BE49-F238E27FC236}">
                <a16:creationId xmlns:a16="http://schemas.microsoft.com/office/drawing/2014/main" id="{E0B00D75-84B0-B372-9955-5FA89BBD0A7B}"/>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Juego de los bienes públicos</a:t>
            </a:r>
          </a:p>
        </p:txBody>
      </p:sp>
      <p:pic>
        <p:nvPicPr>
          <p:cNvPr id="29" name="Imagen 28">
            <a:extLst>
              <a:ext uri="{FF2B5EF4-FFF2-40B4-BE49-F238E27FC236}">
                <a16:creationId xmlns:a16="http://schemas.microsoft.com/office/drawing/2014/main" id="{7C66E5F6-2F85-1ABD-DF52-E9609EFA4867}"/>
              </a:ext>
            </a:extLst>
          </p:cNvPr>
          <p:cNvPicPr>
            <a:picLocks noChangeAspect="1"/>
          </p:cNvPicPr>
          <p:nvPr/>
        </p:nvPicPr>
        <p:blipFill>
          <a:blip r:embed="rId9"/>
          <a:stretch>
            <a:fillRect/>
          </a:stretch>
        </p:blipFill>
        <p:spPr>
          <a:xfrm>
            <a:off x="1020370" y="1281713"/>
            <a:ext cx="1633861" cy="1372300"/>
          </a:xfrm>
          <a:prstGeom prst="rect">
            <a:avLst/>
          </a:prstGeom>
        </p:spPr>
      </p:pic>
      <p:pic>
        <p:nvPicPr>
          <p:cNvPr id="6" name="Imagen 5">
            <a:extLst>
              <a:ext uri="{FF2B5EF4-FFF2-40B4-BE49-F238E27FC236}">
                <a16:creationId xmlns:a16="http://schemas.microsoft.com/office/drawing/2014/main" id="{D8A8B6D9-ADCB-838D-5A2E-51D33C4FAD34}"/>
              </a:ext>
            </a:extLst>
          </p:cNvPr>
          <p:cNvPicPr>
            <a:picLocks noChangeAspect="1"/>
          </p:cNvPicPr>
          <p:nvPr/>
        </p:nvPicPr>
        <p:blipFill>
          <a:blip r:embed="rId10"/>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CF8DA1D1-EB23-41BF-BC7D-A13A2BED6CFB}"/>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a:solidFill>
                                <a:schemeClr val="accent5">
                                  <a:lumMod val="50000"/>
                                </a:schemeClr>
                              </a:solidFill>
                              <a:latin typeface="Cambria Math" panose="02040503050406030204" pitchFamily="18" charset="0"/>
                            </a:rPr>
                          </m:ctrlPr>
                        </m:sSubPr>
                        <m:e>
                          <m:sSup>
                            <m:sSupPr>
                              <m:ctrlPr>
                                <a:rPr lang="es-ES" sz="2400" i="1">
                                  <a:solidFill>
                                    <a:schemeClr val="accent5">
                                      <a:lumMod val="50000"/>
                                    </a:schemeClr>
                                  </a:solidFill>
                                  <a:latin typeface="Cambria Math" panose="02040503050406030204" pitchFamily="18" charset="0"/>
                                </a:rPr>
                              </m:ctrlPr>
                            </m:sSupPr>
                            <m:e>
                              <m:r>
                                <a:rPr lang="es-ES" sz="2400" i="1">
                                  <a:solidFill>
                                    <a:schemeClr val="accent5">
                                      <a:lumMod val="50000"/>
                                    </a:schemeClr>
                                  </a:solidFill>
                                  <a:latin typeface="Cambria Math" panose="02040503050406030204" pitchFamily="18" charset="0"/>
                                </a:rPr>
                                <m:t>𝑁</m:t>
                              </m:r>
                            </m:e>
                            <m:sup>
                              <m:r>
                                <a:rPr lang="es-ES" sz="2400" i="1">
                                  <a:solidFill>
                                    <a:schemeClr val="accent5">
                                      <a:lumMod val="50000"/>
                                    </a:schemeClr>
                                  </a:solidFill>
                                  <a:latin typeface="Cambria Math" panose="02040503050406030204" pitchFamily="18" charset="0"/>
                                </a:rPr>
                                <m:t>𝑔</m:t>
                              </m:r>
                            </m:sup>
                          </m:sSup>
                        </m:e>
                        <m:sub>
                          <m:r>
                            <a:rPr lang="es-ES" sz="2400" i="1">
                              <a:solidFill>
                                <a:schemeClr val="accent5">
                                  <a:lumMod val="50000"/>
                                </a:schemeClr>
                              </a:solidFill>
                              <a:latin typeface="Cambria Math" panose="02040503050406030204" pitchFamily="18" charset="0"/>
                            </a:rPr>
                            <m:t>𝐷</m:t>
                          </m:r>
                        </m:sub>
                      </m:sSub>
                    </m:oMath>
                  </m:oMathPara>
                </a14:m>
                <a:endParaRPr lang="es-ES" sz="1350" dirty="0"/>
              </a:p>
            </p:txBody>
          </p:sp>
        </mc:Choice>
        <mc:Fallback xmlns="">
          <p:sp>
            <p:nvSpPr>
              <p:cNvPr id="7" name="CuadroTexto 6">
                <a:extLst>
                  <a:ext uri="{FF2B5EF4-FFF2-40B4-BE49-F238E27FC236}">
                    <a16:creationId xmlns:a16="http://schemas.microsoft.com/office/drawing/2014/main" id="{CF8DA1D1-EB23-41BF-BC7D-A13A2BED6CFB}"/>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11"/>
                <a:stretch>
                  <a:fillRect l="-2542" r="-847" b="-2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3A18BB7F-41DA-22A4-C4A3-0288424CD827}"/>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a:solidFill>
                            <a:schemeClr val="bg2">
                              <a:lumMod val="10000"/>
                            </a:schemeClr>
                          </a:solidFill>
                          <a:latin typeface="Cambria Math" panose="02040503050406030204" pitchFamily="18" charset="0"/>
                        </a:rPr>
                        <m:t>𝐺</m:t>
                      </m:r>
                      <m:r>
                        <a:rPr lang="es-ES" sz="2800" i="1">
                          <a:solidFill>
                            <a:schemeClr val="bg2">
                              <a:lumMod val="10000"/>
                            </a:schemeClr>
                          </a:solidFill>
                          <a:latin typeface="Cambria Math" panose="02040503050406030204" pitchFamily="18" charset="0"/>
                        </a:rPr>
                        <m:t>=</m:t>
                      </m:r>
                      <m:sSub>
                        <m:sSubPr>
                          <m:ctrlPr>
                            <a:rPr lang="es-ES" sz="2800" i="1" smtClean="0">
                              <a:solidFill>
                                <a:schemeClr val="accent1">
                                  <a:lumMod val="60000"/>
                                  <a:lumOff val="40000"/>
                                </a:schemeClr>
                              </a:solidFill>
                              <a:latin typeface="Cambria Math" panose="02040503050406030204" pitchFamily="18" charset="0"/>
                            </a:rPr>
                          </m:ctrlPr>
                        </m:sSubPr>
                        <m:e>
                          <m:sSup>
                            <m:sSupPr>
                              <m:ctrlPr>
                                <a:rPr lang="es-ES" sz="2800" i="1">
                                  <a:solidFill>
                                    <a:schemeClr val="accent1">
                                      <a:lumMod val="60000"/>
                                      <a:lumOff val="40000"/>
                                    </a:schemeClr>
                                  </a:solidFill>
                                  <a:latin typeface="Cambria Math" panose="02040503050406030204" pitchFamily="18" charset="0"/>
                                </a:rPr>
                              </m:ctrlPr>
                            </m:sSupPr>
                            <m:e>
                              <m:r>
                                <a:rPr lang="es-ES" sz="2800" i="1">
                                  <a:solidFill>
                                    <a:schemeClr val="accent1">
                                      <a:lumMod val="60000"/>
                                      <a:lumOff val="40000"/>
                                    </a:schemeClr>
                                  </a:solidFill>
                                  <a:latin typeface="Cambria Math" panose="02040503050406030204" pitchFamily="18" charset="0"/>
                                </a:rPr>
                                <m:t>𝑁</m:t>
                              </m:r>
                            </m:e>
                            <m:sup>
                              <m:r>
                                <a:rPr lang="es-ES" sz="2800" i="1">
                                  <a:solidFill>
                                    <a:schemeClr val="accent1">
                                      <a:lumMod val="60000"/>
                                      <a:lumOff val="40000"/>
                                    </a:schemeClr>
                                  </a:solidFill>
                                  <a:latin typeface="Cambria Math" panose="02040503050406030204" pitchFamily="18" charset="0"/>
                                </a:rPr>
                                <m:t>𝑔</m:t>
                              </m:r>
                            </m:sup>
                          </m:sSup>
                        </m:e>
                        <m:sub>
                          <m:r>
                            <a:rPr lang="es-ES" sz="2800" i="1">
                              <a:solidFill>
                                <a:schemeClr val="accent1">
                                  <a:lumMod val="60000"/>
                                  <a:lumOff val="40000"/>
                                </a:schemeClr>
                              </a:solidFill>
                              <a:latin typeface="Cambria Math" panose="02040503050406030204" pitchFamily="18" charset="0"/>
                            </a:rPr>
                            <m:t>𝐶</m:t>
                          </m:r>
                        </m:sub>
                      </m:sSub>
                      <m:r>
                        <a:rPr lang="es-ES" sz="2800" i="1">
                          <a:solidFill>
                            <a:schemeClr val="bg2">
                              <a:lumMod val="10000"/>
                            </a:schemeClr>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8" name="CuadroTexto 7">
                <a:extLst>
                  <a:ext uri="{FF2B5EF4-FFF2-40B4-BE49-F238E27FC236}">
                    <a16:creationId xmlns:a16="http://schemas.microsoft.com/office/drawing/2014/main" id="{3A18BB7F-41DA-22A4-C4A3-0288424CD827}"/>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12"/>
                <a:stretch>
                  <a:fillRect/>
                </a:stretch>
              </a:blipFill>
            </p:spPr>
            <p:txBody>
              <a:bodyPr/>
              <a:lstStyle/>
              <a:p>
                <a:r>
                  <a:rPr lang="es-ES">
                    <a:noFill/>
                  </a:rPr>
                  <a:t> </a:t>
                </a:r>
              </a:p>
            </p:txBody>
          </p:sp>
        </mc:Fallback>
      </mc:AlternateContent>
    </p:spTree>
    <p:extLst>
      <p:ext uri="{BB962C8B-B14F-4D97-AF65-F5344CB8AC3E}">
        <p14:creationId xmlns:p14="http://schemas.microsoft.com/office/powerpoint/2010/main" val="63107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1"/>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20"/>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animBg="1"/>
      <p:bldP spid="20" grpId="1" animBg="1"/>
      <p:bldP spid="21" grpId="0"/>
      <p:bldP spid="21" grpId="1"/>
      <p:bldP spid="46" grpId="0"/>
      <p:bldP spid="47" grpId="0" animBg="1"/>
      <p:bldP spid="48" grpId="0"/>
      <p:bldP spid="51" grpId="0"/>
      <p:bldP spid="52" grpId="0" animBg="1"/>
      <p:bldP spid="53"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A7B6D-B382-1EDE-49C0-29736F4D83AF}"/>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C239B0FD-5618-A425-63B9-9CFD3E0DF6A5}"/>
              </a:ext>
            </a:extLst>
          </p:cNvPr>
          <p:cNvSpPr/>
          <p:nvPr/>
        </p:nvSpPr>
        <p:spPr>
          <a:xfrm>
            <a:off x="3406346" y="2302868"/>
            <a:ext cx="2411730" cy="2411730"/>
          </a:xfrm>
          <a:prstGeom prst="ellipse">
            <a:avLst/>
          </a:prstGeom>
          <a:solidFill>
            <a:schemeClr val="bg2">
              <a:lumMod val="75000"/>
            </a:schemeClr>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0BDD4EB0-370F-8B63-BFEA-F3E18727CA57}"/>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solidFill>
                  <a:schemeClr val="bg2">
                    <a:lumMod val="10000"/>
                  </a:schemeClr>
                </a:solidFill>
                <a:latin typeface="Amasis MT Pro" panose="02040504050005020304" pitchFamily="18" charset="0"/>
              </a:rPr>
              <a:t>Bien Público</a:t>
            </a:r>
          </a:p>
        </p:txBody>
      </p:sp>
      <p:sp>
        <p:nvSpPr>
          <p:cNvPr id="20" name="Flecha: curvada hacia abajo 19">
            <a:extLst>
              <a:ext uri="{FF2B5EF4-FFF2-40B4-BE49-F238E27FC236}">
                <a16:creationId xmlns:a16="http://schemas.microsoft.com/office/drawing/2014/main" id="{35A03C9D-CD39-9BDE-347B-25BBC5E3DB86}"/>
              </a:ext>
            </a:extLst>
          </p:cNvPr>
          <p:cNvSpPr/>
          <p:nvPr/>
        </p:nvSpPr>
        <p:spPr>
          <a:xfrm rot="2075034">
            <a:off x="3244230" y="1518791"/>
            <a:ext cx="946976" cy="474304"/>
          </a:xfrm>
          <a:prstGeom prst="curvedDownArrow">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32F82A7-BC12-96AA-DF22-F1596708B1F3}"/>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1">
                                  <a:lumMod val="60000"/>
                                  <a:lumOff val="40000"/>
                                </a:schemeClr>
                              </a:solidFill>
                              <a:latin typeface="Cambria Math" panose="02040503050406030204" pitchFamily="18" charset="0"/>
                            </a:rPr>
                          </m:ctrlPr>
                        </m:sSubPr>
                        <m:e>
                          <m:sSup>
                            <m:sSupPr>
                              <m:ctrlPr>
                                <a:rPr lang="es-ES" sz="2400" i="1">
                                  <a:solidFill>
                                    <a:schemeClr val="accent1">
                                      <a:lumMod val="60000"/>
                                      <a:lumOff val="40000"/>
                                    </a:schemeClr>
                                  </a:solidFill>
                                  <a:latin typeface="Cambria Math" panose="02040503050406030204" pitchFamily="18" charset="0"/>
                                </a:rPr>
                              </m:ctrlPr>
                            </m:sSupPr>
                            <m:e>
                              <m:r>
                                <a:rPr lang="es-ES" sz="2400" i="1">
                                  <a:solidFill>
                                    <a:schemeClr val="accent1">
                                      <a:lumMod val="60000"/>
                                      <a:lumOff val="40000"/>
                                    </a:schemeClr>
                                  </a:solidFill>
                                  <a:latin typeface="Cambria Math" panose="02040503050406030204" pitchFamily="18" charset="0"/>
                                </a:rPr>
                                <m:t>𝑁</m:t>
                              </m:r>
                            </m:e>
                            <m:sup>
                              <m:r>
                                <a:rPr lang="es-ES" sz="2400" i="1">
                                  <a:solidFill>
                                    <a:schemeClr val="accent1">
                                      <a:lumMod val="60000"/>
                                      <a:lumOff val="40000"/>
                                    </a:schemeClr>
                                  </a:solidFill>
                                  <a:latin typeface="Cambria Math" panose="02040503050406030204" pitchFamily="18" charset="0"/>
                                </a:rPr>
                                <m:t>𝑔</m:t>
                              </m:r>
                            </m:sup>
                          </m:sSup>
                        </m:e>
                        <m:sub>
                          <m:r>
                            <a:rPr lang="es-ES" sz="2400" i="1">
                              <a:solidFill>
                                <a:schemeClr val="accent1">
                                  <a:lumMod val="60000"/>
                                  <a:lumOff val="40000"/>
                                </a:schemeClr>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132F82A7-BC12-96AA-DF22-F1596708B1F3}"/>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3"/>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B14190DD-B795-71FC-B798-53F4DAA2284F}"/>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a:solidFill>
                                <a:schemeClr val="accent5">
                                  <a:lumMod val="50000"/>
                                </a:schemeClr>
                              </a:solidFill>
                              <a:latin typeface="Cambria Math" panose="02040503050406030204" pitchFamily="18" charset="0"/>
                            </a:rPr>
                          </m:ctrlPr>
                        </m:sSubPr>
                        <m:e>
                          <m:sSup>
                            <m:sSupPr>
                              <m:ctrlPr>
                                <a:rPr lang="es-ES" sz="2400" i="1">
                                  <a:solidFill>
                                    <a:schemeClr val="accent5">
                                      <a:lumMod val="50000"/>
                                    </a:schemeClr>
                                  </a:solidFill>
                                  <a:latin typeface="Cambria Math" panose="02040503050406030204" pitchFamily="18" charset="0"/>
                                </a:rPr>
                              </m:ctrlPr>
                            </m:sSupPr>
                            <m:e>
                              <m:r>
                                <a:rPr lang="es-ES" sz="2400" i="1">
                                  <a:solidFill>
                                    <a:schemeClr val="accent5">
                                      <a:lumMod val="50000"/>
                                    </a:schemeClr>
                                  </a:solidFill>
                                  <a:latin typeface="Cambria Math" panose="02040503050406030204" pitchFamily="18" charset="0"/>
                                </a:rPr>
                                <m:t>𝑁</m:t>
                              </m:r>
                            </m:e>
                            <m:sup>
                              <m:r>
                                <a:rPr lang="es-ES" sz="2400" i="1">
                                  <a:solidFill>
                                    <a:schemeClr val="accent5">
                                      <a:lumMod val="50000"/>
                                    </a:schemeClr>
                                  </a:solidFill>
                                  <a:latin typeface="Cambria Math" panose="02040503050406030204" pitchFamily="18" charset="0"/>
                                </a:rPr>
                                <m:t>𝑔</m:t>
                              </m:r>
                            </m:sup>
                          </m:sSup>
                        </m:e>
                        <m:sub>
                          <m:r>
                            <a:rPr lang="es-ES" sz="2400" i="1">
                              <a:solidFill>
                                <a:schemeClr val="accent5">
                                  <a:lumMod val="50000"/>
                                </a:schemeClr>
                              </a:solidFill>
                              <a:latin typeface="Cambria Math" panose="02040503050406030204" pitchFamily="18" charset="0"/>
                            </a:rPr>
                            <m:t>𝐷</m:t>
                          </m:r>
                        </m:sub>
                      </m:sSub>
                    </m:oMath>
                  </m:oMathPara>
                </a14:m>
                <a:endParaRPr lang="es-ES" sz="1350" dirty="0"/>
              </a:p>
            </p:txBody>
          </p:sp>
        </mc:Choice>
        <mc:Fallback xmlns="">
          <p:sp>
            <p:nvSpPr>
              <p:cNvPr id="41" name="CuadroTexto 40">
                <a:extLst>
                  <a:ext uri="{FF2B5EF4-FFF2-40B4-BE49-F238E27FC236}">
                    <a16:creationId xmlns:a16="http://schemas.microsoft.com/office/drawing/2014/main" id="{B14190DD-B795-71FC-B798-53F4DAA2284F}"/>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4"/>
                <a:stretch>
                  <a:fillRect l="-2542" r="-847" b="-2667"/>
                </a:stretch>
              </a:blipFill>
            </p:spPr>
            <p:txBody>
              <a:bodyPr/>
              <a:lstStyle/>
              <a:p>
                <a:r>
                  <a:rPr lang="es-ES">
                    <a:noFill/>
                  </a:rPr>
                  <a:t> </a:t>
                </a:r>
              </a:p>
            </p:txBody>
          </p:sp>
        </mc:Fallback>
      </mc:AlternateContent>
      <p:sp>
        <p:nvSpPr>
          <p:cNvPr id="47" name="Flecha: curvada hacia abajo 46">
            <a:extLst>
              <a:ext uri="{FF2B5EF4-FFF2-40B4-BE49-F238E27FC236}">
                <a16:creationId xmlns:a16="http://schemas.microsoft.com/office/drawing/2014/main" id="{FF6AA1CD-18C7-B517-A773-91133E029D38}"/>
              </a:ext>
            </a:extLst>
          </p:cNvPr>
          <p:cNvSpPr/>
          <p:nvPr/>
        </p:nvSpPr>
        <p:spPr>
          <a:xfrm rot="1826593" flipH="1" flipV="1">
            <a:off x="2093795" y="3365132"/>
            <a:ext cx="998360" cy="501827"/>
          </a:xfrm>
          <a:prstGeom prst="curvedDownArrow">
            <a:avLst>
              <a:gd name="adj1" fmla="val 25000"/>
              <a:gd name="adj2" fmla="val 50000"/>
              <a:gd name="adj3" fmla="val 31735"/>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52" name="Flecha: curvada hacia abajo 51">
            <a:extLst>
              <a:ext uri="{FF2B5EF4-FFF2-40B4-BE49-F238E27FC236}">
                <a16:creationId xmlns:a16="http://schemas.microsoft.com/office/drawing/2014/main" id="{D78BBAA4-A22B-7CDB-FFA9-6C04AA23A7C1}"/>
              </a:ext>
            </a:extLst>
          </p:cNvPr>
          <p:cNvSpPr/>
          <p:nvPr/>
        </p:nvSpPr>
        <p:spPr>
          <a:xfrm rot="896436">
            <a:off x="5873810" y="1761483"/>
            <a:ext cx="1085899" cy="574755"/>
          </a:xfrm>
          <a:prstGeom prst="curvedDownArrow">
            <a:avLst>
              <a:gd name="adj1" fmla="val 25000"/>
              <a:gd name="adj2" fmla="val 50000"/>
              <a:gd name="adj3" fmla="val 3173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3" name="CuadroTexto 2">
            <a:extLst>
              <a:ext uri="{FF2B5EF4-FFF2-40B4-BE49-F238E27FC236}">
                <a16:creationId xmlns:a16="http://schemas.microsoft.com/office/drawing/2014/main" id="{A2DAFF4E-F373-58A6-0292-4231F15E9FFD}"/>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Juego de los bienes públicos</a:t>
            </a:r>
          </a:p>
        </p:txBody>
      </p:sp>
      <p:pic>
        <p:nvPicPr>
          <p:cNvPr id="29" name="Imagen 28">
            <a:extLst>
              <a:ext uri="{FF2B5EF4-FFF2-40B4-BE49-F238E27FC236}">
                <a16:creationId xmlns:a16="http://schemas.microsoft.com/office/drawing/2014/main" id="{DB035976-A9BC-2AAA-7712-295B37B77D82}"/>
              </a:ext>
            </a:extLst>
          </p:cNvPr>
          <p:cNvPicPr>
            <a:picLocks noChangeAspect="1"/>
          </p:cNvPicPr>
          <p:nvPr/>
        </p:nvPicPr>
        <p:blipFill>
          <a:blip r:embed="rId5"/>
          <a:stretch>
            <a:fillRect/>
          </a:stretch>
        </p:blipFill>
        <p:spPr>
          <a:xfrm>
            <a:off x="1020370" y="1281713"/>
            <a:ext cx="1633861" cy="1372300"/>
          </a:xfrm>
          <a:prstGeom prst="rect">
            <a:avLst/>
          </a:prstGeom>
        </p:spPr>
      </p:pic>
      <p:pic>
        <p:nvPicPr>
          <p:cNvPr id="30" name="Imagen 29">
            <a:extLst>
              <a:ext uri="{FF2B5EF4-FFF2-40B4-BE49-F238E27FC236}">
                <a16:creationId xmlns:a16="http://schemas.microsoft.com/office/drawing/2014/main" id="{63A68F1D-8A07-4819-BE06-F87F6B461FA4}"/>
              </a:ext>
            </a:extLst>
          </p:cNvPr>
          <p:cNvPicPr>
            <a:picLocks noChangeAspect="1"/>
          </p:cNvPicPr>
          <p:nvPr/>
        </p:nvPicPr>
        <p:blipFill>
          <a:blip r:embed="rId6"/>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073E0CE-332C-4D4C-72BB-8BFD6E7F5720}"/>
                  </a:ext>
                </a:extLst>
              </p:cNvPr>
              <p:cNvSpPr txBox="1"/>
              <p:nvPr/>
            </p:nvSpPr>
            <p:spPr>
              <a:xfrm>
                <a:off x="3489043" y="3490982"/>
                <a:ext cx="550069" cy="461665"/>
              </a:xfrm>
              <a:prstGeom prst="rect">
                <a:avLst/>
              </a:prstGeom>
              <a:noFill/>
            </p:spPr>
            <p:txBody>
              <a:bodyPr wrap="square">
                <a:spAutoFit/>
              </a:bodyPr>
              <a:lstStyle/>
              <a:p>
                <a:pPr algn="ctr"/>
                <a14:m>
                  <m:oMath xmlns:m="http://schemas.openxmlformats.org/officeDocument/2006/math">
                    <m:r>
                      <a:rPr lang="es-ES" sz="2400" i="1">
                        <a:solidFill>
                          <a:schemeClr val="bg2">
                            <a:lumMod val="10000"/>
                          </a:schemeClr>
                        </a:solidFill>
                        <a:latin typeface="Cambria Math" panose="02040503050406030204" pitchFamily="18" charset="0"/>
                      </a:rPr>
                      <m:t>𝑟</m:t>
                    </m:r>
                    <m:r>
                      <a:rPr lang="es-ES" sz="2400" i="1">
                        <a:solidFill>
                          <a:schemeClr val="bg2">
                            <a:lumMod val="10000"/>
                          </a:schemeClr>
                        </a:solidFill>
                        <a:latin typeface="Cambria Math" panose="02040503050406030204" pitchFamily="18" charset="0"/>
                        <a:ea typeface="Cambria Math" panose="02040503050406030204" pitchFamily="18" charset="0"/>
                      </a:rPr>
                      <m:t>×</m:t>
                    </m:r>
                  </m:oMath>
                </a14:m>
                <a:r>
                  <a:rPr lang="es-ES" sz="2400" dirty="0">
                    <a:solidFill>
                      <a:schemeClr val="bg2">
                        <a:lumMod val="10000"/>
                      </a:schemeClr>
                    </a:solidFill>
                  </a:rPr>
                  <a:t> </a:t>
                </a:r>
                <a:endParaRPr lang="es-ES" sz="2400" dirty="0"/>
              </a:p>
            </p:txBody>
          </p:sp>
        </mc:Choice>
        <mc:Fallback xmlns="">
          <p:sp>
            <p:nvSpPr>
              <p:cNvPr id="2" name="CuadroTexto 1">
                <a:extLst>
                  <a:ext uri="{FF2B5EF4-FFF2-40B4-BE49-F238E27FC236}">
                    <a16:creationId xmlns:a16="http://schemas.microsoft.com/office/drawing/2014/main" id="{1073E0CE-332C-4D4C-72BB-8BFD6E7F5720}"/>
                  </a:ext>
                </a:extLst>
              </p:cNvPr>
              <p:cNvSpPr txBox="1">
                <a:spLocks noRot="1" noChangeAspect="1" noMove="1" noResize="1" noEditPoints="1" noAdjustHandles="1" noChangeArrowheads="1" noChangeShapeType="1" noTextEdit="1"/>
              </p:cNvSpPr>
              <p:nvPr/>
            </p:nvSpPr>
            <p:spPr>
              <a:xfrm>
                <a:off x="3489043" y="3490982"/>
                <a:ext cx="550069" cy="461665"/>
              </a:xfrm>
              <a:prstGeom prst="rect">
                <a:avLst/>
              </a:prstGeom>
              <a:blipFill>
                <a:blip r:embed="rId7"/>
                <a:stretch>
                  <a:fillRect l="-3297" r="-5495"/>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813E2E-3C7D-5F44-C732-DC73459C8730}"/>
                  </a:ext>
                </a:extLst>
              </p:cNvPr>
              <p:cNvSpPr txBox="1"/>
              <p:nvPr/>
            </p:nvSpPr>
            <p:spPr>
              <a:xfrm>
                <a:off x="3902583" y="3470238"/>
                <a:ext cx="1998190" cy="503151"/>
              </a:xfrm>
              <a:prstGeom prst="rect">
                <a:avLst/>
              </a:prstGeom>
              <a:noFill/>
            </p:spPr>
            <p:txBody>
              <a:bodyPr wrap="square">
                <a:spAutoFit/>
              </a:bodyPr>
              <a:lstStyle/>
              <a:p>
                <a:pPr algn="ctr"/>
                <a14:m>
                  <m:oMath xmlns:m="http://schemas.openxmlformats.org/officeDocument/2006/math">
                    <m:sSub>
                      <m:sSubPr>
                        <m:ctrlPr>
                          <a:rPr lang="es-ES" sz="2400" i="1">
                            <a:solidFill>
                              <a:schemeClr val="bg2">
                                <a:lumMod val="10000"/>
                              </a:schemeClr>
                            </a:solidFill>
                            <a:latin typeface="Cambria Math" panose="02040503050406030204" pitchFamily="18" charset="0"/>
                          </a:rPr>
                        </m:ctrlPr>
                      </m:sSubPr>
                      <m:e>
                        <m:r>
                          <a:rPr lang="es-ES" sz="2400" i="1">
                            <a:solidFill>
                              <a:schemeClr val="bg2">
                                <a:lumMod val="10000"/>
                              </a:schemeClr>
                            </a:solidFill>
                            <a:latin typeface="Cambria Math" panose="02040503050406030204" pitchFamily="18" charset="0"/>
                          </a:rPr>
                          <m:t>(</m:t>
                        </m:r>
                        <m:sSup>
                          <m:sSupPr>
                            <m:ctrlPr>
                              <a:rPr lang="es-ES" sz="2400" i="1">
                                <a:solidFill>
                                  <a:schemeClr val="accent1">
                                    <a:lumMod val="60000"/>
                                    <a:lumOff val="40000"/>
                                  </a:schemeClr>
                                </a:solidFill>
                                <a:latin typeface="Cambria Math" panose="02040503050406030204" pitchFamily="18" charset="0"/>
                              </a:rPr>
                            </m:ctrlPr>
                          </m:sSupPr>
                          <m:e>
                            <m:r>
                              <a:rPr lang="es-ES" sz="2400" i="1">
                                <a:solidFill>
                                  <a:schemeClr val="accent1">
                                    <a:lumMod val="60000"/>
                                    <a:lumOff val="40000"/>
                                  </a:schemeClr>
                                </a:solidFill>
                                <a:latin typeface="Cambria Math" panose="02040503050406030204" pitchFamily="18" charset="0"/>
                              </a:rPr>
                              <m:t>𝑁</m:t>
                            </m:r>
                          </m:e>
                          <m:sup>
                            <m:r>
                              <a:rPr lang="es-ES" sz="2400" i="1">
                                <a:solidFill>
                                  <a:schemeClr val="accent1">
                                    <a:lumMod val="60000"/>
                                    <a:lumOff val="40000"/>
                                  </a:schemeClr>
                                </a:solidFill>
                                <a:latin typeface="Cambria Math" panose="02040503050406030204" pitchFamily="18" charset="0"/>
                              </a:rPr>
                              <m:t>𝑔</m:t>
                            </m:r>
                          </m:sup>
                        </m:sSup>
                      </m:e>
                      <m:sub>
                        <m:r>
                          <a:rPr lang="es-ES" sz="2400" i="1">
                            <a:solidFill>
                              <a:schemeClr val="accent1">
                                <a:lumMod val="60000"/>
                                <a:lumOff val="40000"/>
                              </a:schemeClr>
                            </a:solidFill>
                            <a:latin typeface="Cambria Math" panose="02040503050406030204" pitchFamily="18" charset="0"/>
                          </a:rPr>
                          <m:t>𝐶</m:t>
                        </m:r>
                      </m:sub>
                    </m:sSub>
                    <m:r>
                      <a:rPr lang="es-ES" sz="2400" i="1">
                        <a:solidFill>
                          <a:schemeClr val="bg2">
                            <a:lumMod val="10000"/>
                          </a:schemeClr>
                        </a:solidFill>
                        <a:latin typeface="Cambria Math" panose="02040503050406030204" pitchFamily="18" charset="0"/>
                      </a:rPr>
                      <m:t>+</m:t>
                    </m:r>
                  </m:oMath>
                </a14:m>
                <a:r>
                  <a:rPr lang="es-ES" sz="2400" dirty="0">
                    <a:solidFill>
                      <a:schemeClr val="bg2">
                        <a:lumMod val="10000"/>
                      </a:schemeClr>
                    </a:solidFill>
                    <a:latin typeface="Amasis MT Pro" panose="02040504050005020304" pitchFamily="18" charset="0"/>
                  </a:rPr>
                  <a:t> </a:t>
                </a:r>
                <a14:m>
                  <m:oMath xmlns:m="http://schemas.openxmlformats.org/officeDocument/2006/math">
                    <m:sSub>
                      <m:sSubPr>
                        <m:ctrlPr>
                          <a:rPr lang="es-ES" sz="2400" i="1">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i="1">
                            <a:solidFill>
                              <a:schemeClr val="accent6"/>
                            </a:solidFill>
                            <a:latin typeface="Cambria Math" panose="02040503050406030204" pitchFamily="18" charset="0"/>
                          </a:rPr>
                          <m:t>𝑃</m:t>
                        </m:r>
                      </m:sub>
                    </m:sSub>
                    <m:r>
                      <a:rPr lang="es-ES" sz="2400" i="1">
                        <a:solidFill>
                          <a:schemeClr val="bg2">
                            <a:lumMod val="10000"/>
                          </a:schemeClr>
                        </a:solidFill>
                        <a:latin typeface="Cambria Math" panose="02040503050406030204" pitchFamily="18" charset="0"/>
                      </a:rPr>
                      <m:t>)</m:t>
                    </m:r>
                  </m:oMath>
                </a14:m>
                <a:endParaRPr lang="es-ES" sz="2400" dirty="0">
                  <a:solidFill>
                    <a:schemeClr val="accent5">
                      <a:lumMod val="50000"/>
                    </a:schemeClr>
                  </a:solidFill>
                  <a:latin typeface="Amasis MT Pro" panose="02040504050005020304" pitchFamily="18" charset="0"/>
                </a:endParaRPr>
              </a:p>
            </p:txBody>
          </p:sp>
        </mc:Choice>
        <mc:Fallback xmlns="">
          <p:sp>
            <p:nvSpPr>
              <p:cNvPr id="4" name="CuadroTexto 3">
                <a:extLst>
                  <a:ext uri="{FF2B5EF4-FFF2-40B4-BE49-F238E27FC236}">
                    <a16:creationId xmlns:a16="http://schemas.microsoft.com/office/drawing/2014/main" id="{FA813E2E-3C7D-5F44-C732-DC73459C8730}"/>
                  </a:ext>
                </a:extLst>
              </p:cNvPr>
              <p:cNvSpPr txBox="1">
                <a:spLocks noRot="1" noChangeAspect="1" noMove="1" noResize="1" noEditPoints="1" noAdjustHandles="1" noChangeArrowheads="1" noChangeShapeType="1" noTextEdit="1"/>
              </p:cNvSpPr>
              <p:nvPr/>
            </p:nvSpPr>
            <p:spPr>
              <a:xfrm>
                <a:off x="3902583" y="3470238"/>
                <a:ext cx="1998190" cy="503151"/>
              </a:xfrm>
              <a:prstGeom prst="rect">
                <a:avLst/>
              </a:prstGeom>
              <a:blipFill>
                <a:blip r:embed="rId8"/>
                <a:stretch>
                  <a:fillRect b="-8434"/>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3DD181D6-2ED8-993B-188C-49F9A8B731B5}"/>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a:solidFill>
                            <a:schemeClr val="bg2">
                              <a:lumMod val="10000"/>
                            </a:schemeClr>
                          </a:solidFill>
                          <a:latin typeface="Cambria Math" panose="02040503050406030204" pitchFamily="18" charset="0"/>
                        </a:rPr>
                        <m:t>𝐺</m:t>
                      </m:r>
                      <m:r>
                        <a:rPr lang="es-ES" sz="2800" i="1">
                          <a:solidFill>
                            <a:schemeClr val="bg2">
                              <a:lumMod val="10000"/>
                            </a:schemeClr>
                          </a:solidFill>
                          <a:latin typeface="Cambria Math" panose="02040503050406030204" pitchFamily="18" charset="0"/>
                        </a:rPr>
                        <m:t>=</m:t>
                      </m:r>
                      <m:sSub>
                        <m:sSubPr>
                          <m:ctrlPr>
                            <a:rPr lang="es-ES" sz="2800" i="1" smtClean="0">
                              <a:solidFill>
                                <a:schemeClr val="accent1">
                                  <a:lumMod val="60000"/>
                                  <a:lumOff val="40000"/>
                                </a:schemeClr>
                              </a:solidFill>
                              <a:latin typeface="Cambria Math" panose="02040503050406030204" pitchFamily="18" charset="0"/>
                            </a:rPr>
                          </m:ctrlPr>
                        </m:sSubPr>
                        <m:e>
                          <m:sSup>
                            <m:sSupPr>
                              <m:ctrlPr>
                                <a:rPr lang="es-ES" sz="2800" i="1">
                                  <a:solidFill>
                                    <a:schemeClr val="accent1">
                                      <a:lumMod val="60000"/>
                                      <a:lumOff val="40000"/>
                                    </a:schemeClr>
                                  </a:solidFill>
                                  <a:latin typeface="Cambria Math" panose="02040503050406030204" pitchFamily="18" charset="0"/>
                                </a:rPr>
                              </m:ctrlPr>
                            </m:sSupPr>
                            <m:e>
                              <m:r>
                                <a:rPr lang="es-ES" sz="2800" i="1">
                                  <a:solidFill>
                                    <a:schemeClr val="accent1">
                                      <a:lumMod val="60000"/>
                                      <a:lumOff val="40000"/>
                                    </a:schemeClr>
                                  </a:solidFill>
                                  <a:latin typeface="Cambria Math" panose="02040503050406030204" pitchFamily="18" charset="0"/>
                                </a:rPr>
                                <m:t>𝑁</m:t>
                              </m:r>
                            </m:e>
                            <m:sup>
                              <m:r>
                                <a:rPr lang="es-ES" sz="2800" i="1">
                                  <a:solidFill>
                                    <a:schemeClr val="accent1">
                                      <a:lumMod val="60000"/>
                                      <a:lumOff val="40000"/>
                                    </a:schemeClr>
                                  </a:solidFill>
                                  <a:latin typeface="Cambria Math" panose="02040503050406030204" pitchFamily="18" charset="0"/>
                                </a:rPr>
                                <m:t>𝑔</m:t>
                              </m:r>
                            </m:sup>
                          </m:sSup>
                        </m:e>
                        <m:sub>
                          <m:r>
                            <a:rPr lang="es-ES" sz="2800" i="1">
                              <a:solidFill>
                                <a:schemeClr val="accent1">
                                  <a:lumMod val="60000"/>
                                  <a:lumOff val="40000"/>
                                </a:schemeClr>
                              </a:solidFill>
                              <a:latin typeface="Cambria Math" panose="02040503050406030204" pitchFamily="18" charset="0"/>
                            </a:rPr>
                            <m:t>𝐶</m:t>
                          </m:r>
                        </m:sub>
                      </m:sSub>
                      <m:r>
                        <a:rPr lang="es-ES" sz="2800" i="1">
                          <a:solidFill>
                            <a:schemeClr val="bg2">
                              <a:lumMod val="10000"/>
                            </a:schemeClr>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r>
                        <m:rPr>
                          <m:nor/>
                        </m:rPr>
                        <a:rPr lang="es-ES" sz="2800" dirty="0">
                          <a:solidFill>
                            <a:schemeClr val="bg2">
                              <a:lumMod val="10000"/>
                            </a:schemeClr>
                          </a:solidFill>
                          <a:latin typeface="Amasis MT Pro" panose="02040504050005020304" pitchFamily="18" charset="0"/>
                        </a:rPr>
                        <m:t> + </m:t>
                      </m:r>
                      <m:sSub>
                        <m:sSubPr>
                          <m:ctrlPr>
                            <a:rPr lang="es-ES" sz="2800" i="1" smtClean="0">
                              <a:solidFill>
                                <a:schemeClr val="accent6"/>
                              </a:solidFill>
                              <a:latin typeface="Cambria Math" panose="02040503050406030204" pitchFamily="18" charset="0"/>
                            </a:rPr>
                          </m:ctrlPr>
                        </m:sSubPr>
                        <m:e>
                          <m:sSup>
                            <m:sSupPr>
                              <m:ctrlPr>
                                <a:rPr lang="es-ES" sz="2800" i="1">
                                  <a:solidFill>
                                    <a:schemeClr val="accent6"/>
                                  </a:solidFill>
                                  <a:latin typeface="Cambria Math" panose="02040503050406030204" pitchFamily="18" charset="0"/>
                                </a:rPr>
                              </m:ctrlPr>
                            </m:sSupPr>
                            <m:e>
                              <m:r>
                                <a:rPr lang="es-ES" sz="2800" i="1">
                                  <a:solidFill>
                                    <a:schemeClr val="accent6"/>
                                  </a:solidFill>
                                  <a:latin typeface="Cambria Math" panose="02040503050406030204" pitchFamily="18" charset="0"/>
                                </a:rPr>
                                <m:t>𝑁</m:t>
                              </m:r>
                            </m:e>
                            <m:sup>
                              <m:r>
                                <a:rPr lang="es-ES" sz="2800" i="1">
                                  <a:solidFill>
                                    <a:schemeClr val="accent6"/>
                                  </a:solidFill>
                                  <a:latin typeface="Cambria Math" panose="02040503050406030204" pitchFamily="18" charset="0"/>
                                </a:rPr>
                                <m:t>𝑔</m:t>
                              </m:r>
                            </m:sup>
                          </m:sSup>
                        </m:e>
                        <m:sub>
                          <m:r>
                            <a:rPr lang="es-ES" sz="2800" i="1">
                              <a:solidFill>
                                <a:schemeClr val="accent6"/>
                              </a:solidFill>
                              <a:latin typeface="Cambria Math" panose="02040503050406030204" pitchFamily="18" charset="0"/>
                            </a:rPr>
                            <m:t>𝑃</m:t>
                          </m:r>
                        </m:sub>
                      </m:sSub>
                      <m:r>
                        <m:rPr>
                          <m:nor/>
                        </m:rPr>
                        <a:rPr lang="es-ES" sz="2800" dirty="0">
                          <a:solidFill>
                            <a:schemeClr val="accent6"/>
                          </a:solidFill>
                          <a:latin typeface="Amasis MT Pro" panose="02040504050005020304" pitchFamily="18" charset="0"/>
                        </a:rPr>
                        <m:t> </m:t>
                      </m:r>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6" name="CuadroTexto 5">
                <a:extLst>
                  <a:ext uri="{FF2B5EF4-FFF2-40B4-BE49-F238E27FC236}">
                    <a16:creationId xmlns:a16="http://schemas.microsoft.com/office/drawing/2014/main" id="{3DD181D6-2ED8-993B-188C-49F9A8B731B5}"/>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9"/>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2801F018-4CB2-5723-6269-C367DF30A350}"/>
                  </a:ext>
                </a:extLst>
              </p:cNvPr>
              <p:cNvSpPr txBox="1"/>
              <p:nvPr/>
            </p:nvSpPr>
            <p:spPr>
              <a:xfrm>
                <a:off x="5373857" y="912388"/>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a:solidFill>
                            <a:schemeClr val="bg2">
                              <a:lumMod val="10000"/>
                            </a:schemeClr>
                          </a:solidFill>
                          <a:latin typeface="Cambria Math" panose="02040503050406030204" pitchFamily="18" charset="0"/>
                        </a:rPr>
                        <m:t>+</m:t>
                      </m:r>
                      <m:f>
                        <m:fPr>
                          <m:ctrlPr>
                            <a:rPr lang="es-ES" sz="2000" i="1">
                              <a:solidFill>
                                <a:schemeClr val="bg2">
                                  <a:lumMod val="10000"/>
                                </a:schemeClr>
                              </a:solidFill>
                              <a:latin typeface="Cambria Math" panose="02040503050406030204" pitchFamily="18" charset="0"/>
                            </a:rPr>
                          </m:ctrlPr>
                        </m:fPr>
                        <m:num>
                          <m:r>
                            <a:rPr lang="es-ES" sz="2000" i="1">
                              <a:solidFill>
                                <a:schemeClr val="bg2">
                                  <a:lumMod val="10000"/>
                                </a:schemeClr>
                              </a:solidFill>
                              <a:latin typeface="Cambria Math" panose="02040503050406030204" pitchFamily="18" charset="0"/>
                            </a:rPr>
                            <m:t>𝑟</m:t>
                          </m:r>
                          <m:r>
                            <a:rPr lang="es-ES" sz="2000" i="1">
                              <a:solidFill>
                                <a:schemeClr val="bg2">
                                  <a:lumMod val="10000"/>
                                </a:schemeClr>
                              </a:solidFill>
                              <a:latin typeface="Cambria Math" panose="02040503050406030204" pitchFamily="18" charset="0"/>
                              <a:ea typeface="Cambria Math" panose="02040503050406030204" pitchFamily="18" charset="0"/>
                            </a:rPr>
                            <m:t>×</m:t>
                          </m:r>
                          <m:sSub>
                            <m:sSubPr>
                              <m:ctrlPr>
                                <a:rPr lang="es-ES" sz="2000" i="1">
                                  <a:solidFill>
                                    <a:schemeClr val="bg2">
                                      <a:lumMod val="10000"/>
                                    </a:schemeClr>
                                  </a:solidFill>
                                  <a:latin typeface="Cambria Math" panose="02040503050406030204" pitchFamily="18" charset="0"/>
                                </a:rPr>
                              </m:ctrlPr>
                            </m:sSubPr>
                            <m:e>
                              <m:r>
                                <a:rPr lang="es-ES" sz="2000" i="1">
                                  <a:solidFill>
                                    <a:schemeClr val="bg2">
                                      <a:lumMod val="10000"/>
                                    </a:schemeClr>
                                  </a:solidFill>
                                  <a:latin typeface="Cambria Math" panose="02040503050406030204" pitchFamily="18" charset="0"/>
                                </a:rPr>
                                <m:t>(</m:t>
                              </m:r>
                              <m:sSup>
                                <m:sSupPr>
                                  <m:ctrlPr>
                                    <a:rPr lang="es-ES" sz="2000" i="1">
                                      <a:solidFill>
                                        <a:schemeClr val="accent1">
                                          <a:lumMod val="60000"/>
                                          <a:lumOff val="40000"/>
                                        </a:schemeClr>
                                      </a:solidFill>
                                      <a:latin typeface="Cambria Math" panose="02040503050406030204" pitchFamily="18" charset="0"/>
                                    </a:rPr>
                                  </m:ctrlPr>
                                </m:sSupPr>
                                <m:e>
                                  <m:r>
                                    <a:rPr lang="es-ES" sz="2000" i="1">
                                      <a:solidFill>
                                        <a:schemeClr val="accent1">
                                          <a:lumMod val="60000"/>
                                          <a:lumOff val="40000"/>
                                        </a:schemeClr>
                                      </a:solidFill>
                                      <a:latin typeface="Cambria Math" panose="02040503050406030204" pitchFamily="18" charset="0"/>
                                    </a:rPr>
                                    <m:t>𝑁</m:t>
                                  </m:r>
                                </m:e>
                                <m:sup>
                                  <m:r>
                                    <a:rPr lang="es-ES" sz="2000" i="1">
                                      <a:solidFill>
                                        <a:schemeClr val="accent1">
                                          <a:lumMod val="60000"/>
                                          <a:lumOff val="40000"/>
                                        </a:schemeClr>
                                      </a:solidFill>
                                      <a:latin typeface="Cambria Math" panose="02040503050406030204" pitchFamily="18" charset="0"/>
                                    </a:rPr>
                                    <m:t>𝑔</m:t>
                                  </m:r>
                                </m:sup>
                              </m:sSup>
                            </m:e>
                            <m:sub>
                              <m:r>
                                <a:rPr lang="es-ES" sz="2000" i="1">
                                  <a:solidFill>
                                    <a:schemeClr val="accent1">
                                      <a:lumMod val="60000"/>
                                      <a:lumOff val="40000"/>
                                    </a:schemeClr>
                                  </a:solidFill>
                                  <a:latin typeface="Cambria Math" panose="02040503050406030204" pitchFamily="18" charset="0"/>
                                </a:rPr>
                                <m:t>𝐶</m:t>
                              </m:r>
                            </m:sub>
                          </m:sSub>
                          <m:r>
                            <a:rPr lang="es-ES" sz="2000" i="1">
                              <a:solidFill>
                                <a:schemeClr val="bg2">
                                  <a:lumMod val="10000"/>
                                </a:schemeClr>
                              </a:solidFill>
                              <a:latin typeface="Cambria Math" panose="02040503050406030204" pitchFamily="18" charset="0"/>
                            </a:rPr>
                            <m:t>+</m:t>
                          </m:r>
                          <m:r>
                            <m:rPr>
                              <m:nor/>
                            </m:rPr>
                            <a:rPr lang="es-ES" sz="2000" dirty="0">
                              <a:solidFill>
                                <a:schemeClr val="bg2">
                                  <a:lumMod val="10000"/>
                                </a:schemeClr>
                              </a:solidFill>
                              <a:latin typeface="Amasis MT Pro" panose="02040504050005020304" pitchFamily="18" charset="0"/>
                            </a:rPr>
                            <m:t> </m:t>
                          </m:r>
                          <m:sSub>
                            <m:sSubPr>
                              <m:ctrlPr>
                                <a:rPr lang="es-ES" sz="2000" i="1">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bg2">
                                  <a:lumMod val="10000"/>
                                </a:schemeClr>
                              </a:solidFill>
                              <a:latin typeface="Cambria Math" panose="02040503050406030204" pitchFamily="18" charset="0"/>
                            </a:rPr>
                            <m:t>)</m:t>
                          </m:r>
                        </m:num>
                        <m:den>
                          <m:r>
                            <a:rPr lang="es-ES" sz="2000" i="1">
                              <a:solidFill>
                                <a:schemeClr val="bg2">
                                  <a:lumMod val="10000"/>
                                </a:schemeClr>
                              </a:solidFill>
                              <a:latin typeface="Cambria Math" panose="02040503050406030204" pitchFamily="18" charset="0"/>
                            </a:rPr>
                            <m:t>𝐺</m:t>
                          </m:r>
                        </m:den>
                      </m:f>
                    </m:oMath>
                  </m:oMathPara>
                </a14:m>
                <a:endParaRPr lang="es-ES" sz="2000" dirty="0">
                  <a:solidFill>
                    <a:schemeClr val="accent1"/>
                  </a:solidFill>
                  <a:latin typeface="Amasis MT Pro" panose="02040504050005020304" pitchFamily="18" charset="0"/>
                </a:endParaRPr>
              </a:p>
              <a:p>
                <a:endParaRPr lang="es-ES" sz="1350" dirty="0">
                  <a:solidFill>
                    <a:schemeClr val="accent1"/>
                  </a:solidFill>
                </a:endParaRPr>
              </a:p>
            </p:txBody>
          </p:sp>
        </mc:Choice>
        <mc:Fallback xmlns="">
          <p:sp>
            <p:nvSpPr>
              <p:cNvPr id="7" name="CuadroTexto 6">
                <a:extLst>
                  <a:ext uri="{FF2B5EF4-FFF2-40B4-BE49-F238E27FC236}">
                    <a16:creationId xmlns:a16="http://schemas.microsoft.com/office/drawing/2014/main" id="{2801F018-4CB2-5723-6269-C367DF30A350}"/>
                  </a:ext>
                </a:extLst>
              </p:cNvPr>
              <p:cNvSpPr txBox="1">
                <a:spLocks noRot="1" noChangeAspect="1" noMove="1" noResize="1" noEditPoints="1" noAdjustHandles="1" noChangeArrowheads="1" noChangeShapeType="1" noTextEdit="1"/>
              </p:cNvSpPr>
              <p:nvPr/>
            </p:nvSpPr>
            <p:spPr>
              <a:xfrm>
                <a:off x="5373857" y="912388"/>
                <a:ext cx="2737091" cy="911596"/>
              </a:xfrm>
              <a:prstGeom prst="rect">
                <a:avLst/>
              </a:prstGeom>
              <a:blipFill>
                <a:blip r:embed="rId10"/>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76A4A7E-3DE1-A9F1-ED3B-C263A46859A0}"/>
                  </a:ext>
                </a:extLst>
              </p:cNvPr>
              <p:cNvSpPr txBox="1"/>
              <p:nvPr/>
            </p:nvSpPr>
            <p:spPr>
              <a:xfrm>
                <a:off x="211374" y="3835831"/>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a:solidFill>
                            <a:schemeClr val="bg2">
                              <a:lumMod val="10000"/>
                            </a:schemeClr>
                          </a:solidFill>
                          <a:latin typeface="Cambria Math" panose="02040503050406030204" pitchFamily="18" charset="0"/>
                        </a:rPr>
                        <m:t>+</m:t>
                      </m:r>
                      <m:f>
                        <m:fPr>
                          <m:ctrlPr>
                            <a:rPr lang="es-ES" sz="2000" i="1">
                              <a:solidFill>
                                <a:schemeClr val="bg2">
                                  <a:lumMod val="10000"/>
                                </a:schemeClr>
                              </a:solidFill>
                              <a:latin typeface="Cambria Math" panose="02040503050406030204" pitchFamily="18" charset="0"/>
                            </a:rPr>
                          </m:ctrlPr>
                        </m:fPr>
                        <m:num>
                          <m:r>
                            <a:rPr lang="es-ES" sz="2000" i="1">
                              <a:solidFill>
                                <a:schemeClr val="bg2">
                                  <a:lumMod val="10000"/>
                                </a:schemeClr>
                              </a:solidFill>
                              <a:latin typeface="Cambria Math" panose="02040503050406030204" pitchFamily="18" charset="0"/>
                            </a:rPr>
                            <m:t>𝑟</m:t>
                          </m:r>
                          <m:r>
                            <a:rPr lang="es-ES" sz="2000" i="1">
                              <a:solidFill>
                                <a:schemeClr val="bg2">
                                  <a:lumMod val="10000"/>
                                </a:schemeClr>
                              </a:solidFill>
                              <a:latin typeface="Cambria Math" panose="02040503050406030204" pitchFamily="18" charset="0"/>
                              <a:ea typeface="Cambria Math" panose="02040503050406030204" pitchFamily="18" charset="0"/>
                            </a:rPr>
                            <m:t>×</m:t>
                          </m:r>
                          <m:sSub>
                            <m:sSubPr>
                              <m:ctrlPr>
                                <a:rPr lang="es-ES" sz="2000" i="1">
                                  <a:solidFill>
                                    <a:schemeClr val="bg2">
                                      <a:lumMod val="10000"/>
                                    </a:schemeClr>
                                  </a:solidFill>
                                  <a:latin typeface="Cambria Math" panose="02040503050406030204" pitchFamily="18" charset="0"/>
                                </a:rPr>
                              </m:ctrlPr>
                            </m:sSubPr>
                            <m:e>
                              <m:r>
                                <a:rPr lang="es-ES" sz="2000" i="1">
                                  <a:solidFill>
                                    <a:schemeClr val="bg2">
                                      <a:lumMod val="10000"/>
                                    </a:schemeClr>
                                  </a:solidFill>
                                  <a:latin typeface="Cambria Math" panose="02040503050406030204" pitchFamily="18" charset="0"/>
                                </a:rPr>
                                <m:t>(</m:t>
                              </m:r>
                              <m:sSup>
                                <m:sSupPr>
                                  <m:ctrlPr>
                                    <a:rPr lang="es-ES" sz="2000" i="1">
                                      <a:solidFill>
                                        <a:schemeClr val="accent1">
                                          <a:lumMod val="60000"/>
                                          <a:lumOff val="40000"/>
                                        </a:schemeClr>
                                      </a:solidFill>
                                      <a:latin typeface="Cambria Math" panose="02040503050406030204" pitchFamily="18" charset="0"/>
                                    </a:rPr>
                                  </m:ctrlPr>
                                </m:sSupPr>
                                <m:e>
                                  <m:r>
                                    <a:rPr lang="es-ES" sz="2000" i="1">
                                      <a:solidFill>
                                        <a:schemeClr val="accent1">
                                          <a:lumMod val="60000"/>
                                          <a:lumOff val="40000"/>
                                        </a:schemeClr>
                                      </a:solidFill>
                                      <a:latin typeface="Cambria Math" panose="02040503050406030204" pitchFamily="18" charset="0"/>
                                    </a:rPr>
                                    <m:t>𝑁</m:t>
                                  </m:r>
                                </m:e>
                                <m:sup>
                                  <m:r>
                                    <a:rPr lang="es-ES" sz="2000" i="1">
                                      <a:solidFill>
                                        <a:schemeClr val="accent1">
                                          <a:lumMod val="60000"/>
                                          <a:lumOff val="40000"/>
                                        </a:schemeClr>
                                      </a:solidFill>
                                      <a:latin typeface="Cambria Math" panose="02040503050406030204" pitchFamily="18" charset="0"/>
                                    </a:rPr>
                                    <m:t>𝑔</m:t>
                                  </m:r>
                                </m:sup>
                              </m:sSup>
                            </m:e>
                            <m:sub>
                              <m:r>
                                <a:rPr lang="es-ES" sz="2000" i="1">
                                  <a:solidFill>
                                    <a:schemeClr val="accent1">
                                      <a:lumMod val="60000"/>
                                      <a:lumOff val="40000"/>
                                    </a:schemeClr>
                                  </a:solidFill>
                                  <a:latin typeface="Cambria Math" panose="02040503050406030204" pitchFamily="18" charset="0"/>
                                </a:rPr>
                                <m:t>𝐶</m:t>
                              </m:r>
                            </m:sub>
                          </m:sSub>
                          <m:r>
                            <a:rPr lang="es-ES" sz="2000" i="1">
                              <a:solidFill>
                                <a:schemeClr val="bg2">
                                  <a:lumMod val="10000"/>
                                </a:schemeClr>
                              </a:solidFill>
                              <a:latin typeface="Cambria Math" panose="02040503050406030204" pitchFamily="18" charset="0"/>
                            </a:rPr>
                            <m:t>+</m:t>
                          </m:r>
                          <m:r>
                            <m:rPr>
                              <m:nor/>
                            </m:rPr>
                            <a:rPr lang="es-ES" sz="2000" dirty="0">
                              <a:solidFill>
                                <a:schemeClr val="bg2">
                                  <a:lumMod val="10000"/>
                                </a:schemeClr>
                              </a:solidFill>
                              <a:latin typeface="Amasis MT Pro" panose="02040504050005020304" pitchFamily="18" charset="0"/>
                            </a:rPr>
                            <m:t> </m:t>
                          </m:r>
                          <m:sSub>
                            <m:sSubPr>
                              <m:ctrlPr>
                                <a:rPr lang="es-ES" sz="2000" i="1">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bg2">
                                  <a:lumMod val="10000"/>
                                </a:schemeClr>
                              </a:solidFill>
                              <a:latin typeface="Cambria Math" panose="02040503050406030204" pitchFamily="18" charset="0"/>
                            </a:rPr>
                            <m:t>)</m:t>
                          </m:r>
                        </m:num>
                        <m:den>
                          <m:r>
                            <a:rPr lang="es-ES" sz="2000" i="1">
                              <a:solidFill>
                                <a:schemeClr val="bg2">
                                  <a:lumMod val="10000"/>
                                </a:schemeClr>
                              </a:solidFill>
                              <a:latin typeface="Cambria Math" panose="02040503050406030204" pitchFamily="18" charset="0"/>
                            </a:rPr>
                            <m:t>𝐺</m:t>
                          </m:r>
                        </m:den>
                      </m:f>
                    </m:oMath>
                  </m:oMathPara>
                </a14:m>
                <a:endParaRPr lang="es-ES" sz="2000" dirty="0">
                  <a:solidFill>
                    <a:schemeClr val="accent1"/>
                  </a:solidFill>
                  <a:latin typeface="Amasis MT Pro" panose="02040504050005020304" pitchFamily="18" charset="0"/>
                </a:endParaRPr>
              </a:p>
              <a:p>
                <a:endParaRPr lang="es-ES" sz="1350" dirty="0">
                  <a:solidFill>
                    <a:schemeClr val="accent1"/>
                  </a:solidFill>
                </a:endParaRPr>
              </a:p>
            </p:txBody>
          </p:sp>
        </mc:Choice>
        <mc:Fallback xmlns="">
          <p:sp>
            <p:nvSpPr>
              <p:cNvPr id="9" name="CuadroTexto 8">
                <a:extLst>
                  <a:ext uri="{FF2B5EF4-FFF2-40B4-BE49-F238E27FC236}">
                    <a16:creationId xmlns:a16="http://schemas.microsoft.com/office/drawing/2014/main" id="{276A4A7E-3DE1-A9F1-ED3B-C263A46859A0}"/>
                  </a:ext>
                </a:extLst>
              </p:cNvPr>
              <p:cNvSpPr txBox="1">
                <a:spLocks noRot="1" noChangeAspect="1" noMove="1" noResize="1" noEditPoints="1" noAdjustHandles="1" noChangeArrowheads="1" noChangeShapeType="1" noTextEdit="1"/>
              </p:cNvSpPr>
              <p:nvPr/>
            </p:nvSpPr>
            <p:spPr>
              <a:xfrm>
                <a:off x="211374" y="3835831"/>
                <a:ext cx="2737091" cy="911596"/>
              </a:xfrm>
              <a:prstGeom prst="rect">
                <a:avLst/>
              </a:prstGeom>
              <a:blipFill>
                <a:blip r:embed="rId11"/>
                <a:stretch>
                  <a:fillRect/>
                </a:stretch>
              </a:blipFill>
            </p:spPr>
            <p:txBody>
              <a:bodyPr/>
              <a:lstStyle/>
              <a:p>
                <a:r>
                  <a:rPr lang="es-ES">
                    <a:noFill/>
                  </a:rPr>
                  <a:t> </a:t>
                </a:r>
              </a:p>
            </p:txBody>
          </p:sp>
        </mc:Fallback>
      </mc:AlternateContent>
      <p:sp>
        <p:nvSpPr>
          <p:cNvPr id="10" name="Flecha: curvada hacia abajo 9">
            <a:extLst>
              <a:ext uri="{FF2B5EF4-FFF2-40B4-BE49-F238E27FC236}">
                <a16:creationId xmlns:a16="http://schemas.microsoft.com/office/drawing/2014/main" id="{2EAA375A-4617-A3EF-2110-0E2823D976A8}"/>
              </a:ext>
            </a:extLst>
          </p:cNvPr>
          <p:cNvSpPr/>
          <p:nvPr/>
        </p:nvSpPr>
        <p:spPr>
          <a:xfrm rot="18303438" flipH="1" flipV="1">
            <a:off x="4093406" y="5152149"/>
            <a:ext cx="1252208" cy="502571"/>
          </a:xfrm>
          <a:prstGeom prst="curvedDownArrow">
            <a:avLst>
              <a:gd name="adj1" fmla="val 25000"/>
              <a:gd name="adj2" fmla="val 50000"/>
              <a:gd name="adj3" fmla="val 31735"/>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p:sp>
        <p:nvSpPr>
          <p:cNvPr id="11" name="Flecha: curvada hacia abajo 10">
            <a:extLst>
              <a:ext uri="{FF2B5EF4-FFF2-40B4-BE49-F238E27FC236}">
                <a16:creationId xmlns:a16="http://schemas.microsoft.com/office/drawing/2014/main" id="{053402D2-5D32-60C3-EFDD-AD00E9D1D843}"/>
              </a:ext>
            </a:extLst>
          </p:cNvPr>
          <p:cNvSpPr/>
          <p:nvPr/>
        </p:nvSpPr>
        <p:spPr>
          <a:xfrm rot="19248949" flipV="1">
            <a:off x="3953232" y="4931514"/>
            <a:ext cx="848830" cy="41281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C0AEB49F-C594-C2C3-19EB-9A022DC8BF26}"/>
                  </a:ext>
                </a:extLst>
              </p:cNvPr>
              <p:cNvSpPr txBox="1"/>
              <p:nvPr/>
            </p:nvSpPr>
            <p:spPr>
              <a:xfrm>
                <a:off x="3918648" y="4747427"/>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chemeClr val="accent6"/>
                          </a:solidFill>
                          <a:latin typeface="Cambria Math" panose="02040503050406030204" pitchFamily="18" charset="0"/>
                        </a:rPr>
                        <m:t>+1</m:t>
                      </m:r>
                    </m:oMath>
                  </m:oMathPara>
                </a14:m>
                <a:endParaRPr lang="es-ES" sz="2400" dirty="0">
                  <a:solidFill>
                    <a:schemeClr val="accent6"/>
                  </a:solidFill>
                  <a:latin typeface="Amasis MT Pro" panose="02040504050005020304" pitchFamily="18" charset="0"/>
                </a:endParaRPr>
              </a:p>
            </p:txBody>
          </p:sp>
        </mc:Choice>
        <mc:Fallback xmlns="">
          <p:sp>
            <p:nvSpPr>
              <p:cNvPr id="12" name="CuadroTexto 11">
                <a:extLst>
                  <a:ext uri="{FF2B5EF4-FFF2-40B4-BE49-F238E27FC236}">
                    <a16:creationId xmlns:a16="http://schemas.microsoft.com/office/drawing/2014/main" id="{C0AEB49F-C594-C2C3-19EB-9A022DC8BF26}"/>
                  </a:ext>
                </a:extLst>
              </p:cNvPr>
              <p:cNvSpPr txBox="1">
                <a:spLocks noRot="1" noChangeAspect="1" noMove="1" noResize="1" noEditPoints="1" noAdjustHandles="1" noChangeArrowheads="1" noChangeShapeType="1" noTextEdit="1"/>
              </p:cNvSpPr>
              <p:nvPr/>
            </p:nvSpPr>
            <p:spPr>
              <a:xfrm>
                <a:off x="3918648" y="4747427"/>
                <a:ext cx="594074" cy="461665"/>
              </a:xfrm>
              <a:prstGeom prst="rect">
                <a:avLst/>
              </a:prstGeom>
              <a:blipFill>
                <a:blip r:embed="rId12"/>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D8B0B40-3AF7-0950-37E2-0862831BD8D4}"/>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a:solidFill>
                            <a:schemeClr val="accent1"/>
                          </a:solidFill>
                          <a:latin typeface="Cambria Math" panose="02040503050406030204" pitchFamily="18" charset="0"/>
                        </a:rPr>
                        <m:t>+1</m:t>
                      </m:r>
                    </m:oMath>
                  </m:oMathPara>
                </a14:m>
                <a:endParaRPr lang="es-ES" sz="2400" dirty="0">
                  <a:solidFill>
                    <a:schemeClr val="accent1"/>
                  </a:solidFill>
                  <a:latin typeface="Amasis MT Pro" panose="02040504050005020304" pitchFamily="18" charset="0"/>
                </a:endParaRPr>
              </a:p>
            </p:txBody>
          </p:sp>
        </mc:Choice>
        <mc:Fallback xmlns="">
          <p:sp>
            <p:nvSpPr>
              <p:cNvPr id="13" name="CuadroTexto 12">
                <a:extLst>
                  <a:ext uri="{FF2B5EF4-FFF2-40B4-BE49-F238E27FC236}">
                    <a16:creationId xmlns:a16="http://schemas.microsoft.com/office/drawing/2014/main" id="{ED8B0B40-3AF7-0950-37E2-0862831BD8D4}"/>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13"/>
                <a:stretch>
                  <a:fillRect r="-2062"/>
                </a:stretch>
              </a:blipFill>
            </p:spPr>
            <p:txBody>
              <a:bodyPr/>
              <a:lstStyle/>
              <a:p>
                <a:r>
                  <a:rPr lang="es-ES">
                    <a:noFill/>
                  </a:rPr>
                  <a:t> </a:t>
                </a:r>
              </a:p>
            </p:txBody>
          </p:sp>
        </mc:Fallback>
      </mc:AlternateContent>
      <p:sp>
        <p:nvSpPr>
          <p:cNvPr id="14" name="Flecha: curvada hacia abajo 13">
            <a:extLst>
              <a:ext uri="{FF2B5EF4-FFF2-40B4-BE49-F238E27FC236}">
                <a16:creationId xmlns:a16="http://schemas.microsoft.com/office/drawing/2014/main" id="{59BB3CC7-5C69-BF61-8B03-100AAC6611A5}"/>
              </a:ext>
            </a:extLst>
          </p:cNvPr>
          <p:cNvSpPr/>
          <p:nvPr/>
        </p:nvSpPr>
        <p:spPr>
          <a:xfrm rot="8861414" flipH="1">
            <a:off x="4743237" y="5076106"/>
            <a:ext cx="3446225" cy="901915"/>
          </a:xfrm>
          <a:prstGeom prst="curvedDownArrow">
            <a:avLst>
              <a:gd name="adj1" fmla="val 28660"/>
              <a:gd name="adj2" fmla="val 50000"/>
              <a:gd name="adj3" fmla="val 15721"/>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21746ED-B31F-BD81-6DB8-9266EC8E2A8C}"/>
                  </a:ext>
                </a:extLst>
              </p:cNvPr>
              <p:cNvSpPr txBox="1"/>
              <p:nvPr/>
            </p:nvSpPr>
            <p:spPr>
              <a:xfrm>
                <a:off x="6661354" y="5771613"/>
                <a:ext cx="2482646" cy="369332"/>
              </a:xfrm>
              <a:prstGeom prst="rect">
                <a:avLst/>
              </a:prstGeom>
              <a:noFill/>
            </p:spPr>
            <p:txBody>
              <a:bodyPr wrap="square" rtlCol="0">
                <a:spAutoFit/>
              </a:bodyPr>
              <a:lstStyle/>
              <a:p>
                <a14:m>
                  <m:oMath xmlns:m="http://schemas.openxmlformats.org/officeDocument/2006/math">
                    <m:r>
                      <a:rPr lang="es-ES" i="1">
                        <a:solidFill>
                          <a:schemeClr val="bg2">
                            <a:lumMod val="10000"/>
                          </a:schemeClr>
                        </a:solidFill>
                        <a:latin typeface="Cambria Math" panose="02040503050406030204" pitchFamily="18" charset="0"/>
                      </a:rPr>
                      <m:t>−</m:t>
                    </m:r>
                  </m:oMath>
                </a14:m>
                <a:r>
                  <a:rPr lang="es-ES" dirty="0">
                    <a:solidFill>
                      <a:schemeClr val="accent6"/>
                    </a:solidFill>
                    <a:latin typeface="Amasis MT Pro" panose="02040504050005020304" pitchFamily="18" charset="0"/>
                  </a:rPr>
                  <a:t> </a:t>
                </a:r>
                <a:r>
                  <a:rPr lang="el-GR" dirty="0">
                    <a:solidFill>
                      <a:schemeClr val="bg2">
                        <a:lumMod val="10000"/>
                      </a:schemeClr>
                    </a:solidFill>
                    <a:latin typeface="Amasis MT Pro" panose="02040504050005020304" pitchFamily="18" charset="0"/>
                    <a:cs typeface="Adobe Devanagari" panose="02040503050201020203" pitchFamily="18" charset="0"/>
                  </a:rPr>
                  <a:t>β</a:t>
                </a:r>
                <a:r>
                  <a:rPr lang="es-ES" dirty="0">
                    <a:solidFill>
                      <a:schemeClr val="bg2">
                        <a:lumMod val="10000"/>
                      </a:schemeClr>
                    </a:solidFill>
                    <a:latin typeface="Amasis MT Pro" panose="02040504050005020304" pitchFamily="18" charset="0"/>
                    <a:cs typeface="Times New Roman" panose="02020603050405020304" pitchFamily="18" charset="0"/>
                  </a:rPr>
                  <a:t> </a:t>
                </a:r>
                <a:r>
                  <a:rPr lang="es-ES" dirty="0">
                    <a:solidFill>
                      <a:schemeClr val="bg2">
                        <a:lumMod val="10000"/>
                      </a:schemeClr>
                    </a:solidFill>
                    <a:latin typeface="Amasis MT Pro" panose="02040504050005020304" pitchFamily="18" charset="0"/>
                    <a:cs typeface="Adobe Devanagari" panose="02040503050201020203" pitchFamily="18" charset="0"/>
                  </a:rPr>
                  <a:t>Pool </a:t>
                </a:r>
                <a:r>
                  <a:rPr lang="es-ES" dirty="0" err="1">
                    <a:solidFill>
                      <a:schemeClr val="bg2">
                        <a:lumMod val="10000"/>
                      </a:schemeClr>
                    </a:solidFill>
                    <a:latin typeface="Amasis MT Pro" panose="02040504050005020304" pitchFamily="18" charset="0"/>
                    <a:cs typeface="Adobe Devanagari" panose="02040503050201020203" pitchFamily="18" charset="0"/>
                  </a:rPr>
                  <a:t>Punishment</a:t>
                </a:r>
                <a:endParaRPr lang="es-ES" dirty="0">
                  <a:solidFill>
                    <a:schemeClr val="bg2">
                      <a:lumMod val="10000"/>
                    </a:schemeClr>
                  </a:solidFill>
                  <a:latin typeface="Amasis MT Pro" panose="02040504050005020304" pitchFamily="18" charset="0"/>
                  <a:cs typeface="Adobe Devanagari" panose="02040503050201020203" pitchFamily="18" charset="0"/>
                </a:endParaRPr>
              </a:p>
            </p:txBody>
          </p:sp>
        </mc:Choice>
        <mc:Fallback xmlns="">
          <p:sp>
            <p:nvSpPr>
              <p:cNvPr id="15" name="CuadroTexto 14">
                <a:extLst>
                  <a:ext uri="{FF2B5EF4-FFF2-40B4-BE49-F238E27FC236}">
                    <a16:creationId xmlns:a16="http://schemas.microsoft.com/office/drawing/2014/main" id="{D21746ED-B31F-BD81-6DB8-9266EC8E2A8C}"/>
                  </a:ext>
                </a:extLst>
              </p:cNvPr>
              <p:cNvSpPr txBox="1">
                <a:spLocks noRot="1" noChangeAspect="1" noMove="1" noResize="1" noEditPoints="1" noAdjustHandles="1" noChangeArrowheads="1" noChangeShapeType="1" noTextEdit="1"/>
              </p:cNvSpPr>
              <p:nvPr/>
            </p:nvSpPr>
            <p:spPr>
              <a:xfrm>
                <a:off x="6661354" y="5771613"/>
                <a:ext cx="2482646" cy="369332"/>
              </a:xfrm>
              <a:prstGeom prst="rect">
                <a:avLst/>
              </a:prstGeom>
              <a:blipFill>
                <a:blip r:embed="rId14"/>
                <a:stretch>
                  <a:fillRect t="-11667" b="-26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9FB9068B-F4B2-3E67-AE94-D3FF9964E036}"/>
                  </a:ext>
                </a:extLst>
              </p:cNvPr>
              <p:cNvSpPr txBox="1"/>
              <p:nvPr/>
            </p:nvSpPr>
            <p:spPr>
              <a:xfrm>
                <a:off x="6661354" y="6174957"/>
                <a:ext cx="1794985" cy="673518"/>
              </a:xfrm>
              <a:prstGeom prst="rect">
                <a:avLst/>
              </a:prstGeom>
              <a:noFill/>
            </p:spPr>
            <p:txBody>
              <a:bodyPr wrap="square">
                <a:spAutoFit/>
              </a:bodyPr>
              <a:lstStyle/>
              <a:p>
                <a:pPr algn="r"/>
                <a14:m>
                  <m:oMath xmlns:m="http://schemas.openxmlformats.org/officeDocument/2006/math">
                    <m:r>
                      <a:rPr lang="es-ES" i="1" smtClean="0">
                        <a:solidFill>
                          <a:schemeClr val="bg2">
                            <a:lumMod val="10000"/>
                          </a:schemeClr>
                        </a:solidFill>
                        <a:latin typeface="Cambria Math" panose="02040503050406030204" pitchFamily="18" charset="0"/>
                        <a:cs typeface="Times New Roman" panose="02020603050405020304" pitchFamily="18" charset="0"/>
                      </a:rPr>
                      <m:t>−</m:t>
                    </m:r>
                    <m:sSub>
                      <m:sSubPr>
                        <m:ctrlPr>
                          <a:rPr lang="es-ES" i="1">
                            <a:solidFill>
                              <a:schemeClr val="accent6"/>
                            </a:solidFill>
                            <a:latin typeface="Cambria Math" panose="02040503050406030204" pitchFamily="18" charset="0"/>
                          </a:rPr>
                        </m:ctrlPr>
                      </m:sSubPr>
                      <m:e>
                        <m:sSup>
                          <m:sSupPr>
                            <m:ctrlPr>
                              <a:rPr lang="es-ES" i="1">
                                <a:solidFill>
                                  <a:schemeClr val="accent6"/>
                                </a:solidFill>
                                <a:latin typeface="Cambria Math" panose="02040503050406030204" pitchFamily="18" charset="0"/>
                              </a:rPr>
                            </m:ctrlPr>
                          </m:sSupPr>
                          <m:e>
                            <m:r>
                              <m:rPr>
                                <m:nor/>
                              </m:rPr>
                              <a:rPr lang="es-ES">
                                <a:solidFill>
                                  <a:schemeClr val="accent6"/>
                                </a:solidFill>
                                <a:latin typeface="Amasis MT Pro" panose="02040504050005020304" pitchFamily="18" charset="0"/>
                              </a:rPr>
                              <m:t> </m:t>
                            </m:r>
                            <m:r>
                              <m:rPr>
                                <m:nor/>
                              </m:rPr>
                              <a:rPr lang="el-GR" dirty="0">
                                <a:solidFill>
                                  <a:schemeClr val="bg2">
                                    <a:lumMod val="10000"/>
                                  </a:schemeClr>
                                </a:solidFill>
                                <a:latin typeface="Amasis MT Pro" panose="02040504050005020304" pitchFamily="18" charset="0"/>
                                <a:cs typeface="Adobe Devanagari" panose="02040503050201020203" pitchFamily="18" charset="0"/>
                              </a:rPr>
                              <m:t>β</m:t>
                            </m:r>
                            <m:r>
                              <a:rPr lang="el-GR" i="1">
                                <a:solidFill>
                                  <a:schemeClr val="bg2">
                                    <a:lumMod val="10000"/>
                                  </a:schemeClr>
                                </a:solidFill>
                                <a:latin typeface="Cambria Math" panose="02040503050406030204" pitchFamily="18" charset="0"/>
                                <a:ea typeface="Cambria Math" panose="02040503050406030204" pitchFamily="18" charset="0"/>
                              </a:rPr>
                              <m:t>×</m:t>
                            </m:r>
                            <m:r>
                              <a:rPr lang="es-ES" i="1">
                                <a:solidFill>
                                  <a:schemeClr val="accent6"/>
                                </a:solidFill>
                                <a:latin typeface="Cambria Math" panose="02040503050406030204" pitchFamily="18" charset="0"/>
                              </a:rPr>
                              <m:t>𝑁</m:t>
                            </m:r>
                          </m:e>
                          <m:sup>
                            <m:r>
                              <a:rPr lang="es-ES" i="1">
                                <a:solidFill>
                                  <a:schemeClr val="accent6"/>
                                </a:solidFill>
                                <a:latin typeface="Cambria Math" panose="02040503050406030204" pitchFamily="18" charset="0"/>
                              </a:rPr>
                              <m:t>𝑔</m:t>
                            </m:r>
                          </m:sup>
                        </m:sSup>
                      </m:e>
                      <m:sub>
                        <m:r>
                          <a:rPr lang="es-ES" i="1">
                            <a:solidFill>
                              <a:schemeClr val="accent6"/>
                            </a:solidFill>
                            <a:latin typeface="Cambria Math" panose="02040503050406030204" pitchFamily="18" charset="0"/>
                          </a:rPr>
                          <m:t>𝑃</m:t>
                        </m:r>
                      </m:sub>
                    </m:sSub>
                  </m:oMath>
                </a14:m>
                <a:r>
                  <a:rPr lang="es-ES" dirty="0">
                    <a:solidFill>
                      <a:schemeClr val="accent6"/>
                    </a:solidFill>
                    <a:latin typeface="Amasis MT Pro" panose="02040504050005020304" pitchFamily="18" charset="0"/>
                    <a:cs typeface="Adobe Devanagari" panose="02040503050201020203" pitchFamily="18" charset="0"/>
                  </a:rPr>
                  <a:t> </a:t>
                </a:r>
                <a14:m>
                  <m:oMath xmlns:m="http://schemas.openxmlformats.org/officeDocument/2006/math">
                    <m:r>
                      <m:rPr>
                        <m:nor/>
                      </m:rPr>
                      <a:rPr lang="es-ES" dirty="0">
                        <a:solidFill>
                          <a:schemeClr val="bg2">
                            <a:lumMod val="10000"/>
                          </a:schemeClr>
                        </a:solidFill>
                        <a:latin typeface="Amasis MT Pro" panose="02040504050005020304" pitchFamily="18" charset="0"/>
                        <a:cs typeface="Adobe Devanagari" panose="02040503050201020203" pitchFamily="18" charset="0"/>
                      </a:rPr>
                      <m:t>Peer</m:t>
                    </m:r>
                    <m:r>
                      <m:rPr>
                        <m:nor/>
                      </m:rPr>
                      <a:rPr lang="es-ES" b="0" i="0" dirty="0" smtClean="0">
                        <a:solidFill>
                          <a:schemeClr val="bg2">
                            <a:lumMod val="10000"/>
                          </a:schemeClr>
                        </a:solidFill>
                        <a:latin typeface="Amasis MT Pro" panose="02040504050005020304" pitchFamily="18" charset="0"/>
                        <a:cs typeface="Adobe Devanagari" panose="02040503050201020203" pitchFamily="18" charset="0"/>
                      </a:rPr>
                      <m:t> </m:t>
                    </m:r>
                    <m:r>
                      <m:rPr>
                        <m:nor/>
                      </m:rPr>
                      <a:rPr lang="es-ES" dirty="0">
                        <a:solidFill>
                          <a:schemeClr val="bg2">
                            <a:lumMod val="10000"/>
                          </a:schemeClr>
                        </a:solidFill>
                        <a:latin typeface="Amasis MT Pro" panose="02040504050005020304" pitchFamily="18" charset="0"/>
                        <a:cs typeface="Adobe Devanagari" panose="02040503050201020203" pitchFamily="18" charset="0"/>
                      </a:rPr>
                      <m:t>Punishment</m:t>
                    </m:r>
                    <m:r>
                      <m:rPr>
                        <m:nor/>
                      </m:rPr>
                      <a:rPr lang="es-ES" dirty="0">
                        <a:solidFill>
                          <a:schemeClr val="bg2">
                            <a:lumMod val="10000"/>
                          </a:schemeClr>
                        </a:solidFill>
                        <a:latin typeface="Amasis MT Pro" panose="02040504050005020304" pitchFamily="18" charset="0"/>
                        <a:cs typeface="Adobe Devanagari" panose="02040503050201020203" pitchFamily="18" charset="0"/>
                      </a:rPr>
                      <m:t> </m:t>
                    </m:r>
                  </m:oMath>
                </a14:m>
                <a:endParaRPr lang="es-ES" dirty="0">
                  <a:solidFill>
                    <a:schemeClr val="accent6"/>
                  </a:solidFill>
                  <a:latin typeface="Amasis MT Pro" panose="02040504050005020304" pitchFamily="18" charset="0"/>
                  <a:cs typeface="Adobe Devanagari" panose="02040503050201020203" pitchFamily="18" charset="0"/>
                </a:endParaRPr>
              </a:p>
            </p:txBody>
          </p:sp>
        </mc:Choice>
        <mc:Fallback xmlns="">
          <p:sp>
            <p:nvSpPr>
              <p:cNvPr id="18" name="CuadroTexto 17">
                <a:extLst>
                  <a:ext uri="{FF2B5EF4-FFF2-40B4-BE49-F238E27FC236}">
                    <a16:creationId xmlns:a16="http://schemas.microsoft.com/office/drawing/2014/main" id="{9FB9068B-F4B2-3E67-AE94-D3FF9964E036}"/>
                  </a:ext>
                </a:extLst>
              </p:cNvPr>
              <p:cNvSpPr txBox="1">
                <a:spLocks noRot="1" noChangeAspect="1" noMove="1" noResize="1" noEditPoints="1" noAdjustHandles="1" noChangeArrowheads="1" noChangeShapeType="1" noTextEdit="1"/>
              </p:cNvSpPr>
              <p:nvPr/>
            </p:nvSpPr>
            <p:spPr>
              <a:xfrm>
                <a:off x="6661354" y="6174957"/>
                <a:ext cx="1794985" cy="673518"/>
              </a:xfrm>
              <a:prstGeom prst="rect">
                <a:avLst/>
              </a:prstGeom>
              <a:blipFill>
                <a:blip r:embed="rId15"/>
                <a:stretch>
                  <a:fillRect/>
                </a:stretch>
              </a:blipFill>
            </p:spPr>
            <p:txBody>
              <a:bodyPr/>
              <a:lstStyle/>
              <a:p>
                <a:r>
                  <a:rPr lang="es-ES">
                    <a:noFill/>
                  </a:rPr>
                  <a:t> </a:t>
                </a:r>
              </a:p>
            </p:txBody>
          </p:sp>
        </mc:Fallback>
      </mc:AlternateContent>
      <p:pic>
        <p:nvPicPr>
          <p:cNvPr id="24" name="Imagen 23">
            <a:extLst>
              <a:ext uri="{FF2B5EF4-FFF2-40B4-BE49-F238E27FC236}">
                <a16:creationId xmlns:a16="http://schemas.microsoft.com/office/drawing/2014/main" id="{229AC1AF-F187-15DA-39D6-6ABD7BBFC965}"/>
              </a:ext>
            </a:extLst>
          </p:cNvPr>
          <p:cNvPicPr>
            <a:picLocks noChangeAspect="1"/>
          </p:cNvPicPr>
          <p:nvPr/>
        </p:nvPicPr>
        <p:blipFill>
          <a:blip r:embed="rId16"/>
          <a:stretch>
            <a:fillRect/>
          </a:stretch>
        </p:blipFill>
        <p:spPr>
          <a:xfrm>
            <a:off x="2600335" y="4709778"/>
            <a:ext cx="1130656" cy="1234419"/>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B2B9B38E-9821-89CD-D7AF-FD5A55EA98CB}"/>
                  </a:ext>
                </a:extLst>
              </p:cNvPr>
              <p:cNvSpPr txBox="1"/>
              <p:nvPr/>
            </p:nvSpPr>
            <p:spPr>
              <a:xfrm>
                <a:off x="4742991" y="4618375"/>
                <a:ext cx="2737091" cy="91159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000" i="1">
                          <a:solidFill>
                            <a:schemeClr val="bg2">
                              <a:lumMod val="10000"/>
                            </a:schemeClr>
                          </a:solidFill>
                          <a:latin typeface="Cambria Math" panose="02040503050406030204" pitchFamily="18" charset="0"/>
                        </a:rPr>
                        <m:t>+</m:t>
                      </m:r>
                      <m:f>
                        <m:fPr>
                          <m:ctrlPr>
                            <a:rPr lang="es-ES" sz="2000" i="1">
                              <a:solidFill>
                                <a:schemeClr val="bg2">
                                  <a:lumMod val="10000"/>
                                </a:schemeClr>
                              </a:solidFill>
                              <a:latin typeface="Cambria Math" panose="02040503050406030204" pitchFamily="18" charset="0"/>
                            </a:rPr>
                          </m:ctrlPr>
                        </m:fPr>
                        <m:num>
                          <m:r>
                            <a:rPr lang="es-ES" sz="2000" i="1">
                              <a:solidFill>
                                <a:schemeClr val="bg2">
                                  <a:lumMod val="10000"/>
                                </a:schemeClr>
                              </a:solidFill>
                              <a:latin typeface="Cambria Math" panose="02040503050406030204" pitchFamily="18" charset="0"/>
                            </a:rPr>
                            <m:t>𝑟</m:t>
                          </m:r>
                          <m:r>
                            <a:rPr lang="es-ES" sz="2000" i="1">
                              <a:solidFill>
                                <a:schemeClr val="bg2">
                                  <a:lumMod val="10000"/>
                                </a:schemeClr>
                              </a:solidFill>
                              <a:latin typeface="Cambria Math" panose="02040503050406030204" pitchFamily="18" charset="0"/>
                              <a:ea typeface="Cambria Math" panose="02040503050406030204" pitchFamily="18" charset="0"/>
                            </a:rPr>
                            <m:t>×</m:t>
                          </m:r>
                          <m:sSub>
                            <m:sSubPr>
                              <m:ctrlPr>
                                <a:rPr lang="es-ES" sz="2000" i="1">
                                  <a:solidFill>
                                    <a:schemeClr val="bg2">
                                      <a:lumMod val="10000"/>
                                    </a:schemeClr>
                                  </a:solidFill>
                                  <a:latin typeface="Cambria Math" panose="02040503050406030204" pitchFamily="18" charset="0"/>
                                </a:rPr>
                              </m:ctrlPr>
                            </m:sSubPr>
                            <m:e>
                              <m:r>
                                <a:rPr lang="es-ES" sz="2000" i="1">
                                  <a:solidFill>
                                    <a:schemeClr val="bg2">
                                      <a:lumMod val="10000"/>
                                    </a:schemeClr>
                                  </a:solidFill>
                                  <a:latin typeface="Cambria Math" panose="02040503050406030204" pitchFamily="18" charset="0"/>
                                </a:rPr>
                                <m:t>(</m:t>
                              </m:r>
                              <m:sSup>
                                <m:sSupPr>
                                  <m:ctrlPr>
                                    <a:rPr lang="es-ES" sz="2000" i="1">
                                      <a:solidFill>
                                        <a:schemeClr val="accent1">
                                          <a:lumMod val="60000"/>
                                          <a:lumOff val="40000"/>
                                        </a:schemeClr>
                                      </a:solidFill>
                                      <a:latin typeface="Cambria Math" panose="02040503050406030204" pitchFamily="18" charset="0"/>
                                    </a:rPr>
                                  </m:ctrlPr>
                                </m:sSupPr>
                                <m:e>
                                  <m:r>
                                    <a:rPr lang="es-ES" sz="2000" i="1">
                                      <a:solidFill>
                                        <a:schemeClr val="accent1">
                                          <a:lumMod val="60000"/>
                                          <a:lumOff val="40000"/>
                                        </a:schemeClr>
                                      </a:solidFill>
                                      <a:latin typeface="Cambria Math" panose="02040503050406030204" pitchFamily="18" charset="0"/>
                                    </a:rPr>
                                    <m:t>𝑁</m:t>
                                  </m:r>
                                </m:e>
                                <m:sup>
                                  <m:r>
                                    <a:rPr lang="es-ES" sz="2000" i="1">
                                      <a:solidFill>
                                        <a:schemeClr val="accent1">
                                          <a:lumMod val="60000"/>
                                          <a:lumOff val="40000"/>
                                        </a:schemeClr>
                                      </a:solidFill>
                                      <a:latin typeface="Cambria Math" panose="02040503050406030204" pitchFamily="18" charset="0"/>
                                    </a:rPr>
                                    <m:t>𝑔</m:t>
                                  </m:r>
                                </m:sup>
                              </m:sSup>
                            </m:e>
                            <m:sub>
                              <m:r>
                                <a:rPr lang="es-ES" sz="2000" i="1">
                                  <a:solidFill>
                                    <a:schemeClr val="accent1">
                                      <a:lumMod val="60000"/>
                                      <a:lumOff val="40000"/>
                                    </a:schemeClr>
                                  </a:solidFill>
                                  <a:latin typeface="Cambria Math" panose="02040503050406030204" pitchFamily="18" charset="0"/>
                                </a:rPr>
                                <m:t>𝐶</m:t>
                              </m:r>
                            </m:sub>
                          </m:sSub>
                          <m:r>
                            <a:rPr lang="es-ES" sz="2000" i="1">
                              <a:solidFill>
                                <a:schemeClr val="bg2">
                                  <a:lumMod val="10000"/>
                                </a:schemeClr>
                              </a:solidFill>
                              <a:latin typeface="Cambria Math" panose="02040503050406030204" pitchFamily="18" charset="0"/>
                            </a:rPr>
                            <m:t>+</m:t>
                          </m:r>
                          <m:r>
                            <m:rPr>
                              <m:nor/>
                            </m:rPr>
                            <a:rPr lang="es-ES" sz="2000" dirty="0">
                              <a:solidFill>
                                <a:schemeClr val="bg2">
                                  <a:lumMod val="10000"/>
                                </a:schemeClr>
                              </a:solidFill>
                              <a:latin typeface="Amasis MT Pro" panose="02040504050005020304" pitchFamily="18" charset="0"/>
                            </a:rPr>
                            <m:t> </m:t>
                          </m:r>
                          <m:sSub>
                            <m:sSubPr>
                              <m:ctrlPr>
                                <a:rPr lang="es-ES" sz="2000" i="1">
                                  <a:solidFill>
                                    <a:schemeClr val="accent6"/>
                                  </a:solidFill>
                                  <a:latin typeface="Cambria Math" panose="02040503050406030204" pitchFamily="18" charset="0"/>
                                </a:rPr>
                              </m:ctrlPr>
                            </m:sSubPr>
                            <m:e>
                              <m:sSup>
                                <m:sSupPr>
                                  <m:ctrlPr>
                                    <a:rPr lang="es-ES" sz="2000" i="1">
                                      <a:solidFill>
                                        <a:schemeClr val="accent6"/>
                                      </a:solidFill>
                                      <a:latin typeface="Cambria Math" panose="02040503050406030204" pitchFamily="18" charset="0"/>
                                    </a:rPr>
                                  </m:ctrlPr>
                                </m:sSupPr>
                                <m:e>
                                  <m:r>
                                    <a:rPr lang="es-ES" sz="2000" i="1">
                                      <a:solidFill>
                                        <a:schemeClr val="accent6"/>
                                      </a:solidFill>
                                      <a:latin typeface="Cambria Math" panose="02040503050406030204" pitchFamily="18" charset="0"/>
                                    </a:rPr>
                                    <m:t>𝑁</m:t>
                                  </m:r>
                                </m:e>
                                <m:sup>
                                  <m:r>
                                    <a:rPr lang="es-ES" sz="2000" i="1">
                                      <a:solidFill>
                                        <a:schemeClr val="accent6"/>
                                      </a:solidFill>
                                      <a:latin typeface="Cambria Math" panose="02040503050406030204" pitchFamily="18" charset="0"/>
                                    </a:rPr>
                                    <m:t>𝑔</m:t>
                                  </m:r>
                                </m:sup>
                              </m:sSup>
                            </m:e>
                            <m:sub>
                              <m:r>
                                <a:rPr lang="es-ES" sz="2000" i="1">
                                  <a:solidFill>
                                    <a:schemeClr val="accent6"/>
                                  </a:solidFill>
                                  <a:latin typeface="Cambria Math" panose="02040503050406030204" pitchFamily="18" charset="0"/>
                                </a:rPr>
                                <m:t>𝑃</m:t>
                              </m:r>
                            </m:sub>
                          </m:sSub>
                          <m:r>
                            <a:rPr lang="es-ES" sz="2000" i="1">
                              <a:solidFill>
                                <a:schemeClr val="bg2">
                                  <a:lumMod val="10000"/>
                                </a:schemeClr>
                              </a:solidFill>
                              <a:latin typeface="Cambria Math" panose="02040503050406030204" pitchFamily="18" charset="0"/>
                            </a:rPr>
                            <m:t>)</m:t>
                          </m:r>
                        </m:num>
                        <m:den>
                          <m:r>
                            <a:rPr lang="es-ES" sz="2000" i="1">
                              <a:solidFill>
                                <a:schemeClr val="bg2">
                                  <a:lumMod val="10000"/>
                                </a:schemeClr>
                              </a:solidFill>
                              <a:latin typeface="Cambria Math" panose="02040503050406030204" pitchFamily="18" charset="0"/>
                            </a:rPr>
                            <m:t>𝐺</m:t>
                          </m:r>
                        </m:den>
                      </m:f>
                    </m:oMath>
                  </m:oMathPara>
                </a14:m>
                <a:endParaRPr lang="es-ES" sz="2000" dirty="0">
                  <a:solidFill>
                    <a:schemeClr val="accent1"/>
                  </a:solidFill>
                  <a:latin typeface="Amasis MT Pro" panose="02040504050005020304" pitchFamily="18" charset="0"/>
                </a:endParaRPr>
              </a:p>
              <a:p>
                <a:endParaRPr lang="es-ES" sz="1350" dirty="0">
                  <a:solidFill>
                    <a:schemeClr val="accent1"/>
                  </a:solidFill>
                </a:endParaRPr>
              </a:p>
            </p:txBody>
          </p:sp>
        </mc:Choice>
        <mc:Fallback xmlns="">
          <p:sp>
            <p:nvSpPr>
              <p:cNvPr id="25" name="CuadroTexto 24">
                <a:extLst>
                  <a:ext uri="{FF2B5EF4-FFF2-40B4-BE49-F238E27FC236}">
                    <a16:creationId xmlns:a16="http://schemas.microsoft.com/office/drawing/2014/main" id="{B2B9B38E-9821-89CD-D7AF-FD5A55EA98CB}"/>
                  </a:ext>
                </a:extLst>
              </p:cNvPr>
              <p:cNvSpPr txBox="1">
                <a:spLocks noRot="1" noChangeAspect="1" noMove="1" noResize="1" noEditPoints="1" noAdjustHandles="1" noChangeArrowheads="1" noChangeShapeType="1" noTextEdit="1"/>
              </p:cNvSpPr>
              <p:nvPr/>
            </p:nvSpPr>
            <p:spPr>
              <a:xfrm>
                <a:off x="4742991" y="4618375"/>
                <a:ext cx="2737091" cy="911596"/>
              </a:xfrm>
              <a:prstGeom prst="rect">
                <a:avLst/>
              </a:prstGeom>
              <a:blipFill>
                <a:blip r:embed="rId17"/>
                <a:stretch>
                  <a:fillRect/>
                </a:stretch>
              </a:blipFill>
            </p:spPr>
            <p:txBody>
              <a:bodyPr/>
              <a:lstStyle/>
              <a:p>
                <a:r>
                  <a:rPr lang="es-ES">
                    <a:noFill/>
                  </a:rPr>
                  <a:t> </a:t>
                </a:r>
              </a:p>
            </p:txBody>
          </p:sp>
        </mc:Fallback>
      </mc:AlternateContent>
      <p:sp>
        <p:nvSpPr>
          <p:cNvPr id="27" name="Flecha: curvada hacia abajo 26">
            <a:extLst>
              <a:ext uri="{FF2B5EF4-FFF2-40B4-BE49-F238E27FC236}">
                <a16:creationId xmlns:a16="http://schemas.microsoft.com/office/drawing/2014/main" id="{43AF4EA5-D12B-7234-521C-31CEB305FB68}"/>
              </a:ext>
            </a:extLst>
          </p:cNvPr>
          <p:cNvSpPr/>
          <p:nvPr/>
        </p:nvSpPr>
        <p:spPr>
          <a:xfrm rot="17391024" flipH="1">
            <a:off x="2036316" y="4783246"/>
            <a:ext cx="745373" cy="41183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DC945AC9-5A59-1D00-A061-DAAF039B8302}"/>
                  </a:ext>
                </a:extLst>
              </p:cNvPr>
              <p:cNvSpPr txBox="1"/>
              <p:nvPr/>
            </p:nvSpPr>
            <p:spPr>
              <a:xfrm>
                <a:off x="-76176" y="4667396"/>
                <a:ext cx="2246343" cy="369332"/>
              </a:xfrm>
              <a:prstGeom prst="rect">
                <a:avLst/>
              </a:prstGeom>
              <a:noFill/>
            </p:spPr>
            <p:txBody>
              <a:bodyPr wrap="square" rtlCol="0">
                <a:spAutoFit/>
              </a:bodyPr>
              <a:lstStyle/>
              <a:p>
                <a:pPr algn="r"/>
                <a:r>
                  <a:rPr lang="es-ES" dirty="0">
                    <a:solidFill>
                      <a:schemeClr val="bg2">
                        <a:lumMod val="10000"/>
                      </a:schemeClr>
                    </a:solidFill>
                    <a:latin typeface="Amasis MT Pro" panose="02040504050005020304" pitchFamily="18" charset="0"/>
                    <a:cs typeface="Adobe Devanagari" panose="02040503050201020203" pitchFamily="18" charset="0"/>
                  </a:rPr>
                  <a:t>Pool </a:t>
                </a:r>
                <a:r>
                  <a:rPr lang="es-ES" dirty="0" err="1">
                    <a:solidFill>
                      <a:schemeClr val="bg2">
                        <a:lumMod val="10000"/>
                      </a:schemeClr>
                    </a:solidFill>
                    <a:latin typeface="Amasis MT Pro" panose="02040504050005020304" pitchFamily="18" charset="0"/>
                    <a:cs typeface="Adobe Devanagari" panose="02040503050201020203" pitchFamily="18" charset="0"/>
                  </a:rPr>
                  <a:t>Punishment</a:t>
                </a:r>
                <a:r>
                  <a:rPr lang="es-ES" dirty="0">
                    <a:solidFill>
                      <a:schemeClr val="bg2">
                        <a:lumMod val="10000"/>
                      </a:schemeClr>
                    </a:solidFill>
                    <a:latin typeface="Amasis MT Pro" panose="02040504050005020304" pitchFamily="18" charset="0"/>
                    <a:cs typeface="Adobe Devanagari" panose="02040503050201020203" pitchFamily="18" charset="0"/>
                  </a:rPr>
                  <a:t> </a:t>
                </a:r>
                <a14:m>
                  <m:oMath xmlns:m="http://schemas.openxmlformats.org/officeDocument/2006/math">
                    <m:r>
                      <a:rPr lang="es-ES" i="1">
                        <a:solidFill>
                          <a:schemeClr val="bg2">
                            <a:lumMod val="10000"/>
                          </a:schemeClr>
                        </a:solidFill>
                        <a:latin typeface="Cambria Math" panose="02040503050406030204" pitchFamily="18" charset="0"/>
                      </a:rPr>
                      <m:t>−</m:t>
                    </m:r>
                  </m:oMath>
                </a14:m>
                <a:r>
                  <a:rPr lang="el-GR" dirty="0">
                    <a:solidFill>
                      <a:schemeClr val="bg2">
                        <a:lumMod val="10000"/>
                      </a:schemeClr>
                    </a:solidFill>
                    <a:latin typeface="Amasis MT Pro" panose="02040504050005020304" pitchFamily="18" charset="0"/>
                    <a:cs typeface="Adobe Devanagari" panose="02040503050201020203" pitchFamily="18" charset="0"/>
                  </a:rPr>
                  <a:t> γ</a:t>
                </a:r>
                <a:endParaRPr lang="es-ES" dirty="0">
                  <a:solidFill>
                    <a:schemeClr val="bg2">
                      <a:lumMod val="10000"/>
                    </a:schemeClr>
                  </a:solidFill>
                  <a:latin typeface="Amasis MT Pro" panose="02040504050005020304" pitchFamily="18" charset="0"/>
                  <a:cs typeface="Adobe Devanagari" panose="02040503050201020203" pitchFamily="18" charset="0"/>
                </a:endParaRPr>
              </a:p>
            </p:txBody>
          </p:sp>
        </mc:Choice>
        <mc:Fallback xmlns="">
          <p:sp>
            <p:nvSpPr>
              <p:cNvPr id="28" name="CuadroTexto 27">
                <a:extLst>
                  <a:ext uri="{FF2B5EF4-FFF2-40B4-BE49-F238E27FC236}">
                    <a16:creationId xmlns:a16="http://schemas.microsoft.com/office/drawing/2014/main" id="{DC945AC9-5A59-1D00-A061-DAAF039B8302}"/>
                  </a:ext>
                </a:extLst>
              </p:cNvPr>
              <p:cNvSpPr txBox="1">
                <a:spLocks noRot="1" noChangeAspect="1" noMove="1" noResize="1" noEditPoints="1" noAdjustHandles="1" noChangeArrowheads="1" noChangeShapeType="1" noTextEdit="1"/>
              </p:cNvSpPr>
              <p:nvPr/>
            </p:nvSpPr>
            <p:spPr>
              <a:xfrm>
                <a:off x="-76176" y="4667396"/>
                <a:ext cx="2246343" cy="369332"/>
              </a:xfrm>
              <a:prstGeom prst="rect">
                <a:avLst/>
              </a:prstGeom>
              <a:blipFill>
                <a:blip r:embed="rId18"/>
                <a:stretch>
                  <a:fillRect l="-1902" t="-11667" r="-2174" b="-2666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58E901B9-A8B1-828B-272D-B566520C351F}"/>
                  </a:ext>
                </a:extLst>
              </p:cNvPr>
              <p:cNvSpPr txBox="1"/>
              <p:nvPr/>
            </p:nvSpPr>
            <p:spPr>
              <a:xfrm>
                <a:off x="298300" y="5091005"/>
                <a:ext cx="1869601" cy="663643"/>
              </a:xfrm>
              <a:prstGeom prst="rect">
                <a:avLst/>
              </a:prstGeom>
              <a:noFill/>
            </p:spPr>
            <p:txBody>
              <a:bodyPr wrap="square">
                <a:spAutoFit/>
              </a:bodyPr>
              <a:lstStyle/>
              <a:p>
                <a:pPr algn="r"/>
                <a14:m>
                  <m:oMathPara xmlns:m="http://schemas.openxmlformats.org/officeDocument/2006/math">
                    <m:oMathParaPr>
                      <m:jc m:val="right"/>
                    </m:oMathParaPr>
                    <m:oMath xmlns:m="http://schemas.openxmlformats.org/officeDocument/2006/math">
                      <m:sSub>
                        <m:sSubPr>
                          <m:ctrlPr>
                            <a:rPr lang="es-ES" i="1">
                              <a:solidFill>
                                <a:schemeClr val="accent6"/>
                              </a:solidFill>
                              <a:latin typeface="Cambria Math" panose="02040503050406030204" pitchFamily="18" charset="0"/>
                            </a:rPr>
                          </m:ctrlPr>
                        </m:sSubPr>
                        <m:e>
                          <m:sSup>
                            <m:sSupPr>
                              <m:ctrlPr>
                                <a:rPr lang="es-ES" i="1">
                                  <a:solidFill>
                                    <a:schemeClr val="accent6"/>
                                  </a:solidFill>
                                  <a:latin typeface="Cambria Math" panose="02040503050406030204" pitchFamily="18" charset="0"/>
                                </a:rPr>
                              </m:ctrlPr>
                            </m:sSupPr>
                            <m:e>
                              <m:r>
                                <m:rPr>
                                  <m:nor/>
                                </m:rPr>
                                <a:rPr lang="es-ES" dirty="0">
                                  <a:solidFill>
                                    <a:schemeClr val="bg2">
                                      <a:lumMod val="10000"/>
                                    </a:schemeClr>
                                  </a:solidFill>
                                  <a:latin typeface="Amasis MT Pro" panose="02040504050005020304" pitchFamily="18" charset="0"/>
                                  <a:cs typeface="Adobe Devanagari" panose="02040503050201020203" pitchFamily="18" charset="0"/>
                                </a:rPr>
                                <m:t>Peer</m:t>
                              </m:r>
                              <m:r>
                                <m:rPr>
                                  <m:nor/>
                                </m:rPr>
                                <a:rPr lang="es-ES" dirty="0">
                                  <a:solidFill>
                                    <a:schemeClr val="bg2">
                                      <a:lumMod val="10000"/>
                                    </a:schemeClr>
                                  </a:solidFill>
                                  <a:latin typeface="Amasis MT Pro" panose="02040504050005020304" pitchFamily="18" charset="0"/>
                                  <a:cs typeface="Adobe Devanagari" panose="02040503050201020203" pitchFamily="18" charset="0"/>
                                </a:rPr>
                                <m:t> </m:t>
                              </m:r>
                              <m:r>
                                <m:rPr>
                                  <m:nor/>
                                </m:rPr>
                                <a:rPr lang="es-ES" dirty="0">
                                  <a:solidFill>
                                    <a:schemeClr val="bg2">
                                      <a:lumMod val="10000"/>
                                    </a:schemeClr>
                                  </a:solidFill>
                                  <a:latin typeface="Amasis MT Pro" panose="02040504050005020304" pitchFamily="18" charset="0"/>
                                  <a:cs typeface="Adobe Devanagari" panose="02040503050201020203" pitchFamily="18" charset="0"/>
                                </a:rPr>
                                <m:t>Punishment</m:t>
                              </m:r>
                              <m:r>
                                <m:rPr>
                                  <m:nor/>
                                </m:rPr>
                                <a:rPr lang="es-ES" dirty="0">
                                  <a:solidFill>
                                    <a:schemeClr val="bg2">
                                      <a:lumMod val="10000"/>
                                    </a:schemeClr>
                                  </a:solidFill>
                                  <a:latin typeface="Amasis MT Pro" panose="02040504050005020304" pitchFamily="18" charset="0"/>
                                  <a:cs typeface="Adobe Devanagari" panose="02040503050201020203" pitchFamily="18" charset="0"/>
                                </a:rPr>
                                <m:t> </m:t>
                              </m:r>
                              <m:r>
                                <a:rPr lang="es-ES" i="1">
                                  <a:solidFill>
                                    <a:schemeClr val="bg2">
                                      <a:lumMod val="10000"/>
                                    </a:schemeClr>
                                  </a:solidFill>
                                  <a:latin typeface="Cambria Math" panose="02040503050406030204" pitchFamily="18" charset="0"/>
                                  <a:cs typeface="Times New Roman" panose="02020603050405020304" pitchFamily="18" charset="0"/>
                                </a:rPr>
                                <m:t>−</m:t>
                              </m:r>
                              <m:r>
                                <m:rPr>
                                  <m:nor/>
                                </m:rPr>
                                <a:rPr lang="el-GR" dirty="0">
                                  <a:solidFill>
                                    <a:schemeClr val="bg2">
                                      <a:lumMod val="10000"/>
                                    </a:schemeClr>
                                  </a:solidFill>
                                  <a:latin typeface="Amasis MT Pro" panose="02040504050005020304" pitchFamily="18" charset="0"/>
                                </a:rPr>
                                <m:t>γ</m:t>
                              </m:r>
                              <m:r>
                                <a:rPr lang="el-GR" i="1">
                                  <a:solidFill>
                                    <a:schemeClr val="bg2">
                                      <a:lumMod val="10000"/>
                                    </a:schemeClr>
                                  </a:solidFill>
                                  <a:latin typeface="Cambria Math" panose="02040503050406030204" pitchFamily="18" charset="0"/>
                                  <a:ea typeface="Cambria Math" panose="02040503050406030204" pitchFamily="18" charset="0"/>
                                </a:rPr>
                                <m:t>×</m:t>
                              </m:r>
                              <m:r>
                                <a:rPr lang="es-ES" i="1">
                                  <a:solidFill>
                                    <a:schemeClr val="accent5"/>
                                  </a:solidFill>
                                  <a:latin typeface="Cambria Math" panose="02040503050406030204" pitchFamily="18" charset="0"/>
                                </a:rPr>
                                <m:t>𝑁</m:t>
                              </m:r>
                            </m:e>
                            <m:sup>
                              <m:r>
                                <a:rPr lang="es-ES" i="1">
                                  <a:solidFill>
                                    <a:schemeClr val="accent5"/>
                                  </a:solidFill>
                                  <a:latin typeface="Cambria Math" panose="02040503050406030204" pitchFamily="18" charset="0"/>
                                </a:rPr>
                                <m:t>𝑔</m:t>
                              </m:r>
                            </m:sup>
                          </m:sSup>
                        </m:e>
                        <m:sub>
                          <m:r>
                            <a:rPr lang="es-ES" i="1">
                              <a:solidFill>
                                <a:schemeClr val="accent5"/>
                              </a:solidFill>
                              <a:latin typeface="Cambria Math" panose="02040503050406030204" pitchFamily="18" charset="0"/>
                            </a:rPr>
                            <m:t>𝐷</m:t>
                          </m:r>
                        </m:sub>
                      </m:sSub>
                    </m:oMath>
                  </m:oMathPara>
                </a14:m>
                <a:endParaRPr lang="es-ES" sz="1350" dirty="0">
                  <a:solidFill>
                    <a:schemeClr val="accent6"/>
                  </a:solidFill>
                  <a:latin typeface="Amasis MT Pro" panose="02040504050005020304" pitchFamily="18" charset="0"/>
                  <a:cs typeface="Adobe Devanagari" panose="02040503050201020203" pitchFamily="18" charset="0"/>
                </a:endParaRPr>
              </a:p>
            </p:txBody>
          </p:sp>
        </mc:Choice>
        <mc:Fallback xmlns="">
          <p:sp>
            <p:nvSpPr>
              <p:cNvPr id="31" name="CuadroTexto 30">
                <a:extLst>
                  <a:ext uri="{FF2B5EF4-FFF2-40B4-BE49-F238E27FC236}">
                    <a16:creationId xmlns:a16="http://schemas.microsoft.com/office/drawing/2014/main" id="{58E901B9-A8B1-828B-272D-B566520C351F}"/>
                  </a:ext>
                </a:extLst>
              </p:cNvPr>
              <p:cNvSpPr txBox="1">
                <a:spLocks noRot="1" noChangeAspect="1" noMove="1" noResize="1" noEditPoints="1" noAdjustHandles="1" noChangeArrowheads="1" noChangeShapeType="1" noTextEdit="1"/>
              </p:cNvSpPr>
              <p:nvPr/>
            </p:nvSpPr>
            <p:spPr>
              <a:xfrm>
                <a:off x="298300" y="5091005"/>
                <a:ext cx="1869601" cy="663643"/>
              </a:xfrm>
              <a:prstGeom prst="rect">
                <a:avLst/>
              </a:prstGeom>
              <a:blipFill>
                <a:blip r:embed="rId19"/>
                <a:stretch>
                  <a:fillRect b="-91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666FFF4A-1B95-4141-9D15-69AD43C2F805}"/>
                  </a:ext>
                </a:extLst>
              </p:cNvPr>
              <p:cNvSpPr txBox="1"/>
              <p:nvPr/>
            </p:nvSpPr>
            <p:spPr>
              <a:xfrm>
                <a:off x="2827237" y="5926963"/>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b="0" i="1" smtClean="0">
                              <a:solidFill>
                                <a:schemeClr val="accent6"/>
                              </a:solidFill>
                              <a:latin typeface="Cambria Math" panose="02040503050406030204" pitchFamily="18" charset="0"/>
                            </a:rPr>
                            <m:t>𝑃</m:t>
                          </m:r>
                        </m:sub>
                      </m:sSub>
                    </m:oMath>
                  </m:oMathPara>
                </a14:m>
                <a:endParaRPr lang="es-ES" sz="1350" dirty="0"/>
              </a:p>
            </p:txBody>
          </p:sp>
        </mc:Choice>
        <mc:Fallback xmlns="">
          <p:sp>
            <p:nvSpPr>
              <p:cNvPr id="32" name="CuadroTexto 31">
                <a:extLst>
                  <a:ext uri="{FF2B5EF4-FFF2-40B4-BE49-F238E27FC236}">
                    <a16:creationId xmlns:a16="http://schemas.microsoft.com/office/drawing/2014/main" id="{666FFF4A-1B95-4141-9D15-69AD43C2F805}"/>
                  </a:ext>
                </a:extLst>
              </p:cNvPr>
              <p:cNvSpPr txBox="1">
                <a:spLocks noRot="1" noChangeAspect="1" noMove="1" noResize="1" noEditPoints="1" noAdjustHandles="1" noChangeArrowheads="1" noChangeShapeType="1" noTextEdit="1"/>
              </p:cNvSpPr>
              <p:nvPr/>
            </p:nvSpPr>
            <p:spPr>
              <a:xfrm>
                <a:off x="2827237" y="5926963"/>
                <a:ext cx="676852" cy="461665"/>
              </a:xfrm>
              <a:prstGeom prst="rect">
                <a:avLst/>
              </a:prstGeom>
              <a:blipFill>
                <a:blip r:embed="rId20"/>
                <a:stretch>
                  <a:fillRect l="-2703" r="-5405" b="-2632"/>
                </a:stretch>
              </a:blipFill>
            </p:spPr>
            <p:txBody>
              <a:bodyPr/>
              <a:lstStyle/>
              <a:p>
                <a:r>
                  <a:rPr lang="es-ES">
                    <a:noFill/>
                  </a:rPr>
                  <a:t> </a:t>
                </a:r>
              </a:p>
            </p:txBody>
          </p:sp>
        </mc:Fallback>
      </mc:AlternateContent>
    </p:spTree>
    <p:extLst>
      <p:ext uri="{BB962C8B-B14F-4D97-AF65-F5344CB8AC3E}">
        <p14:creationId xmlns:p14="http://schemas.microsoft.com/office/powerpoint/2010/main" val="399667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20"/>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3"/>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12"/>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1"/>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47" grpId="0" animBg="1"/>
      <p:bldP spid="52" grpId="0" animBg="1"/>
      <p:bldP spid="2" grpId="0"/>
      <p:bldP spid="4" grpId="0"/>
      <p:bldP spid="6" grpId="0"/>
      <p:bldP spid="7" grpId="0"/>
      <p:bldP spid="9" grpId="0"/>
      <p:bldP spid="10" grpId="0" animBg="1"/>
      <p:bldP spid="11" grpId="0" animBg="1"/>
      <p:bldP spid="11" grpId="1" animBg="1"/>
      <p:bldP spid="12" grpId="0"/>
      <p:bldP spid="12" grpId="1"/>
      <p:bldP spid="13" grpId="0"/>
      <p:bldP spid="13" grpId="1"/>
      <p:bldP spid="14" grpId="0" animBg="1"/>
      <p:bldP spid="15" grpId="0"/>
      <p:bldP spid="18" grpId="0"/>
      <p:bldP spid="25" grpId="0"/>
      <p:bldP spid="27" grpId="0" animBg="1"/>
      <p:bldP spid="28" grpId="0"/>
      <p:bldP spid="3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ACD11-093E-60F7-F45D-BE5B237A6ADE}"/>
            </a:ext>
          </a:extLst>
        </p:cNvPr>
        <p:cNvGrpSpPr/>
        <p:nvPr/>
      </p:nvGrpSpPr>
      <p:grpSpPr>
        <a:xfrm>
          <a:off x="0" y="0"/>
          <a:ext cx="0" cy="0"/>
          <a:chOff x="0" y="0"/>
          <a:chExt cx="0" cy="0"/>
        </a:xfrm>
      </p:grpSpPr>
      <p:pic>
        <p:nvPicPr>
          <p:cNvPr id="5" name="Imagen 4">
            <a:extLst>
              <a:ext uri="{FF2B5EF4-FFF2-40B4-BE49-F238E27FC236}">
                <a16:creationId xmlns:a16="http://schemas.microsoft.com/office/drawing/2014/main" id="{AA48265B-42D6-D11B-FCD4-EBDE63A5A33B}"/>
              </a:ext>
            </a:extLst>
          </p:cNvPr>
          <p:cNvPicPr>
            <a:picLocks noChangeAspect="1"/>
          </p:cNvPicPr>
          <p:nvPr/>
        </p:nvPicPr>
        <p:blipFill>
          <a:blip r:embed="rId2"/>
          <a:stretch>
            <a:fillRect/>
          </a:stretch>
        </p:blipFill>
        <p:spPr>
          <a:xfrm>
            <a:off x="2657014" y="862740"/>
            <a:ext cx="3829971" cy="442985"/>
          </a:xfrm>
          <a:prstGeom prst="rect">
            <a:avLst/>
          </a:prstGeom>
        </p:spPr>
      </p:pic>
      <p:pic>
        <p:nvPicPr>
          <p:cNvPr id="7" name="Imagen 6" descr="Diagrama&#10;&#10;El contenido generado por IA puede ser incorrecto.">
            <a:extLst>
              <a:ext uri="{FF2B5EF4-FFF2-40B4-BE49-F238E27FC236}">
                <a16:creationId xmlns:a16="http://schemas.microsoft.com/office/drawing/2014/main" id="{754F9C51-2933-D385-43D3-A5A1A8A57F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2496" y="1522134"/>
            <a:ext cx="6679005" cy="4911034"/>
          </a:xfrm>
          <a:prstGeom prst="rect">
            <a:avLst/>
          </a:prstGeom>
        </p:spPr>
      </p:pic>
      <p:pic>
        <p:nvPicPr>
          <p:cNvPr id="9" name="Imagen 8">
            <a:extLst>
              <a:ext uri="{FF2B5EF4-FFF2-40B4-BE49-F238E27FC236}">
                <a16:creationId xmlns:a16="http://schemas.microsoft.com/office/drawing/2014/main" id="{A9A3E93B-2F5A-C9B1-F7C6-B381F169AAE2}"/>
              </a:ext>
            </a:extLst>
          </p:cNvPr>
          <p:cNvPicPr>
            <a:picLocks noChangeAspect="1"/>
          </p:cNvPicPr>
          <p:nvPr/>
        </p:nvPicPr>
        <p:blipFill>
          <a:blip r:embed="rId4"/>
          <a:stretch>
            <a:fillRect/>
          </a:stretch>
        </p:blipFill>
        <p:spPr>
          <a:xfrm>
            <a:off x="7555305" y="933021"/>
            <a:ext cx="1341525" cy="320606"/>
          </a:xfrm>
          <a:prstGeom prst="rect">
            <a:avLst/>
          </a:prstGeom>
        </p:spPr>
      </p:pic>
      <p:sp>
        <p:nvSpPr>
          <p:cNvPr id="3" name="CuadroTexto 2">
            <a:extLst>
              <a:ext uri="{FF2B5EF4-FFF2-40B4-BE49-F238E27FC236}">
                <a16:creationId xmlns:a16="http://schemas.microsoft.com/office/drawing/2014/main" id="{692255C7-BDF2-A3AF-E8CE-4BE6B37C8CA4}"/>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Oscilación de la rentabilidad</a:t>
            </a:r>
          </a:p>
        </p:txBody>
      </p:sp>
    </p:spTree>
    <p:extLst>
      <p:ext uri="{BB962C8B-B14F-4D97-AF65-F5344CB8AC3E}">
        <p14:creationId xmlns:p14="http://schemas.microsoft.com/office/powerpoint/2010/main" val="3340830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5A8F-6910-F9AA-91EC-B6C75ABE4101}"/>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E71D051E-F6A6-98F1-BC3C-85F895808501}"/>
              </a:ext>
            </a:extLst>
          </p:cNvPr>
          <p:cNvPicPr>
            <a:picLocks noChangeAspect="1"/>
          </p:cNvPicPr>
          <p:nvPr/>
        </p:nvPicPr>
        <p:blipFill>
          <a:blip r:embed="rId2"/>
          <a:stretch>
            <a:fillRect/>
          </a:stretch>
        </p:blipFill>
        <p:spPr>
          <a:xfrm>
            <a:off x="2417945" y="1195873"/>
            <a:ext cx="4308110" cy="2522687"/>
          </a:xfrm>
          <a:prstGeom prst="rect">
            <a:avLst/>
          </a:prstGeom>
        </p:spPr>
      </p:pic>
      <p:pic>
        <p:nvPicPr>
          <p:cNvPr id="5" name="Imagen 4" descr="Gráfico, Gráfico de líneas&#10;&#10;El contenido generado por IA puede ser incorrecto.">
            <a:extLst>
              <a:ext uri="{FF2B5EF4-FFF2-40B4-BE49-F238E27FC236}">
                <a16:creationId xmlns:a16="http://schemas.microsoft.com/office/drawing/2014/main" id="{C08BF4CB-2367-5446-9D77-EB78C5CC18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7898" y="3902588"/>
            <a:ext cx="4091719" cy="2727812"/>
          </a:xfrm>
          <a:prstGeom prst="rect">
            <a:avLst/>
          </a:prstGeom>
        </p:spPr>
      </p:pic>
      <p:sp>
        <p:nvSpPr>
          <p:cNvPr id="11" name="CuadroTexto 10">
            <a:extLst>
              <a:ext uri="{FF2B5EF4-FFF2-40B4-BE49-F238E27FC236}">
                <a16:creationId xmlns:a16="http://schemas.microsoft.com/office/drawing/2014/main" id="{D3C7A1BA-6BD7-55A1-6076-214C30A60C87}"/>
              </a:ext>
            </a:extLst>
          </p:cNvPr>
          <p:cNvSpPr txBox="1"/>
          <p:nvPr/>
        </p:nvSpPr>
        <p:spPr>
          <a:xfrm>
            <a:off x="4385522" y="830359"/>
            <a:ext cx="956568" cy="400110"/>
          </a:xfrm>
          <a:prstGeom prst="rect">
            <a:avLst/>
          </a:prstGeom>
          <a:noFill/>
        </p:spPr>
        <p:txBody>
          <a:bodyPr wrap="square" rtlCol="0">
            <a:spAutoFit/>
          </a:bodyPr>
          <a:lstStyle/>
          <a:p>
            <a:pPr algn="ctr"/>
            <a:r>
              <a:rPr lang="el-GR" sz="2000" dirty="0">
                <a:latin typeface="Amasis MT Pro" panose="02040504050005020304" pitchFamily="18" charset="0"/>
                <a:cs typeface="Times New Roman" panose="02020603050405020304" pitchFamily="18" charset="0"/>
              </a:rPr>
              <a:t>τ</a:t>
            </a:r>
            <a:r>
              <a:rPr lang="es-ES" sz="2000" dirty="0">
                <a:latin typeface="Amasis MT Pro" panose="02040504050005020304" pitchFamily="18" charset="0"/>
                <a:cs typeface="Times New Roman" panose="02020603050405020304" pitchFamily="18" charset="0"/>
              </a:rPr>
              <a:t> = 0</a:t>
            </a:r>
            <a:endParaRPr lang="es-ES" sz="2000" dirty="0">
              <a:latin typeface="Amasis MT Pro" panose="02040504050005020304" pitchFamily="18" charset="0"/>
            </a:endParaRPr>
          </a:p>
        </p:txBody>
      </p:sp>
      <p:sp>
        <p:nvSpPr>
          <p:cNvPr id="3" name="CuadroTexto 2">
            <a:extLst>
              <a:ext uri="{FF2B5EF4-FFF2-40B4-BE49-F238E27FC236}">
                <a16:creationId xmlns:a16="http://schemas.microsoft.com/office/drawing/2014/main" id="{AA14B326-7756-264E-EE47-8BCB1D5F0A28}"/>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Retardo en el castigo</a:t>
            </a:r>
          </a:p>
        </p:txBody>
      </p:sp>
    </p:spTree>
    <p:extLst>
      <p:ext uri="{BB962C8B-B14F-4D97-AF65-F5344CB8AC3E}">
        <p14:creationId xmlns:p14="http://schemas.microsoft.com/office/powerpoint/2010/main" val="1841713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599B-9E23-B629-5F90-B35DCC65FDA5}"/>
            </a:ext>
          </a:extLst>
        </p:cNvPr>
        <p:cNvGrpSpPr/>
        <p:nvPr/>
      </p:nvGrpSpPr>
      <p:grpSpPr>
        <a:xfrm>
          <a:off x="0" y="0"/>
          <a:ext cx="0" cy="0"/>
          <a:chOff x="0" y="0"/>
          <a:chExt cx="0" cy="0"/>
        </a:xfrm>
      </p:grpSpPr>
      <p:pic>
        <p:nvPicPr>
          <p:cNvPr id="5" name="Imagen 4" descr="Forma, Cuadrado&#10;&#10;El contenido generado por IA puede ser incorrecto.">
            <a:extLst>
              <a:ext uri="{FF2B5EF4-FFF2-40B4-BE49-F238E27FC236}">
                <a16:creationId xmlns:a16="http://schemas.microsoft.com/office/drawing/2014/main" id="{11462FF4-8D93-6D63-0C20-58CFE65562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9387" y="1368742"/>
            <a:ext cx="7525226" cy="5016817"/>
          </a:xfrm>
          <a:prstGeom prst="rect">
            <a:avLst/>
          </a:prstGeom>
        </p:spPr>
      </p:pic>
      <p:sp>
        <p:nvSpPr>
          <p:cNvPr id="3" name="CuadroTexto 2">
            <a:extLst>
              <a:ext uri="{FF2B5EF4-FFF2-40B4-BE49-F238E27FC236}">
                <a16:creationId xmlns:a16="http://schemas.microsoft.com/office/drawing/2014/main" id="{CA54D43C-1C18-E153-0A4F-46242B92B033}"/>
              </a:ext>
            </a:extLst>
          </p:cNvPr>
          <p:cNvSpPr txBox="1"/>
          <p:nvPr/>
        </p:nvSpPr>
        <p:spPr>
          <a:xfrm>
            <a:off x="-5693" y="0"/>
            <a:ext cx="8782430" cy="1200329"/>
          </a:xfrm>
          <a:prstGeom prst="rect">
            <a:avLst/>
          </a:prstGeom>
          <a:noFill/>
        </p:spPr>
        <p:txBody>
          <a:bodyPr wrap="square" rtlCol="0">
            <a:spAutoFit/>
          </a:bodyPr>
          <a:lstStyle/>
          <a:p>
            <a:pPr algn="r"/>
            <a:r>
              <a:rPr lang="es-ES" sz="3600" b="1" dirty="0">
                <a:latin typeface="Amasis MT Pro Light" panose="02040304050005020304" pitchFamily="18" charset="0"/>
                <a:cs typeface="Adobe Devanagari" panose="02040503050201020203" pitchFamily="18" charset="0"/>
              </a:rPr>
              <a:t>2</a:t>
            </a:r>
            <a:r>
              <a:rPr lang="es-ES" sz="3600" b="1" dirty="0">
                <a:solidFill>
                  <a:schemeClr val="bg2">
                    <a:lumMod val="10000"/>
                  </a:schemeClr>
                </a:solidFill>
                <a:latin typeface="Amasis MT Pro Light" panose="02040304050005020304" pitchFamily="18" charset="0"/>
                <a:cs typeface="Adobe Devanagari" panose="02040503050201020203" pitchFamily="18" charset="0"/>
              </a:rPr>
              <a:t>. </a:t>
            </a:r>
            <a:r>
              <a:rPr lang="en-US" sz="3600" b="1" dirty="0">
                <a:solidFill>
                  <a:schemeClr val="bg2">
                    <a:lumMod val="10000"/>
                  </a:schemeClr>
                </a:solidFill>
                <a:latin typeface="Amasis MT Pro Light" panose="02040304050005020304" pitchFamily="18" charset="0"/>
                <a:cs typeface="Adobe Devanagari" panose="02040503050201020203" pitchFamily="18" charset="0"/>
              </a:rPr>
              <a:t>Hamming distance as a measure of spatial chaos in evolutionary games</a:t>
            </a:r>
          </a:p>
        </p:txBody>
      </p:sp>
    </p:spTree>
    <p:extLst>
      <p:ext uri="{BB962C8B-B14F-4D97-AF65-F5344CB8AC3E}">
        <p14:creationId xmlns:p14="http://schemas.microsoft.com/office/powerpoint/2010/main" val="2890661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descr="Forma&#10;&#10;El contenido generado por IA puede ser incorrecto.">
            <a:extLst>
              <a:ext uri="{FF2B5EF4-FFF2-40B4-BE49-F238E27FC236}">
                <a16:creationId xmlns:a16="http://schemas.microsoft.com/office/drawing/2014/main" id="{2EBD5480-30D9-D088-D583-6A0F982540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10" y="408940"/>
            <a:ext cx="9060180" cy="6040120"/>
          </a:xfrm>
          <a:prstGeom prst="rect">
            <a:avLst/>
          </a:prstGeom>
        </p:spPr>
      </p:pic>
    </p:spTree>
    <p:extLst>
      <p:ext uri="{BB962C8B-B14F-4D97-AF65-F5344CB8AC3E}">
        <p14:creationId xmlns:p14="http://schemas.microsoft.com/office/powerpoint/2010/main" val="34317206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A4E6-C397-3DEB-00C9-F01B698926A5}"/>
            </a:ext>
          </a:extLst>
        </p:cNvPr>
        <p:cNvGrpSpPr/>
        <p:nvPr/>
      </p:nvGrpSpPr>
      <p:grpSpPr>
        <a:xfrm>
          <a:off x="0" y="0"/>
          <a:ext cx="0" cy="0"/>
          <a:chOff x="0" y="0"/>
          <a:chExt cx="0" cy="0"/>
        </a:xfrm>
      </p:grpSpPr>
      <p:cxnSp>
        <p:nvCxnSpPr>
          <p:cNvPr id="14" name="Conector recto de flecha 13">
            <a:extLst>
              <a:ext uri="{FF2B5EF4-FFF2-40B4-BE49-F238E27FC236}">
                <a16:creationId xmlns:a16="http://schemas.microsoft.com/office/drawing/2014/main" id="{745468B1-4AC1-6950-06D9-1460F6F19A09}"/>
              </a:ext>
            </a:extLst>
          </p:cNvPr>
          <p:cNvCxnSpPr>
            <a:cxnSpLocks/>
          </p:cNvCxnSpPr>
          <p:nvPr/>
        </p:nvCxnSpPr>
        <p:spPr>
          <a:xfrm>
            <a:off x="5843927" y="5057288"/>
            <a:ext cx="463751" cy="0"/>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5" name="CuadroTexto 14">
            <a:extLst>
              <a:ext uri="{FF2B5EF4-FFF2-40B4-BE49-F238E27FC236}">
                <a16:creationId xmlns:a16="http://schemas.microsoft.com/office/drawing/2014/main" id="{625DFA94-F235-1072-3418-11DF5C6687FE}"/>
              </a:ext>
            </a:extLst>
          </p:cNvPr>
          <p:cNvSpPr txBox="1"/>
          <p:nvPr/>
        </p:nvSpPr>
        <p:spPr>
          <a:xfrm>
            <a:off x="817569" y="2039602"/>
            <a:ext cx="1549476" cy="646331"/>
          </a:xfrm>
          <a:prstGeom prst="rect">
            <a:avLst/>
          </a:prstGeom>
          <a:noFill/>
        </p:spPr>
        <p:txBody>
          <a:bodyPr wrap="square" rtlCol="0">
            <a:spAutoFit/>
          </a:bodyPr>
          <a:lstStyle/>
          <a:p>
            <a:pPr algn="ctr"/>
            <a:r>
              <a:rPr lang="es-ES" sz="3600" dirty="0">
                <a:solidFill>
                  <a:srgbClr val="FFC000"/>
                </a:solidFill>
                <a:latin typeface="Amasis MT Pro Light" panose="02040304050005020304" pitchFamily="18" charset="0"/>
              </a:rPr>
              <a:t>G</a:t>
            </a:r>
            <a:r>
              <a:rPr lang="es-ES" sz="3600" dirty="0">
                <a:solidFill>
                  <a:schemeClr val="bg2">
                    <a:lumMod val="10000"/>
                  </a:schemeClr>
                </a:solidFill>
                <a:latin typeface="Amasis MT Pro Light" panose="02040304050005020304" pitchFamily="18" charset="0"/>
              </a:rPr>
              <a:t>ato</a:t>
            </a:r>
          </a:p>
        </p:txBody>
      </p:sp>
      <p:sp>
        <p:nvSpPr>
          <p:cNvPr id="16" name="CuadroTexto 15">
            <a:extLst>
              <a:ext uri="{FF2B5EF4-FFF2-40B4-BE49-F238E27FC236}">
                <a16:creationId xmlns:a16="http://schemas.microsoft.com/office/drawing/2014/main" id="{F1A10CFE-5490-C6B1-E1DB-8E07727F9384}"/>
              </a:ext>
            </a:extLst>
          </p:cNvPr>
          <p:cNvSpPr txBox="1"/>
          <p:nvPr/>
        </p:nvSpPr>
        <p:spPr>
          <a:xfrm>
            <a:off x="3641542" y="2030579"/>
            <a:ext cx="1042737" cy="646331"/>
          </a:xfrm>
          <a:prstGeom prst="rect">
            <a:avLst/>
          </a:prstGeom>
          <a:noFill/>
        </p:spPr>
        <p:txBody>
          <a:bodyPr wrap="square" rtlCol="0">
            <a:spAutoFit/>
          </a:bodyPr>
          <a:lstStyle/>
          <a:p>
            <a:pPr algn="ctr"/>
            <a:r>
              <a:rPr lang="es-ES" sz="3600" dirty="0">
                <a:solidFill>
                  <a:srgbClr val="FFC000"/>
                </a:solidFill>
                <a:latin typeface="Amasis MT Pro Light" panose="02040304050005020304" pitchFamily="18" charset="0"/>
              </a:rPr>
              <a:t>P</a:t>
            </a:r>
            <a:r>
              <a:rPr lang="es-ES" sz="3600" dirty="0">
                <a:solidFill>
                  <a:schemeClr val="bg2">
                    <a:lumMod val="10000"/>
                  </a:schemeClr>
                </a:solidFill>
                <a:latin typeface="Amasis MT Pro Light" panose="02040304050005020304" pitchFamily="18" charset="0"/>
              </a:rPr>
              <a:t>ato</a:t>
            </a:r>
          </a:p>
        </p:txBody>
      </p:sp>
      <p:cxnSp>
        <p:nvCxnSpPr>
          <p:cNvPr id="17" name="Conector recto de flecha 16">
            <a:extLst>
              <a:ext uri="{FF2B5EF4-FFF2-40B4-BE49-F238E27FC236}">
                <a16:creationId xmlns:a16="http://schemas.microsoft.com/office/drawing/2014/main" id="{9530294A-2CB2-0A74-7E42-B7A63F4CF895}"/>
              </a:ext>
            </a:extLst>
          </p:cNvPr>
          <p:cNvCxnSpPr>
            <a:cxnSpLocks/>
          </p:cNvCxnSpPr>
          <p:nvPr/>
        </p:nvCxnSpPr>
        <p:spPr>
          <a:xfrm flipV="1">
            <a:off x="4937147" y="2353744"/>
            <a:ext cx="951887" cy="10293"/>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8" name="CuadroTexto 17">
            <a:extLst>
              <a:ext uri="{FF2B5EF4-FFF2-40B4-BE49-F238E27FC236}">
                <a16:creationId xmlns:a16="http://schemas.microsoft.com/office/drawing/2014/main" id="{8DEBA0DB-98AF-E948-1778-0FE172341A12}"/>
              </a:ext>
            </a:extLst>
          </p:cNvPr>
          <p:cNvSpPr txBox="1"/>
          <p:nvPr/>
        </p:nvSpPr>
        <p:spPr>
          <a:xfrm>
            <a:off x="6006951" y="2030579"/>
            <a:ext cx="1461194" cy="646331"/>
          </a:xfrm>
          <a:prstGeom prst="rect">
            <a:avLst/>
          </a:prstGeom>
          <a:noFill/>
        </p:spPr>
        <p:txBody>
          <a:bodyPr wrap="square" rtlCol="0">
            <a:spAutoFit/>
          </a:bodyPr>
          <a:lstStyle/>
          <a:p>
            <a:pPr algn="ctr"/>
            <a:r>
              <a:rPr lang="es-ES" sz="3600" dirty="0">
                <a:solidFill>
                  <a:srgbClr val="FFC000"/>
                </a:solidFill>
                <a:latin typeface="Amasis MT Pro Light" panose="02040304050005020304" pitchFamily="18" charset="0"/>
              </a:rPr>
              <a:t>*</a:t>
            </a:r>
            <a:r>
              <a:rPr lang="es-ES" sz="3600" dirty="0">
                <a:latin typeface="Amasis MT Pro Light" panose="02040304050005020304" pitchFamily="18" charset="0"/>
              </a:rPr>
              <a:t> </a:t>
            </a:r>
            <a:r>
              <a:rPr lang="es-ES" sz="3600" dirty="0">
                <a:solidFill>
                  <a:schemeClr val="bg2">
                    <a:lumMod val="10000"/>
                  </a:schemeClr>
                </a:solidFill>
                <a:latin typeface="Amasis MT Pro Light" panose="02040304050005020304" pitchFamily="18" charset="0"/>
              </a:rPr>
              <a:t>ato</a:t>
            </a:r>
          </a:p>
        </p:txBody>
      </p:sp>
      <p:sp>
        <p:nvSpPr>
          <p:cNvPr id="20" name="CuadroTexto 19">
            <a:extLst>
              <a:ext uri="{FF2B5EF4-FFF2-40B4-BE49-F238E27FC236}">
                <a16:creationId xmlns:a16="http://schemas.microsoft.com/office/drawing/2014/main" id="{9FC6A3E0-5DB6-6EBB-3CA1-D12AA20EB32E}"/>
              </a:ext>
            </a:extLst>
          </p:cNvPr>
          <p:cNvSpPr txBox="1"/>
          <p:nvPr/>
        </p:nvSpPr>
        <p:spPr>
          <a:xfrm>
            <a:off x="7769688" y="2030578"/>
            <a:ext cx="1042737" cy="646331"/>
          </a:xfrm>
          <a:prstGeom prst="rect">
            <a:avLst/>
          </a:prstGeom>
          <a:noFill/>
        </p:spPr>
        <p:txBody>
          <a:bodyPr wrap="square" rtlCol="0">
            <a:spAutoFit/>
          </a:bodyPr>
          <a:lstStyle/>
          <a:p>
            <a:pPr algn="ctr"/>
            <a:r>
              <a:rPr lang="es-ES" sz="3600" dirty="0">
                <a:solidFill>
                  <a:schemeClr val="bg2">
                    <a:lumMod val="10000"/>
                  </a:schemeClr>
                </a:solidFill>
                <a:latin typeface="Amasis MT Pro Light" panose="02040304050005020304" pitchFamily="18" charset="0"/>
              </a:rPr>
              <a:t>= 1</a:t>
            </a:r>
          </a:p>
        </p:txBody>
      </p:sp>
      <p:sp>
        <p:nvSpPr>
          <p:cNvPr id="21" name="CuadroTexto 20">
            <a:extLst>
              <a:ext uri="{FF2B5EF4-FFF2-40B4-BE49-F238E27FC236}">
                <a16:creationId xmlns:a16="http://schemas.microsoft.com/office/drawing/2014/main" id="{BBD2E9F9-937F-035D-C0EF-F7B70C71AA4D}"/>
              </a:ext>
            </a:extLst>
          </p:cNvPr>
          <p:cNvSpPr txBox="1"/>
          <p:nvPr/>
        </p:nvSpPr>
        <p:spPr>
          <a:xfrm>
            <a:off x="7710087" y="4136964"/>
            <a:ext cx="1365333" cy="646331"/>
          </a:xfrm>
          <a:prstGeom prst="rect">
            <a:avLst/>
          </a:prstGeom>
          <a:noFill/>
        </p:spPr>
        <p:txBody>
          <a:bodyPr wrap="square" rtlCol="0">
            <a:spAutoFit/>
          </a:bodyPr>
          <a:lstStyle/>
          <a:p>
            <a:pPr algn="ctr"/>
            <a:r>
              <a:rPr lang="es-ES" sz="3600" dirty="0">
                <a:solidFill>
                  <a:schemeClr val="bg2">
                    <a:lumMod val="10000"/>
                  </a:schemeClr>
                </a:solidFill>
                <a:latin typeface="Amasis MT Pro Light" panose="02040304050005020304" pitchFamily="18" charset="0"/>
              </a:rPr>
              <a:t>= 17</a:t>
            </a:r>
          </a:p>
        </p:txBody>
      </p:sp>
      <p:pic>
        <p:nvPicPr>
          <p:cNvPr id="4" name="Imagen 3" descr="Gráfico, Gráfico de barras&#10;&#10;El contenido generado por IA puede ser incorrecto.">
            <a:extLst>
              <a:ext uri="{FF2B5EF4-FFF2-40B4-BE49-F238E27FC236}">
                <a16:creationId xmlns:a16="http://schemas.microsoft.com/office/drawing/2014/main" id="{39CB1958-03ED-9A17-6FBA-6BB44D8BBC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4201" y="3429001"/>
            <a:ext cx="2056213" cy="2062261"/>
          </a:xfrm>
          <a:prstGeom prst="rect">
            <a:avLst/>
          </a:prstGeom>
        </p:spPr>
      </p:pic>
      <p:pic>
        <p:nvPicPr>
          <p:cNvPr id="6" name="Imagen 5" descr="Gráfico, Gráfico de barras&#10;&#10;El contenido generado por IA puede ser incorrecto.">
            <a:extLst>
              <a:ext uri="{FF2B5EF4-FFF2-40B4-BE49-F238E27FC236}">
                <a16:creationId xmlns:a16="http://schemas.microsoft.com/office/drawing/2014/main" id="{ACE4699C-282F-8163-2EFB-8FCA57036C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32787" y="3429000"/>
            <a:ext cx="2060248" cy="2062261"/>
          </a:xfrm>
          <a:prstGeom prst="rect">
            <a:avLst/>
          </a:prstGeom>
        </p:spPr>
      </p:pic>
      <p:pic>
        <p:nvPicPr>
          <p:cNvPr id="8" name="Imagen 7" descr="Gráfico&#10;&#10;El contenido generado por IA puede ser incorrecto.">
            <a:extLst>
              <a:ext uri="{FF2B5EF4-FFF2-40B4-BE49-F238E27FC236}">
                <a16:creationId xmlns:a16="http://schemas.microsoft.com/office/drawing/2014/main" id="{E7F7B2AE-CEA1-694E-F5AB-D435D80E56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05408" y="3447142"/>
            <a:ext cx="2064280" cy="2062261"/>
          </a:xfrm>
          <a:prstGeom prst="rect">
            <a:avLst/>
          </a:prstGeom>
        </p:spPr>
      </p:pic>
      <p:sp>
        <p:nvSpPr>
          <p:cNvPr id="3" name="CuadroTexto 2">
            <a:extLst>
              <a:ext uri="{FF2B5EF4-FFF2-40B4-BE49-F238E27FC236}">
                <a16:creationId xmlns:a16="http://schemas.microsoft.com/office/drawing/2014/main" id="{C58A4957-CA78-7B9D-CA4D-1FDD7007ADCB}"/>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Distancia de </a:t>
            </a:r>
            <a:r>
              <a:rPr lang="es-ES" sz="3600" dirty="0" err="1">
                <a:solidFill>
                  <a:schemeClr val="bg2">
                    <a:lumMod val="10000"/>
                  </a:schemeClr>
                </a:solidFill>
                <a:latin typeface="Amasis MT Pro Light" panose="02040304050005020304" pitchFamily="18" charset="0"/>
                <a:cs typeface="Adobe Devanagari" panose="02040503050201020203" pitchFamily="18" charset="0"/>
              </a:rPr>
              <a:t>Hamming</a:t>
            </a:r>
            <a:endParaRPr lang="es-ES" sz="4500" dirty="0">
              <a:solidFill>
                <a:schemeClr val="bg2">
                  <a:lumMod val="10000"/>
                </a:schemeClr>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023332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901F-6FB2-E504-C037-27375989A2AC}"/>
            </a:ext>
          </a:extLst>
        </p:cNvPr>
        <p:cNvGrpSpPr/>
        <p:nvPr/>
      </p:nvGrpSpPr>
      <p:grpSpPr>
        <a:xfrm>
          <a:off x="0" y="0"/>
          <a:ext cx="0" cy="0"/>
          <a:chOff x="0" y="0"/>
          <a:chExt cx="0" cy="0"/>
        </a:xfrm>
      </p:grpSpPr>
      <p:pic>
        <p:nvPicPr>
          <p:cNvPr id="7" name="Imagen 6" descr="Gráfico, Diagrama&#10;&#10;El contenido generado por IA puede ser incorrecto.">
            <a:extLst>
              <a:ext uri="{FF2B5EF4-FFF2-40B4-BE49-F238E27FC236}">
                <a16:creationId xmlns:a16="http://schemas.microsoft.com/office/drawing/2014/main" id="{6350297A-2D78-5FFC-7D5C-69A20D203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333" y="1307515"/>
            <a:ext cx="5406391" cy="3604260"/>
          </a:xfrm>
          <a:prstGeom prst="rect">
            <a:avLst/>
          </a:prstGeom>
        </p:spPr>
      </p:pic>
      <p:pic>
        <p:nvPicPr>
          <p:cNvPr id="9" name="Imagen 8" descr="Gráfico, Gráfico de dispersión&#10;&#10;El contenido generado por IA puede ser incorrecto.">
            <a:extLst>
              <a:ext uri="{FF2B5EF4-FFF2-40B4-BE49-F238E27FC236}">
                <a16:creationId xmlns:a16="http://schemas.microsoft.com/office/drawing/2014/main" id="{EB783F31-183C-ADCA-0C99-63CCF9F2A0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6411" y="1307515"/>
            <a:ext cx="3405256" cy="2270170"/>
          </a:xfrm>
          <a:prstGeom prst="rect">
            <a:avLst/>
          </a:prstGeom>
        </p:spPr>
      </p:pic>
      <p:pic>
        <p:nvPicPr>
          <p:cNvPr id="11" name="Imagen 10" descr="Imagen en blanco y negro&#10;&#10;El contenido generado por IA puede ser incorrecto.">
            <a:extLst>
              <a:ext uri="{FF2B5EF4-FFF2-40B4-BE49-F238E27FC236}">
                <a16:creationId xmlns:a16="http://schemas.microsoft.com/office/drawing/2014/main" id="{C3272CDE-D839-846E-7196-96CE6A86E1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28181" y="3953101"/>
            <a:ext cx="3405257" cy="2270171"/>
          </a:xfrm>
          <a:prstGeom prst="rect">
            <a:avLst/>
          </a:prstGeom>
        </p:spPr>
      </p:pic>
      <p:pic>
        <p:nvPicPr>
          <p:cNvPr id="13" name="Imagen 12">
            <a:extLst>
              <a:ext uri="{FF2B5EF4-FFF2-40B4-BE49-F238E27FC236}">
                <a16:creationId xmlns:a16="http://schemas.microsoft.com/office/drawing/2014/main" id="{3E2C8038-16A7-945F-E1FB-C54297D1B06D}"/>
              </a:ext>
            </a:extLst>
          </p:cNvPr>
          <p:cNvPicPr>
            <a:picLocks noChangeAspect="1"/>
          </p:cNvPicPr>
          <p:nvPr/>
        </p:nvPicPr>
        <p:blipFill>
          <a:blip r:embed="rId6"/>
          <a:stretch>
            <a:fillRect/>
          </a:stretch>
        </p:blipFill>
        <p:spPr>
          <a:xfrm>
            <a:off x="441959" y="5349242"/>
            <a:ext cx="4597347" cy="646331"/>
          </a:xfrm>
          <a:prstGeom prst="rect">
            <a:avLst/>
          </a:prstGeom>
        </p:spPr>
      </p:pic>
      <p:sp>
        <p:nvSpPr>
          <p:cNvPr id="3" name="CuadroTexto 2">
            <a:extLst>
              <a:ext uri="{FF2B5EF4-FFF2-40B4-BE49-F238E27FC236}">
                <a16:creationId xmlns:a16="http://schemas.microsoft.com/office/drawing/2014/main" id="{8F80E7F2-EE0B-F30B-CF4F-773F80766558}"/>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Dilema del prisionero</a:t>
            </a:r>
          </a:p>
        </p:txBody>
      </p:sp>
    </p:spTree>
    <p:extLst>
      <p:ext uri="{BB962C8B-B14F-4D97-AF65-F5344CB8AC3E}">
        <p14:creationId xmlns:p14="http://schemas.microsoft.com/office/powerpoint/2010/main" val="200422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D729-5AE9-6EA8-3CB2-8431520459C3}"/>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DF27DD44-D63D-D1DF-A16C-C9A9C1FA9C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500" y="848359"/>
            <a:ext cx="3870962" cy="2580641"/>
          </a:xfrm>
          <a:prstGeom prst="rect">
            <a:avLst/>
          </a:prstGeom>
        </p:spPr>
      </p:pic>
      <p:pic>
        <p:nvPicPr>
          <p:cNvPr id="7" name="Imagen 6" descr="Gráfico, Gráfico de líneas, Histograma&#10;&#10;El contenido generado por IA puede ser incorrecto.">
            <a:extLst>
              <a:ext uri="{FF2B5EF4-FFF2-40B4-BE49-F238E27FC236}">
                <a16:creationId xmlns:a16="http://schemas.microsoft.com/office/drawing/2014/main" id="{5C81A61C-06A5-7F39-025B-F6CDE15A56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4560" y="3951797"/>
            <a:ext cx="3870962" cy="2580641"/>
          </a:xfrm>
          <a:prstGeom prst="rect">
            <a:avLst/>
          </a:prstGeom>
        </p:spPr>
      </p:pic>
      <p:pic>
        <p:nvPicPr>
          <p:cNvPr id="11" name="Imagen 10" descr="Imagen en blanco y negro&#10;&#10;El contenido generado por IA puede ser incorrecto.">
            <a:extLst>
              <a:ext uri="{FF2B5EF4-FFF2-40B4-BE49-F238E27FC236}">
                <a16:creationId xmlns:a16="http://schemas.microsoft.com/office/drawing/2014/main" id="{FD64B6ED-8C6F-4152-5912-5AFFBE8706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05773" y="3951796"/>
            <a:ext cx="3870964" cy="2580641"/>
          </a:xfrm>
          <a:prstGeom prst="rect">
            <a:avLst/>
          </a:prstGeom>
        </p:spPr>
      </p:pic>
      <p:pic>
        <p:nvPicPr>
          <p:cNvPr id="13" name="Imagen 12" descr="Gráfico&#10;&#10;El contenido generado por IA puede ser incorrecto.">
            <a:extLst>
              <a:ext uri="{FF2B5EF4-FFF2-40B4-BE49-F238E27FC236}">
                <a16:creationId xmlns:a16="http://schemas.microsoft.com/office/drawing/2014/main" id="{CBB3A7A6-D22B-6A63-0125-B3E7FA12B4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5774" y="887157"/>
            <a:ext cx="3870963" cy="2580642"/>
          </a:xfrm>
          <a:prstGeom prst="rect">
            <a:avLst/>
          </a:prstGeom>
        </p:spPr>
      </p:pic>
      <p:sp>
        <p:nvSpPr>
          <p:cNvPr id="8" name="CuadroTexto 7">
            <a:extLst>
              <a:ext uri="{FF2B5EF4-FFF2-40B4-BE49-F238E27FC236}">
                <a16:creationId xmlns:a16="http://schemas.microsoft.com/office/drawing/2014/main" id="{D64202B5-9142-920D-29E8-6184B5F1FD0A}"/>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Juego de los bienes públicos</a:t>
            </a:r>
            <a:endParaRPr lang="es-ES" sz="3600" dirty="0">
              <a:solidFill>
                <a:schemeClr val="bg2">
                  <a:lumMod val="10000"/>
                </a:schemeClr>
              </a:solidFill>
              <a:latin typeface="Amasis MT Pro Light" panose="02040304050005020304" pitchFamily="18" charset="0"/>
            </a:endParaRPr>
          </a:p>
        </p:txBody>
      </p:sp>
      <p:sp>
        <p:nvSpPr>
          <p:cNvPr id="9" name="CuadroTexto 8">
            <a:extLst>
              <a:ext uri="{FF2B5EF4-FFF2-40B4-BE49-F238E27FC236}">
                <a16:creationId xmlns:a16="http://schemas.microsoft.com/office/drawing/2014/main" id="{B19E0060-F551-4ECD-00AF-04E3BA9A275A}"/>
              </a:ext>
            </a:extLst>
          </p:cNvPr>
          <p:cNvSpPr txBox="1"/>
          <p:nvPr/>
        </p:nvSpPr>
        <p:spPr>
          <a:xfrm>
            <a:off x="1577340" y="4442460"/>
            <a:ext cx="670560" cy="369332"/>
          </a:xfrm>
          <a:prstGeom prst="rect">
            <a:avLst/>
          </a:prstGeom>
          <a:noFill/>
        </p:spPr>
        <p:txBody>
          <a:bodyPr wrap="square" rtlCol="0">
            <a:spAutoFit/>
          </a:bodyPr>
          <a:lstStyle/>
          <a:p>
            <a:r>
              <a:rPr lang="es-ES" dirty="0">
                <a:latin typeface="Amasis MT Pro" panose="02040504050005020304" pitchFamily="18" charset="0"/>
              </a:rPr>
              <a:t>r = 5</a:t>
            </a:r>
          </a:p>
        </p:txBody>
      </p:sp>
      <p:sp>
        <p:nvSpPr>
          <p:cNvPr id="10" name="CuadroTexto 9">
            <a:extLst>
              <a:ext uri="{FF2B5EF4-FFF2-40B4-BE49-F238E27FC236}">
                <a16:creationId xmlns:a16="http://schemas.microsoft.com/office/drawing/2014/main" id="{5E025A6A-9B89-E560-464E-69337F1B65E1}"/>
              </a:ext>
            </a:extLst>
          </p:cNvPr>
          <p:cNvSpPr txBox="1"/>
          <p:nvPr/>
        </p:nvSpPr>
        <p:spPr>
          <a:xfrm>
            <a:off x="1432560" y="1321988"/>
            <a:ext cx="670560" cy="369332"/>
          </a:xfrm>
          <a:prstGeom prst="rect">
            <a:avLst/>
          </a:prstGeom>
          <a:noFill/>
        </p:spPr>
        <p:txBody>
          <a:bodyPr wrap="square" rtlCol="0">
            <a:spAutoFit/>
          </a:bodyPr>
          <a:lstStyle/>
          <a:p>
            <a:r>
              <a:rPr lang="es-ES" dirty="0">
                <a:latin typeface="Amasis MT Pro" panose="02040504050005020304" pitchFamily="18" charset="0"/>
              </a:rPr>
              <a:t>r = 4</a:t>
            </a:r>
          </a:p>
        </p:txBody>
      </p:sp>
      <p:sp>
        <p:nvSpPr>
          <p:cNvPr id="12" name="CuadroTexto 11">
            <a:extLst>
              <a:ext uri="{FF2B5EF4-FFF2-40B4-BE49-F238E27FC236}">
                <a16:creationId xmlns:a16="http://schemas.microsoft.com/office/drawing/2014/main" id="{C98BC9ED-A537-9693-F77A-071DAC6D7F73}"/>
              </a:ext>
            </a:extLst>
          </p:cNvPr>
          <p:cNvSpPr txBox="1"/>
          <p:nvPr/>
        </p:nvSpPr>
        <p:spPr>
          <a:xfrm>
            <a:off x="2628900" y="1623060"/>
            <a:ext cx="952500" cy="369332"/>
          </a:xfrm>
          <a:prstGeom prst="rect">
            <a:avLst/>
          </a:prstGeom>
          <a:noFill/>
        </p:spPr>
        <p:txBody>
          <a:bodyPr wrap="square" rtlCol="0">
            <a:spAutoFit/>
          </a:bodyPr>
          <a:lstStyle/>
          <a:p>
            <a:r>
              <a:rPr lang="es-ES" dirty="0">
                <a:latin typeface="Amasis MT Pro" panose="02040504050005020304" pitchFamily="18" charset="0"/>
              </a:rPr>
              <a:t>r = 4.65</a:t>
            </a:r>
          </a:p>
        </p:txBody>
      </p:sp>
    </p:spTree>
    <p:extLst>
      <p:ext uri="{BB962C8B-B14F-4D97-AF65-F5344CB8AC3E}">
        <p14:creationId xmlns:p14="http://schemas.microsoft.com/office/powerpoint/2010/main" val="3099465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F8E0-0478-6595-68BD-40FF4C7C13DF}"/>
            </a:ext>
          </a:extLst>
        </p:cNvPr>
        <p:cNvGrpSpPr/>
        <p:nvPr/>
      </p:nvGrpSpPr>
      <p:grpSpPr>
        <a:xfrm>
          <a:off x="0" y="0"/>
          <a:ext cx="0" cy="0"/>
          <a:chOff x="0" y="0"/>
          <a:chExt cx="0" cy="0"/>
        </a:xfrm>
      </p:grpSpPr>
      <p:pic>
        <p:nvPicPr>
          <p:cNvPr id="13" name="Imagen 12" descr="Patrón de fondo&#10;&#10;El contenido generado por IA puede ser incorrecto.">
            <a:extLst>
              <a:ext uri="{FF2B5EF4-FFF2-40B4-BE49-F238E27FC236}">
                <a16:creationId xmlns:a16="http://schemas.microsoft.com/office/drawing/2014/main" id="{EEC8EC79-97E5-34FA-0398-F2D1F7635F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019" y="1475176"/>
            <a:ext cx="8961961" cy="4498904"/>
          </a:xfrm>
          <a:prstGeom prst="rect">
            <a:avLst/>
          </a:prstGeom>
        </p:spPr>
      </p:pic>
      <p:sp>
        <p:nvSpPr>
          <p:cNvPr id="3" name="CuadroTexto 2">
            <a:extLst>
              <a:ext uri="{FF2B5EF4-FFF2-40B4-BE49-F238E27FC236}">
                <a16:creationId xmlns:a16="http://schemas.microsoft.com/office/drawing/2014/main" id="{F28ACAF7-4718-52A6-E0FA-862453006F01}"/>
              </a:ext>
            </a:extLst>
          </p:cNvPr>
          <p:cNvSpPr txBox="1"/>
          <p:nvPr/>
        </p:nvSpPr>
        <p:spPr>
          <a:xfrm>
            <a:off x="-5693" y="0"/>
            <a:ext cx="8782430" cy="1200329"/>
          </a:xfrm>
          <a:prstGeom prst="rect">
            <a:avLst/>
          </a:prstGeom>
          <a:noFill/>
        </p:spPr>
        <p:txBody>
          <a:bodyPr wrap="square" rtlCol="0">
            <a:spAutoFit/>
          </a:bodyPr>
          <a:lstStyle/>
          <a:p>
            <a:pPr algn="r"/>
            <a:r>
              <a:rPr lang="es-ES" sz="3600" b="1" dirty="0">
                <a:latin typeface="Amasis MT Pro Light" panose="02040304050005020304" pitchFamily="18" charset="0"/>
                <a:cs typeface="Adobe Devanagari" panose="02040503050201020203" pitchFamily="18" charset="0"/>
              </a:rPr>
              <a:t>3. </a:t>
            </a:r>
            <a:r>
              <a:rPr lang="en-US" sz="3600" b="1" dirty="0">
                <a:solidFill>
                  <a:schemeClr val="bg2">
                    <a:lumMod val="10000"/>
                  </a:schemeClr>
                </a:solidFill>
                <a:latin typeface="Amasis MT Pro Light" panose="02040304050005020304" pitchFamily="18" charset="0"/>
                <a:cs typeface="Adobe Devanagari" panose="02040503050201020203" pitchFamily="18" charset="0"/>
              </a:rPr>
              <a:t>Classification of cellular automata based on the Hamming distance</a:t>
            </a:r>
          </a:p>
        </p:txBody>
      </p:sp>
    </p:spTree>
    <p:extLst>
      <p:ext uri="{BB962C8B-B14F-4D97-AF65-F5344CB8AC3E}">
        <p14:creationId xmlns:p14="http://schemas.microsoft.com/office/powerpoint/2010/main" val="10623502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649D-EFD5-0D60-0228-5CE781091F07}"/>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E6D2378B-74B5-6AC8-F8E1-E7CE30F63FBE}"/>
              </a:ext>
            </a:extLst>
          </p:cNvPr>
          <p:cNvSpPr txBox="1"/>
          <p:nvPr/>
        </p:nvSpPr>
        <p:spPr>
          <a:xfrm>
            <a:off x="-5693" y="1099241"/>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105 = 0x128 + 1x64 + 1x32 + 0x16 + 1x8 + 0x4 + 0x2 + 1</a:t>
            </a:r>
          </a:p>
        </p:txBody>
      </p:sp>
      <p:sp>
        <p:nvSpPr>
          <p:cNvPr id="5" name="CuadroTexto 4">
            <a:extLst>
              <a:ext uri="{FF2B5EF4-FFF2-40B4-BE49-F238E27FC236}">
                <a16:creationId xmlns:a16="http://schemas.microsoft.com/office/drawing/2014/main" id="{EFC8D879-C881-1B90-E2CC-DCFF983D93DF}"/>
              </a:ext>
            </a:extLst>
          </p:cNvPr>
          <p:cNvSpPr txBox="1"/>
          <p:nvPr/>
        </p:nvSpPr>
        <p:spPr>
          <a:xfrm>
            <a:off x="1166627"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8" name="CuadroTexto 7">
            <a:extLst>
              <a:ext uri="{FF2B5EF4-FFF2-40B4-BE49-F238E27FC236}">
                <a16:creationId xmlns:a16="http://schemas.microsoft.com/office/drawing/2014/main" id="{B736B465-92A7-D7D0-740A-7015D9A7FC6E}"/>
              </a:ext>
            </a:extLst>
          </p:cNvPr>
          <p:cNvSpPr txBox="1"/>
          <p:nvPr/>
        </p:nvSpPr>
        <p:spPr>
          <a:xfrm>
            <a:off x="2094432"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9" name="CuadroTexto 8">
            <a:extLst>
              <a:ext uri="{FF2B5EF4-FFF2-40B4-BE49-F238E27FC236}">
                <a16:creationId xmlns:a16="http://schemas.microsoft.com/office/drawing/2014/main" id="{8AB18011-0FED-E475-36E2-935779B831ED}"/>
              </a:ext>
            </a:extLst>
          </p:cNvPr>
          <p:cNvSpPr txBox="1"/>
          <p:nvPr/>
        </p:nvSpPr>
        <p:spPr>
          <a:xfrm>
            <a:off x="3022237"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0" name="CuadroTexto 9">
            <a:extLst>
              <a:ext uri="{FF2B5EF4-FFF2-40B4-BE49-F238E27FC236}">
                <a16:creationId xmlns:a16="http://schemas.microsoft.com/office/drawing/2014/main" id="{7E0C649F-14BE-3278-27A5-231808925B05}"/>
              </a:ext>
            </a:extLst>
          </p:cNvPr>
          <p:cNvSpPr txBox="1"/>
          <p:nvPr/>
        </p:nvSpPr>
        <p:spPr>
          <a:xfrm>
            <a:off x="3957185" y="2011184"/>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1" name="CuadroTexto 10">
            <a:extLst>
              <a:ext uri="{FF2B5EF4-FFF2-40B4-BE49-F238E27FC236}">
                <a16:creationId xmlns:a16="http://schemas.microsoft.com/office/drawing/2014/main" id="{41933D6A-661F-B146-6B42-42F3FCDC4588}"/>
              </a:ext>
            </a:extLst>
          </p:cNvPr>
          <p:cNvSpPr txBox="1"/>
          <p:nvPr/>
        </p:nvSpPr>
        <p:spPr>
          <a:xfrm>
            <a:off x="4884062" y="2011184"/>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12" name="CuadroTexto 11">
            <a:extLst>
              <a:ext uri="{FF2B5EF4-FFF2-40B4-BE49-F238E27FC236}">
                <a16:creationId xmlns:a16="http://schemas.microsoft.com/office/drawing/2014/main" id="{1656A5A4-11CC-7CAA-5731-46FBCF6C084F}"/>
              </a:ext>
            </a:extLst>
          </p:cNvPr>
          <p:cNvSpPr txBox="1"/>
          <p:nvPr/>
        </p:nvSpPr>
        <p:spPr>
          <a:xfrm>
            <a:off x="5817600"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13" name="CuadroTexto 12">
            <a:extLst>
              <a:ext uri="{FF2B5EF4-FFF2-40B4-BE49-F238E27FC236}">
                <a16:creationId xmlns:a16="http://schemas.microsoft.com/office/drawing/2014/main" id="{FF27564B-0D67-B204-D906-73586D7A45AA}"/>
              </a:ext>
            </a:extLst>
          </p:cNvPr>
          <p:cNvSpPr txBox="1"/>
          <p:nvPr/>
        </p:nvSpPr>
        <p:spPr>
          <a:xfrm>
            <a:off x="6751138" y="20219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4" name="CuadroTexto 13">
            <a:extLst>
              <a:ext uri="{FF2B5EF4-FFF2-40B4-BE49-F238E27FC236}">
                <a16:creationId xmlns:a16="http://schemas.microsoft.com/office/drawing/2014/main" id="{12BFD4D0-50A0-62C6-C3BF-A4B0C1E802EE}"/>
              </a:ext>
            </a:extLst>
          </p:cNvPr>
          <p:cNvSpPr txBox="1"/>
          <p:nvPr/>
        </p:nvSpPr>
        <p:spPr>
          <a:xfrm>
            <a:off x="7684676" y="2011184"/>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7CED3547-EF43-05A7-7BCE-13BD988D47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B944D4CE-1830-80FE-F1C6-270A82226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3DF6A238-7A36-B6EF-02E7-A10C2D730F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78ECEF3-C7F9-C322-BB41-66259CE0C5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288C7AB0-13FC-CDF9-75C8-804971EFBF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FDC07D17-B53B-BCD2-9738-FE55EF278A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CCE875A3-DBDE-1126-360C-CDDF4E984F9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1C7BB401-6D56-024F-18D5-061C0F7833A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pic>
        <p:nvPicPr>
          <p:cNvPr id="32" name="Imagen 31" descr="Código QR&#10;&#10;El contenido generado por IA puede ser incorrecto.">
            <a:extLst>
              <a:ext uri="{FF2B5EF4-FFF2-40B4-BE49-F238E27FC236}">
                <a16:creationId xmlns:a16="http://schemas.microsoft.com/office/drawing/2014/main" id="{A6095D4F-B924-C555-40DA-5C66C8F4233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44322" y="3984616"/>
            <a:ext cx="7855355" cy="2225684"/>
          </a:xfrm>
          <a:prstGeom prst="rect">
            <a:avLst/>
          </a:prstGeom>
        </p:spPr>
      </p:pic>
      <p:sp>
        <p:nvSpPr>
          <p:cNvPr id="6" name="CuadroTexto 5">
            <a:extLst>
              <a:ext uri="{FF2B5EF4-FFF2-40B4-BE49-F238E27FC236}">
                <a16:creationId xmlns:a16="http://schemas.microsoft.com/office/drawing/2014/main" id="{8A6327E3-791C-326D-D38A-C22EF33BA929}"/>
              </a:ext>
            </a:extLst>
          </p:cNvPr>
          <p:cNvSpPr txBox="1"/>
          <p:nvPr/>
        </p:nvSpPr>
        <p:spPr>
          <a:xfrm>
            <a:off x="-5693" y="0"/>
            <a:ext cx="8782430" cy="646331"/>
          </a:xfrm>
          <a:prstGeom prst="rect">
            <a:avLst/>
          </a:prstGeom>
          <a:noFill/>
        </p:spPr>
        <p:txBody>
          <a:bodyPr wrap="square" rtlCol="0">
            <a:spAutoFit/>
          </a:bodyPr>
          <a:lstStyle/>
          <a:p>
            <a:pPr lvl="2" algn="r"/>
            <a:r>
              <a:rPr lang="es-ES" sz="3600" dirty="0">
                <a:solidFill>
                  <a:schemeClr val="bg2">
                    <a:lumMod val="10000"/>
                  </a:schemeClr>
                </a:solidFill>
                <a:latin typeface="Amasis MT Pro Light" panose="02040304050005020304" pitchFamily="18" charset="0"/>
                <a:cs typeface="Adobe Devanagari" panose="02040503050201020203" pitchFamily="18" charset="0"/>
              </a:rPr>
              <a:t>Autómatas celulares elementales</a:t>
            </a:r>
          </a:p>
        </p:txBody>
      </p:sp>
    </p:spTree>
    <p:extLst>
      <p:ext uri="{BB962C8B-B14F-4D97-AF65-F5344CB8AC3E}">
        <p14:creationId xmlns:p14="http://schemas.microsoft.com/office/powerpoint/2010/main" val="2414250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87D2-38AC-60CB-5EA1-141F468C2085}"/>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8563F3EE-729A-B74B-D5C5-313D18EB0651}"/>
              </a:ext>
            </a:extLst>
          </p:cNvPr>
          <p:cNvSpPr txBox="1"/>
          <p:nvPr/>
        </p:nvSpPr>
        <p:spPr>
          <a:xfrm>
            <a:off x="79465" y="1572674"/>
            <a:ext cx="3469577" cy="646331"/>
          </a:xfrm>
          <a:prstGeom prst="rect">
            <a:avLst/>
          </a:prstGeom>
          <a:noFill/>
        </p:spPr>
        <p:txBody>
          <a:bodyPr wrap="square" rtlCol="0">
            <a:spAutoFit/>
          </a:bodyPr>
          <a:lstStyle/>
          <a:p>
            <a:r>
              <a:rPr lang="es-ES" b="1" i="1" dirty="0">
                <a:solidFill>
                  <a:schemeClr val="bg2">
                    <a:lumMod val="10000"/>
                  </a:schemeClr>
                </a:solidFill>
                <a:latin typeface="Amasis MT Pro" panose="02040504050005020304" pitchFamily="18" charset="0"/>
              </a:rPr>
              <a:t>Clase-1 </a:t>
            </a:r>
            <a:r>
              <a:rPr lang="es-ES" b="1" dirty="0">
                <a:solidFill>
                  <a:schemeClr val="bg2">
                    <a:lumMod val="10000"/>
                  </a:schemeClr>
                </a:solidFill>
                <a:latin typeface="Amasis MT Pro" panose="02040504050005020304" pitchFamily="18" charset="0"/>
              </a:rPr>
              <a:t>:</a:t>
            </a:r>
            <a:r>
              <a:rPr lang="es-ES" dirty="0">
                <a:solidFill>
                  <a:schemeClr val="bg2">
                    <a:lumMod val="25000"/>
                  </a:schemeClr>
                </a:solidFill>
                <a:latin typeface="Amasis MT Pro" panose="02040504050005020304" pitchFamily="18" charset="0"/>
              </a:rPr>
              <a:t> Rápidamente todas las celdas se vuelven 0 o 1. </a:t>
            </a:r>
            <a:endParaRPr lang="es-ES" b="1" i="1" dirty="0">
              <a:solidFill>
                <a:schemeClr val="bg2">
                  <a:lumMod val="10000"/>
                </a:schemeClr>
              </a:solidFill>
              <a:latin typeface="Amasis MT Pro" panose="02040504050005020304" pitchFamily="18" charset="0"/>
            </a:endParaRPr>
          </a:p>
        </p:txBody>
      </p:sp>
      <p:sp>
        <p:nvSpPr>
          <p:cNvPr id="7" name="CuadroTexto 6">
            <a:extLst>
              <a:ext uri="{FF2B5EF4-FFF2-40B4-BE49-F238E27FC236}">
                <a16:creationId xmlns:a16="http://schemas.microsoft.com/office/drawing/2014/main" id="{55C9628B-BCE7-8BA6-0E72-C74C7F18D3B1}"/>
              </a:ext>
            </a:extLst>
          </p:cNvPr>
          <p:cNvSpPr txBox="1"/>
          <p:nvPr/>
        </p:nvSpPr>
        <p:spPr>
          <a:xfrm>
            <a:off x="79465" y="2414296"/>
            <a:ext cx="3469578" cy="369332"/>
          </a:xfrm>
          <a:prstGeom prst="rect">
            <a:avLst/>
          </a:prstGeom>
          <a:noFill/>
        </p:spPr>
        <p:txBody>
          <a:bodyPr wrap="square" rtlCol="0">
            <a:spAutoFit/>
          </a:bodyPr>
          <a:lstStyle/>
          <a:p>
            <a:r>
              <a:rPr lang="es-ES" b="1" i="1" dirty="0">
                <a:solidFill>
                  <a:schemeClr val="bg2">
                    <a:lumMod val="10000"/>
                  </a:schemeClr>
                </a:solidFill>
                <a:latin typeface="Amasis MT Pro" panose="02040504050005020304" pitchFamily="18" charset="0"/>
              </a:rPr>
              <a:t>Clase-2 </a:t>
            </a:r>
            <a:r>
              <a:rPr lang="es-ES" b="1" dirty="0">
                <a:solidFill>
                  <a:schemeClr val="bg2">
                    <a:lumMod val="10000"/>
                  </a:schemeClr>
                </a:solidFill>
                <a:latin typeface="Amasis MT Pro" panose="02040504050005020304" pitchFamily="18" charset="0"/>
              </a:rPr>
              <a:t>: </a:t>
            </a:r>
            <a:r>
              <a:rPr lang="es-ES" dirty="0">
                <a:solidFill>
                  <a:schemeClr val="bg2">
                    <a:lumMod val="25000"/>
                  </a:schemeClr>
                </a:solidFill>
                <a:latin typeface="Amasis MT Pro" panose="02040504050005020304" pitchFamily="18" charset="0"/>
              </a:rPr>
              <a:t>Patrones periódicos.</a:t>
            </a:r>
            <a:endParaRPr lang="es-ES" b="1" i="1" dirty="0">
              <a:solidFill>
                <a:schemeClr val="bg2">
                  <a:lumMod val="10000"/>
                </a:schemeClr>
              </a:solidFill>
              <a:latin typeface="Amasis MT Pro" panose="02040504050005020304" pitchFamily="18" charset="0"/>
            </a:endParaRPr>
          </a:p>
        </p:txBody>
      </p:sp>
      <p:sp>
        <p:nvSpPr>
          <p:cNvPr id="8" name="CuadroTexto 7">
            <a:extLst>
              <a:ext uri="{FF2B5EF4-FFF2-40B4-BE49-F238E27FC236}">
                <a16:creationId xmlns:a16="http://schemas.microsoft.com/office/drawing/2014/main" id="{FB84446A-3EE6-5F5A-6172-427FC39044A7}"/>
              </a:ext>
            </a:extLst>
          </p:cNvPr>
          <p:cNvSpPr txBox="1"/>
          <p:nvPr/>
        </p:nvSpPr>
        <p:spPr>
          <a:xfrm>
            <a:off x="79464" y="2978920"/>
            <a:ext cx="3469577" cy="923330"/>
          </a:xfrm>
          <a:prstGeom prst="rect">
            <a:avLst/>
          </a:prstGeom>
          <a:noFill/>
        </p:spPr>
        <p:txBody>
          <a:bodyPr wrap="square" rtlCol="0">
            <a:spAutoFit/>
          </a:bodyPr>
          <a:lstStyle/>
          <a:p>
            <a:r>
              <a:rPr lang="es-ES" b="1" i="1" dirty="0">
                <a:solidFill>
                  <a:schemeClr val="bg2">
                    <a:lumMod val="10000"/>
                  </a:schemeClr>
                </a:solidFill>
                <a:latin typeface="Amasis MT Pro" panose="02040504050005020304" pitchFamily="18" charset="0"/>
              </a:rPr>
              <a:t>Clase-3 </a:t>
            </a:r>
            <a:r>
              <a:rPr lang="es-ES" b="1" dirty="0">
                <a:solidFill>
                  <a:schemeClr val="bg2">
                    <a:lumMod val="10000"/>
                  </a:schemeClr>
                </a:solidFill>
                <a:latin typeface="Amasis MT Pro" panose="02040504050005020304" pitchFamily="18" charset="0"/>
              </a:rPr>
              <a:t>: </a:t>
            </a:r>
            <a:r>
              <a:rPr lang="es-ES" dirty="0">
                <a:solidFill>
                  <a:schemeClr val="bg2">
                    <a:lumMod val="25000"/>
                  </a:schemeClr>
                </a:solidFill>
                <a:latin typeface="Amasis MT Pro" panose="02040504050005020304" pitchFamily="18" charset="0"/>
              </a:rPr>
              <a:t>Patrones caóticos. No se repiten nunca (hasta alcanzar tiempo de Poincaré).</a:t>
            </a:r>
            <a:endParaRPr lang="es-ES" b="1" i="1" dirty="0">
              <a:solidFill>
                <a:schemeClr val="bg2">
                  <a:lumMod val="10000"/>
                </a:schemeClr>
              </a:solidFill>
              <a:latin typeface="Amasis MT Pro" panose="02040504050005020304" pitchFamily="18" charset="0"/>
            </a:endParaRPr>
          </a:p>
        </p:txBody>
      </p:sp>
      <p:sp>
        <p:nvSpPr>
          <p:cNvPr id="9" name="CuadroTexto 8">
            <a:extLst>
              <a:ext uri="{FF2B5EF4-FFF2-40B4-BE49-F238E27FC236}">
                <a16:creationId xmlns:a16="http://schemas.microsoft.com/office/drawing/2014/main" id="{BD6BC006-51E1-171D-3F22-49A589B35E1D}"/>
              </a:ext>
            </a:extLst>
          </p:cNvPr>
          <p:cNvSpPr txBox="1"/>
          <p:nvPr/>
        </p:nvSpPr>
        <p:spPr>
          <a:xfrm>
            <a:off x="79466" y="4101125"/>
            <a:ext cx="3571784" cy="1131079"/>
          </a:xfrm>
          <a:prstGeom prst="rect">
            <a:avLst/>
          </a:prstGeom>
          <a:noFill/>
        </p:spPr>
        <p:txBody>
          <a:bodyPr wrap="square" rtlCol="0">
            <a:spAutoFit/>
          </a:bodyPr>
          <a:lstStyle/>
          <a:p>
            <a:r>
              <a:rPr lang="es-ES" b="1" i="1" dirty="0">
                <a:solidFill>
                  <a:schemeClr val="bg2">
                    <a:lumMod val="10000"/>
                  </a:schemeClr>
                </a:solidFill>
                <a:latin typeface="Amasis MT Pro" panose="02040504050005020304" pitchFamily="18" charset="0"/>
              </a:rPr>
              <a:t>Clase-4 </a:t>
            </a:r>
            <a:r>
              <a:rPr lang="es-ES" b="1" dirty="0">
                <a:solidFill>
                  <a:schemeClr val="bg2">
                    <a:lumMod val="10000"/>
                  </a:schemeClr>
                </a:solidFill>
                <a:latin typeface="Amasis MT Pro" panose="02040504050005020304" pitchFamily="18" charset="0"/>
              </a:rPr>
              <a:t>: </a:t>
            </a:r>
            <a:r>
              <a:rPr lang="es-ES" dirty="0">
                <a:solidFill>
                  <a:schemeClr val="bg2">
                    <a:lumMod val="25000"/>
                  </a:schemeClr>
                </a:solidFill>
                <a:latin typeface="Amasis MT Pro" panose="02040504050005020304" pitchFamily="18" charset="0"/>
              </a:rPr>
              <a:t>Combinación de zonas ordenadas y complejas.</a:t>
            </a:r>
          </a:p>
          <a:p>
            <a:r>
              <a:rPr lang="es-ES" u="sng" dirty="0">
                <a:solidFill>
                  <a:schemeClr val="bg2">
                    <a:lumMod val="50000"/>
                  </a:schemeClr>
                </a:solidFill>
                <a:latin typeface="Amasis MT Pro" panose="02040504050005020304" pitchFamily="18" charset="0"/>
              </a:rPr>
              <a:t>Edge </a:t>
            </a:r>
            <a:r>
              <a:rPr lang="es-ES" u="sng" dirty="0" err="1">
                <a:solidFill>
                  <a:schemeClr val="bg2">
                    <a:lumMod val="50000"/>
                  </a:schemeClr>
                </a:solidFill>
                <a:latin typeface="Amasis MT Pro" panose="02040504050005020304" pitchFamily="18" charset="0"/>
              </a:rPr>
              <a:t>of</a:t>
            </a:r>
            <a:r>
              <a:rPr lang="es-ES" u="sng" dirty="0">
                <a:solidFill>
                  <a:schemeClr val="bg2">
                    <a:lumMod val="50000"/>
                  </a:schemeClr>
                </a:solidFill>
                <a:latin typeface="Amasis MT Pro" panose="02040504050005020304" pitchFamily="18" charset="0"/>
              </a:rPr>
              <a:t> Chaos </a:t>
            </a:r>
            <a:r>
              <a:rPr lang="es-ES" u="sng" dirty="0">
                <a:solidFill>
                  <a:schemeClr val="bg2">
                    <a:lumMod val="50000"/>
                  </a:schemeClr>
                </a:solidFill>
                <a:latin typeface="Amasis MT Pro" panose="02040504050005020304" pitchFamily="18" charset="0"/>
                <a:sym typeface="Wingdings" panose="05000000000000000000" pitchFamily="2" charset="2"/>
              </a:rPr>
              <a:t> Caos transitorio</a:t>
            </a:r>
            <a:r>
              <a:rPr lang="es-ES" dirty="0">
                <a:solidFill>
                  <a:schemeClr val="bg2">
                    <a:lumMod val="25000"/>
                  </a:schemeClr>
                </a:solidFill>
                <a:latin typeface="Amasis MT Pro" panose="02040504050005020304" pitchFamily="18" charset="0"/>
              </a:rPr>
              <a:t>.</a:t>
            </a:r>
          </a:p>
          <a:p>
            <a:endParaRPr lang="es-ES" sz="1350" i="1" dirty="0">
              <a:solidFill>
                <a:schemeClr val="bg2">
                  <a:lumMod val="10000"/>
                </a:schemeClr>
              </a:solidFill>
              <a:latin typeface="Amasis MT Pro" panose="02040504050005020304" pitchFamily="18" charset="0"/>
            </a:endParaRPr>
          </a:p>
        </p:txBody>
      </p:sp>
      <p:sp>
        <p:nvSpPr>
          <p:cNvPr id="3" name="CuadroTexto 2">
            <a:extLst>
              <a:ext uri="{FF2B5EF4-FFF2-40B4-BE49-F238E27FC236}">
                <a16:creationId xmlns:a16="http://schemas.microsoft.com/office/drawing/2014/main" id="{16A49AB4-6F73-4FD9-87BC-EFE1538F0AA9}"/>
              </a:ext>
            </a:extLst>
          </p:cNvPr>
          <p:cNvSpPr txBox="1"/>
          <p:nvPr/>
        </p:nvSpPr>
        <p:spPr>
          <a:xfrm>
            <a:off x="-5693" y="0"/>
            <a:ext cx="8782430" cy="646331"/>
          </a:xfrm>
          <a:prstGeom prst="rect">
            <a:avLst/>
          </a:prstGeom>
          <a:noFill/>
        </p:spPr>
        <p:txBody>
          <a:bodyPr wrap="square" rtlCol="0">
            <a:spAutoFit/>
          </a:bodyPr>
          <a:lstStyle/>
          <a:p>
            <a:pPr lvl="2" algn="r"/>
            <a:r>
              <a:rPr lang="es-ES" sz="3600" dirty="0">
                <a:solidFill>
                  <a:schemeClr val="bg2">
                    <a:lumMod val="10000"/>
                  </a:schemeClr>
                </a:solidFill>
                <a:latin typeface="Amasis MT Pro Light" panose="02040304050005020304" pitchFamily="18" charset="0"/>
                <a:cs typeface="Adobe Devanagari" panose="02040503050201020203" pitchFamily="18" charset="0"/>
              </a:rPr>
              <a:t>Clasificación de </a:t>
            </a:r>
            <a:r>
              <a:rPr lang="es-ES" sz="3600" dirty="0" err="1">
                <a:solidFill>
                  <a:schemeClr val="bg2">
                    <a:lumMod val="10000"/>
                  </a:schemeClr>
                </a:solidFill>
                <a:latin typeface="Amasis MT Pro Light" panose="02040304050005020304" pitchFamily="18" charset="0"/>
                <a:cs typeface="Adobe Devanagari" panose="02040503050201020203" pitchFamily="18" charset="0"/>
              </a:rPr>
              <a:t>Wolfram</a:t>
            </a:r>
            <a:endParaRPr lang="es-ES" sz="3600" dirty="0">
              <a:solidFill>
                <a:schemeClr val="bg2">
                  <a:lumMod val="10000"/>
                </a:schemeClr>
              </a:solidFill>
              <a:latin typeface="Amasis MT Pro Light" panose="02040304050005020304" pitchFamily="18" charset="0"/>
              <a:cs typeface="Adobe Devanagari" panose="02040503050201020203" pitchFamily="18" charset="0"/>
            </a:endParaRPr>
          </a:p>
        </p:txBody>
      </p:sp>
      <p:pic>
        <p:nvPicPr>
          <p:cNvPr id="4" name="Imagen 3" descr="Patrón de fondo&#10;&#10;El contenido generado por IA puede ser incorrecto.">
            <a:extLst>
              <a:ext uri="{FF2B5EF4-FFF2-40B4-BE49-F238E27FC236}">
                <a16:creationId xmlns:a16="http://schemas.microsoft.com/office/drawing/2014/main" id="{AAAC939D-7FD1-1FE8-CCA5-7763A7E5D5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9041" y="795460"/>
            <a:ext cx="5454534" cy="5727260"/>
          </a:xfrm>
          <a:prstGeom prst="rect">
            <a:avLst/>
          </a:prstGeom>
        </p:spPr>
      </p:pic>
    </p:spTree>
    <p:extLst>
      <p:ext uri="{BB962C8B-B14F-4D97-AF65-F5344CB8AC3E}">
        <p14:creationId xmlns:p14="http://schemas.microsoft.com/office/powerpoint/2010/main" val="40117327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5147-C5CB-B185-D03C-F877B8B6E7A9}"/>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5165778-C44D-C32E-111A-88FFAF4A8D7B}"/>
              </a:ext>
            </a:extLst>
          </p:cNvPr>
          <p:cNvSpPr txBox="1"/>
          <p:nvPr/>
        </p:nvSpPr>
        <p:spPr>
          <a:xfrm>
            <a:off x="-5693" y="0"/>
            <a:ext cx="8782430" cy="646331"/>
          </a:xfrm>
          <a:prstGeom prst="rect">
            <a:avLst/>
          </a:prstGeom>
          <a:noFill/>
        </p:spPr>
        <p:txBody>
          <a:bodyPr wrap="square" rtlCol="0">
            <a:spAutoFit/>
          </a:bodyPr>
          <a:lstStyle/>
          <a:p>
            <a:pPr lvl="2" algn="r"/>
            <a:r>
              <a:rPr lang="es-ES" sz="3600" dirty="0">
                <a:solidFill>
                  <a:schemeClr val="bg2">
                    <a:lumMod val="10000"/>
                  </a:schemeClr>
                </a:solidFill>
                <a:latin typeface="Amasis MT Pro Light" panose="02040304050005020304" pitchFamily="18" charset="0"/>
                <a:cs typeface="Adobe Devanagari" panose="02040503050201020203" pitchFamily="18" charset="0"/>
              </a:rPr>
              <a:t>Patrones de diferencia</a:t>
            </a:r>
          </a:p>
        </p:txBody>
      </p:sp>
      <p:pic>
        <p:nvPicPr>
          <p:cNvPr id="11" name="Imagen 10" descr="Patrón de fondo&#10;&#10;El contenido generado por IA puede ser incorrecto.">
            <a:extLst>
              <a:ext uri="{FF2B5EF4-FFF2-40B4-BE49-F238E27FC236}">
                <a16:creationId xmlns:a16="http://schemas.microsoft.com/office/drawing/2014/main" id="{BB154CC1-69AB-217C-5C8E-D04B97071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6067" y="646331"/>
            <a:ext cx="7851866" cy="10992613"/>
          </a:xfrm>
          <a:prstGeom prst="rect">
            <a:avLst/>
          </a:prstGeom>
        </p:spPr>
      </p:pic>
    </p:spTree>
    <p:extLst>
      <p:ext uri="{BB962C8B-B14F-4D97-AF65-F5344CB8AC3E}">
        <p14:creationId xmlns:p14="http://schemas.microsoft.com/office/powerpoint/2010/main" val="18109826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33F7-4E0D-C8FD-4854-EF38044C52AD}"/>
            </a:ext>
          </a:extLst>
        </p:cNvPr>
        <p:cNvGrpSpPr/>
        <p:nvPr/>
      </p:nvGrpSpPr>
      <p:grpSpPr>
        <a:xfrm>
          <a:off x="0" y="0"/>
          <a:ext cx="0" cy="0"/>
          <a:chOff x="0" y="0"/>
          <a:chExt cx="0" cy="0"/>
        </a:xfrm>
      </p:grpSpPr>
      <p:sp>
        <p:nvSpPr>
          <p:cNvPr id="9" name="CuadroTexto 8">
            <a:extLst>
              <a:ext uri="{FF2B5EF4-FFF2-40B4-BE49-F238E27FC236}">
                <a16:creationId xmlns:a16="http://schemas.microsoft.com/office/drawing/2014/main" id="{1330C399-C72A-9DF2-3380-03F623DD835F}"/>
              </a:ext>
            </a:extLst>
          </p:cNvPr>
          <p:cNvSpPr txBox="1"/>
          <p:nvPr/>
        </p:nvSpPr>
        <p:spPr>
          <a:xfrm>
            <a:off x="179742" y="2067876"/>
            <a:ext cx="1149470" cy="400110"/>
          </a:xfrm>
          <a:prstGeom prst="rect">
            <a:avLst/>
          </a:prstGeom>
          <a:noFill/>
        </p:spPr>
        <p:txBody>
          <a:bodyPr wrap="square">
            <a:spAutoFit/>
          </a:bodyPr>
          <a:lstStyle/>
          <a:p>
            <a:r>
              <a:rPr lang="es-ES" sz="2000" b="1" i="1" dirty="0">
                <a:solidFill>
                  <a:schemeClr val="bg2">
                    <a:lumMod val="10000"/>
                  </a:schemeClr>
                </a:solidFill>
                <a:latin typeface="Amasis MT Pro" panose="02040504050005020304" pitchFamily="18" charset="0"/>
              </a:rPr>
              <a:t>Clase-1</a:t>
            </a:r>
            <a:endParaRPr lang="es-ES" sz="2000" dirty="0"/>
          </a:p>
        </p:txBody>
      </p:sp>
      <p:pic>
        <p:nvPicPr>
          <p:cNvPr id="13" name="Imagen 12">
            <a:extLst>
              <a:ext uri="{FF2B5EF4-FFF2-40B4-BE49-F238E27FC236}">
                <a16:creationId xmlns:a16="http://schemas.microsoft.com/office/drawing/2014/main" id="{9D28DAC7-7DB2-72D2-FCA2-5CC0E0D94B17}"/>
              </a:ext>
            </a:extLst>
          </p:cNvPr>
          <p:cNvPicPr>
            <a:picLocks noChangeAspect="1"/>
          </p:cNvPicPr>
          <p:nvPr/>
        </p:nvPicPr>
        <p:blipFill>
          <a:blip r:embed="rId2"/>
          <a:stretch>
            <a:fillRect/>
          </a:stretch>
        </p:blipFill>
        <p:spPr>
          <a:xfrm>
            <a:off x="1576854" y="1594105"/>
            <a:ext cx="3087134" cy="1366436"/>
          </a:xfrm>
          <a:prstGeom prst="rect">
            <a:avLst/>
          </a:prstGeom>
        </p:spPr>
      </p:pic>
      <p:pic>
        <p:nvPicPr>
          <p:cNvPr id="15" name="Imagen 14">
            <a:extLst>
              <a:ext uri="{FF2B5EF4-FFF2-40B4-BE49-F238E27FC236}">
                <a16:creationId xmlns:a16="http://schemas.microsoft.com/office/drawing/2014/main" id="{FBD34EA2-622E-DDEC-FBBC-822E9EBCFA11}"/>
              </a:ext>
            </a:extLst>
          </p:cNvPr>
          <p:cNvPicPr>
            <a:picLocks noChangeAspect="1"/>
          </p:cNvPicPr>
          <p:nvPr/>
        </p:nvPicPr>
        <p:blipFill>
          <a:blip r:embed="rId3"/>
          <a:stretch>
            <a:fillRect/>
          </a:stretch>
        </p:blipFill>
        <p:spPr>
          <a:xfrm>
            <a:off x="1551660" y="3402704"/>
            <a:ext cx="3002019" cy="1366436"/>
          </a:xfrm>
          <a:prstGeom prst="rect">
            <a:avLst/>
          </a:prstGeom>
        </p:spPr>
      </p:pic>
      <p:pic>
        <p:nvPicPr>
          <p:cNvPr id="17" name="Imagen 16">
            <a:extLst>
              <a:ext uri="{FF2B5EF4-FFF2-40B4-BE49-F238E27FC236}">
                <a16:creationId xmlns:a16="http://schemas.microsoft.com/office/drawing/2014/main" id="{98368D61-59FB-5FA1-B2EB-01C261991525}"/>
              </a:ext>
            </a:extLst>
          </p:cNvPr>
          <p:cNvPicPr>
            <a:picLocks noChangeAspect="1"/>
          </p:cNvPicPr>
          <p:nvPr/>
        </p:nvPicPr>
        <p:blipFill>
          <a:blip r:embed="rId4"/>
          <a:stretch>
            <a:fillRect/>
          </a:stretch>
        </p:blipFill>
        <p:spPr>
          <a:xfrm>
            <a:off x="1522598" y="4902376"/>
            <a:ext cx="3014538" cy="1361079"/>
          </a:xfrm>
          <a:prstGeom prst="rect">
            <a:avLst/>
          </a:prstGeom>
        </p:spPr>
      </p:pic>
      <p:sp>
        <p:nvSpPr>
          <p:cNvPr id="18" name="CuadroTexto 17">
            <a:extLst>
              <a:ext uri="{FF2B5EF4-FFF2-40B4-BE49-F238E27FC236}">
                <a16:creationId xmlns:a16="http://schemas.microsoft.com/office/drawing/2014/main" id="{E0663A59-3AAB-4B48-77BA-42FBB98FB6F4}"/>
              </a:ext>
            </a:extLst>
          </p:cNvPr>
          <p:cNvSpPr txBox="1"/>
          <p:nvPr/>
        </p:nvSpPr>
        <p:spPr>
          <a:xfrm>
            <a:off x="179742" y="4569085"/>
            <a:ext cx="1046900" cy="400110"/>
          </a:xfrm>
          <a:prstGeom prst="rect">
            <a:avLst/>
          </a:prstGeom>
          <a:noFill/>
        </p:spPr>
        <p:txBody>
          <a:bodyPr wrap="square">
            <a:spAutoFit/>
          </a:bodyPr>
          <a:lstStyle/>
          <a:p>
            <a:r>
              <a:rPr lang="es-ES" sz="2000" b="1" i="1" dirty="0">
                <a:solidFill>
                  <a:schemeClr val="bg2">
                    <a:lumMod val="10000"/>
                  </a:schemeClr>
                </a:solidFill>
                <a:latin typeface="Amasis MT Pro" panose="02040504050005020304" pitchFamily="18" charset="0"/>
              </a:rPr>
              <a:t>Clase-2</a:t>
            </a:r>
            <a:endParaRPr lang="es-ES" sz="2000" dirty="0"/>
          </a:p>
        </p:txBody>
      </p:sp>
      <p:cxnSp>
        <p:nvCxnSpPr>
          <p:cNvPr id="19" name="Conector recto 18">
            <a:extLst>
              <a:ext uri="{FF2B5EF4-FFF2-40B4-BE49-F238E27FC236}">
                <a16:creationId xmlns:a16="http://schemas.microsoft.com/office/drawing/2014/main" id="{F85079A2-8B29-9A4A-4AD3-641A1342AE54}"/>
              </a:ext>
            </a:extLst>
          </p:cNvPr>
          <p:cNvCxnSpPr>
            <a:cxnSpLocks/>
          </p:cNvCxnSpPr>
          <p:nvPr/>
        </p:nvCxnSpPr>
        <p:spPr>
          <a:xfrm>
            <a:off x="1304325" y="4352294"/>
            <a:ext cx="0" cy="837883"/>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22" name="CuadroTexto 21">
            <a:extLst>
              <a:ext uri="{FF2B5EF4-FFF2-40B4-BE49-F238E27FC236}">
                <a16:creationId xmlns:a16="http://schemas.microsoft.com/office/drawing/2014/main" id="{4958A468-CE2D-B643-6101-5573984925CF}"/>
              </a:ext>
            </a:extLst>
          </p:cNvPr>
          <p:cNvSpPr txBox="1"/>
          <p:nvPr/>
        </p:nvSpPr>
        <p:spPr>
          <a:xfrm>
            <a:off x="971768" y="3934123"/>
            <a:ext cx="664499" cy="338554"/>
          </a:xfrm>
          <a:prstGeom prst="rect">
            <a:avLst/>
          </a:prstGeom>
          <a:noFill/>
        </p:spPr>
        <p:txBody>
          <a:bodyPr wrap="square">
            <a:spAutoFit/>
          </a:bodyPr>
          <a:lstStyle/>
          <a:p>
            <a:pPr algn="ctr"/>
            <a:r>
              <a:rPr lang="es-ES" sz="1600" b="1" i="1" dirty="0">
                <a:solidFill>
                  <a:schemeClr val="bg2">
                    <a:lumMod val="10000"/>
                  </a:schemeClr>
                </a:solidFill>
                <a:latin typeface="Amasis MT Pro" panose="02040504050005020304" pitchFamily="18" charset="0"/>
              </a:rPr>
              <a:t>LP</a:t>
            </a:r>
            <a:endParaRPr lang="es-ES" sz="1600" dirty="0"/>
          </a:p>
        </p:txBody>
      </p:sp>
      <p:sp>
        <p:nvSpPr>
          <p:cNvPr id="23" name="CuadroTexto 22">
            <a:extLst>
              <a:ext uri="{FF2B5EF4-FFF2-40B4-BE49-F238E27FC236}">
                <a16:creationId xmlns:a16="http://schemas.microsoft.com/office/drawing/2014/main" id="{77B5BCA4-3CE7-C8A1-F41A-B2B5E4374905}"/>
              </a:ext>
            </a:extLst>
          </p:cNvPr>
          <p:cNvSpPr txBox="1"/>
          <p:nvPr/>
        </p:nvSpPr>
        <p:spPr>
          <a:xfrm>
            <a:off x="932158" y="5208039"/>
            <a:ext cx="704109" cy="338554"/>
          </a:xfrm>
          <a:prstGeom prst="rect">
            <a:avLst/>
          </a:prstGeom>
          <a:noFill/>
        </p:spPr>
        <p:txBody>
          <a:bodyPr wrap="square">
            <a:spAutoFit/>
          </a:bodyPr>
          <a:lstStyle/>
          <a:p>
            <a:pPr algn="ctr"/>
            <a:r>
              <a:rPr lang="es-ES" sz="1600" b="1" i="1" dirty="0">
                <a:solidFill>
                  <a:schemeClr val="bg2">
                    <a:lumMod val="10000"/>
                  </a:schemeClr>
                </a:solidFill>
                <a:latin typeface="Amasis MT Pro" panose="02040504050005020304" pitchFamily="18" charset="0"/>
              </a:rPr>
              <a:t>HP</a:t>
            </a:r>
            <a:endParaRPr lang="es-ES" sz="1600" dirty="0"/>
          </a:p>
        </p:txBody>
      </p:sp>
      <p:pic>
        <p:nvPicPr>
          <p:cNvPr id="25" name="Imagen 24">
            <a:extLst>
              <a:ext uri="{FF2B5EF4-FFF2-40B4-BE49-F238E27FC236}">
                <a16:creationId xmlns:a16="http://schemas.microsoft.com/office/drawing/2014/main" id="{72E0740A-733A-0EE3-ED9C-1C840E51F4E0}"/>
              </a:ext>
            </a:extLst>
          </p:cNvPr>
          <p:cNvPicPr>
            <a:picLocks noChangeAspect="1"/>
          </p:cNvPicPr>
          <p:nvPr/>
        </p:nvPicPr>
        <p:blipFill>
          <a:blip r:embed="rId5"/>
          <a:stretch>
            <a:fillRect/>
          </a:stretch>
        </p:blipFill>
        <p:spPr>
          <a:xfrm>
            <a:off x="4779599" y="1584713"/>
            <a:ext cx="2932352" cy="1366436"/>
          </a:xfrm>
          <a:prstGeom prst="rect">
            <a:avLst/>
          </a:prstGeom>
        </p:spPr>
      </p:pic>
      <p:sp>
        <p:nvSpPr>
          <p:cNvPr id="26" name="CuadroTexto 25">
            <a:extLst>
              <a:ext uri="{FF2B5EF4-FFF2-40B4-BE49-F238E27FC236}">
                <a16:creationId xmlns:a16="http://schemas.microsoft.com/office/drawing/2014/main" id="{3EEDF7B0-B38A-20AD-2106-A4740F80A57F}"/>
              </a:ext>
            </a:extLst>
          </p:cNvPr>
          <p:cNvSpPr txBox="1"/>
          <p:nvPr/>
        </p:nvSpPr>
        <p:spPr>
          <a:xfrm>
            <a:off x="7831501" y="5409928"/>
            <a:ext cx="1087907" cy="400110"/>
          </a:xfrm>
          <a:prstGeom prst="rect">
            <a:avLst/>
          </a:prstGeom>
          <a:noFill/>
        </p:spPr>
        <p:txBody>
          <a:bodyPr wrap="square">
            <a:spAutoFit/>
          </a:bodyPr>
          <a:lstStyle/>
          <a:p>
            <a:pPr algn="r"/>
            <a:r>
              <a:rPr lang="es-ES" sz="2000" b="1" i="1" dirty="0">
                <a:solidFill>
                  <a:schemeClr val="bg2">
                    <a:lumMod val="10000"/>
                  </a:schemeClr>
                </a:solidFill>
                <a:latin typeface="Amasis MT Pro" panose="02040504050005020304" pitchFamily="18" charset="0"/>
              </a:rPr>
              <a:t>Clase-4</a:t>
            </a:r>
            <a:endParaRPr lang="es-ES" sz="2000" dirty="0"/>
          </a:p>
        </p:txBody>
      </p:sp>
      <p:pic>
        <p:nvPicPr>
          <p:cNvPr id="28" name="Imagen 27">
            <a:extLst>
              <a:ext uri="{FF2B5EF4-FFF2-40B4-BE49-F238E27FC236}">
                <a16:creationId xmlns:a16="http://schemas.microsoft.com/office/drawing/2014/main" id="{CF29ADA3-973E-38D7-E5E4-72FC54F0FDCC}"/>
              </a:ext>
            </a:extLst>
          </p:cNvPr>
          <p:cNvPicPr>
            <a:picLocks noChangeAspect="1"/>
          </p:cNvPicPr>
          <p:nvPr/>
        </p:nvPicPr>
        <p:blipFill>
          <a:blip r:embed="rId6"/>
          <a:stretch>
            <a:fillRect/>
          </a:stretch>
        </p:blipFill>
        <p:spPr>
          <a:xfrm>
            <a:off x="4779599" y="3048809"/>
            <a:ext cx="3004149" cy="1366436"/>
          </a:xfrm>
          <a:prstGeom prst="rect">
            <a:avLst/>
          </a:prstGeom>
        </p:spPr>
      </p:pic>
      <p:cxnSp>
        <p:nvCxnSpPr>
          <p:cNvPr id="29" name="Conector recto 28">
            <a:extLst>
              <a:ext uri="{FF2B5EF4-FFF2-40B4-BE49-F238E27FC236}">
                <a16:creationId xmlns:a16="http://schemas.microsoft.com/office/drawing/2014/main" id="{D2DB309B-3CC7-12FD-C86C-06BC849BE4EF}"/>
              </a:ext>
            </a:extLst>
          </p:cNvPr>
          <p:cNvCxnSpPr>
            <a:cxnSpLocks/>
          </p:cNvCxnSpPr>
          <p:nvPr/>
        </p:nvCxnSpPr>
        <p:spPr>
          <a:xfrm flipH="1">
            <a:off x="7934361" y="2183054"/>
            <a:ext cx="2858" cy="1548973"/>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0" name="CuadroTexto 29">
            <a:extLst>
              <a:ext uri="{FF2B5EF4-FFF2-40B4-BE49-F238E27FC236}">
                <a16:creationId xmlns:a16="http://schemas.microsoft.com/office/drawing/2014/main" id="{0EA2E83F-7AE3-CD58-A188-EE3A7FA84F93}"/>
              </a:ext>
            </a:extLst>
          </p:cNvPr>
          <p:cNvSpPr txBox="1"/>
          <p:nvPr/>
        </p:nvSpPr>
        <p:spPr>
          <a:xfrm>
            <a:off x="7752910" y="1841554"/>
            <a:ext cx="362902" cy="338554"/>
          </a:xfrm>
          <a:prstGeom prst="rect">
            <a:avLst/>
          </a:prstGeom>
          <a:noFill/>
        </p:spPr>
        <p:txBody>
          <a:bodyPr wrap="square">
            <a:spAutoFit/>
          </a:bodyPr>
          <a:lstStyle/>
          <a:p>
            <a:pPr algn="ctr"/>
            <a:r>
              <a:rPr lang="es-ES" sz="1600" b="1" i="1" dirty="0">
                <a:solidFill>
                  <a:schemeClr val="bg2">
                    <a:lumMod val="10000"/>
                  </a:schemeClr>
                </a:solidFill>
                <a:latin typeface="Amasis MT Pro" panose="02040504050005020304" pitchFamily="18" charset="0"/>
              </a:rPr>
              <a:t>U</a:t>
            </a:r>
            <a:endParaRPr lang="es-ES" sz="1600" dirty="0"/>
          </a:p>
        </p:txBody>
      </p:sp>
      <p:sp>
        <p:nvSpPr>
          <p:cNvPr id="31" name="CuadroTexto 30">
            <a:extLst>
              <a:ext uri="{FF2B5EF4-FFF2-40B4-BE49-F238E27FC236}">
                <a16:creationId xmlns:a16="http://schemas.microsoft.com/office/drawing/2014/main" id="{7903A846-4304-8593-6588-4CFCB0FEC0DE}"/>
              </a:ext>
            </a:extLst>
          </p:cNvPr>
          <p:cNvSpPr txBox="1"/>
          <p:nvPr/>
        </p:nvSpPr>
        <p:spPr>
          <a:xfrm>
            <a:off x="7705850" y="3732027"/>
            <a:ext cx="443053" cy="338554"/>
          </a:xfrm>
          <a:prstGeom prst="rect">
            <a:avLst/>
          </a:prstGeom>
          <a:noFill/>
        </p:spPr>
        <p:txBody>
          <a:bodyPr wrap="square">
            <a:spAutoFit/>
          </a:bodyPr>
          <a:lstStyle/>
          <a:p>
            <a:pPr algn="ctr"/>
            <a:r>
              <a:rPr lang="es-ES" sz="1600" b="1" i="1" dirty="0">
                <a:solidFill>
                  <a:schemeClr val="bg2">
                    <a:lumMod val="10000"/>
                  </a:schemeClr>
                </a:solidFill>
                <a:latin typeface="Amasis MT Pro" panose="02040504050005020304" pitchFamily="18" charset="0"/>
              </a:rPr>
              <a:t>C</a:t>
            </a:r>
            <a:endParaRPr lang="es-ES" sz="1600" dirty="0"/>
          </a:p>
        </p:txBody>
      </p:sp>
      <p:pic>
        <p:nvPicPr>
          <p:cNvPr id="33" name="Imagen 32">
            <a:extLst>
              <a:ext uri="{FF2B5EF4-FFF2-40B4-BE49-F238E27FC236}">
                <a16:creationId xmlns:a16="http://schemas.microsoft.com/office/drawing/2014/main" id="{426A9471-940A-44A5-5953-3D33D00E0936}"/>
              </a:ext>
            </a:extLst>
          </p:cNvPr>
          <p:cNvPicPr>
            <a:picLocks noChangeAspect="1"/>
          </p:cNvPicPr>
          <p:nvPr/>
        </p:nvPicPr>
        <p:blipFill>
          <a:blip r:embed="rId7"/>
          <a:stretch>
            <a:fillRect/>
          </a:stretch>
        </p:blipFill>
        <p:spPr>
          <a:xfrm>
            <a:off x="4851037" y="4929444"/>
            <a:ext cx="2980464" cy="1361079"/>
          </a:xfrm>
          <a:prstGeom prst="rect">
            <a:avLst/>
          </a:prstGeom>
        </p:spPr>
      </p:pic>
      <p:sp>
        <p:nvSpPr>
          <p:cNvPr id="34" name="CuadroTexto 33">
            <a:extLst>
              <a:ext uri="{FF2B5EF4-FFF2-40B4-BE49-F238E27FC236}">
                <a16:creationId xmlns:a16="http://schemas.microsoft.com/office/drawing/2014/main" id="{478C9214-A3DC-A45F-C442-D51EBC4D55FC}"/>
              </a:ext>
            </a:extLst>
          </p:cNvPr>
          <p:cNvSpPr txBox="1"/>
          <p:nvPr/>
        </p:nvSpPr>
        <p:spPr>
          <a:xfrm>
            <a:off x="7869203" y="2764756"/>
            <a:ext cx="1087908" cy="400110"/>
          </a:xfrm>
          <a:prstGeom prst="rect">
            <a:avLst/>
          </a:prstGeom>
          <a:noFill/>
        </p:spPr>
        <p:txBody>
          <a:bodyPr wrap="square">
            <a:spAutoFit/>
          </a:bodyPr>
          <a:lstStyle/>
          <a:p>
            <a:pPr algn="r"/>
            <a:r>
              <a:rPr lang="es-ES" sz="2000" b="1" i="1" dirty="0">
                <a:solidFill>
                  <a:schemeClr val="bg2">
                    <a:lumMod val="10000"/>
                  </a:schemeClr>
                </a:solidFill>
                <a:latin typeface="Amasis MT Pro" panose="02040504050005020304" pitchFamily="18" charset="0"/>
              </a:rPr>
              <a:t>Clase-3</a:t>
            </a:r>
            <a:endParaRPr lang="es-ES" sz="2000" dirty="0"/>
          </a:p>
        </p:txBody>
      </p:sp>
      <p:sp>
        <p:nvSpPr>
          <p:cNvPr id="36" name="Rectángulo 35">
            <a:extLst>
              <a:ext uri="{FF2B5EF4-FFF2-40B4-BE49-F238E27FC236}">
                <a16:creationId xmlns:a16="http://schemas.microsoft.com/office/drawing/2014/main" id="{3C588DDD-09EC-B35C-ED1A-B9696718B37D}"/>
              </a:ext>
            </a:extLst>
          </p:cNvPr>
          <p:cNvSpPr/>
          <p:nvPr/>
        </p:nvSpPr>
        <p:spPr>
          <a:xfrm>
            <a:off x="186381" y="1311407"/>
            <a:ext cx="4442605" cy="1871264"/>
          </a:xfrm>
          <a:prstGeom prst="rect">
            <a:avLst/>
          </a:prstGeom>
          <a:noFill/>
          <a:ln w="381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3" name="CuadroTexto 2">
            <a:extLst>
              <a:ext uri="{FF2B5EF4-FFF2-40B4-BE49-F238E27FC236}">
                <a16:creationId xmlns:a16="http://schemas.microsoft.com/office/drawing/2014/main" id="{E3E0747F-6501-2CF1-70AB-FBB5B4880A6A}"/>
              </a:ext>
            </a:extLst>
          </p:cNvPr>
          <p:cNvSpPr txBox="1"/>
          <p:nvPr/>
        </p:nvSpPr>
        <p:spPr>
          <a:xfrm>
            <a:off x="-1" y="0"/>
            <a:ext cx="8776737" cy="584775"/>
          </a:xfrm>
          <a:prstGeom prst="rect">
            <a:avLst/>
          </a:prstGeom>
          <a:noFill/>
        </p:spPr>
        <p:txBody>
          <a:bodyPr wrap="square" rtlCol="0">
            <a:spAutoFit/>
          </a:bodyPr>
          <a:lstStyle/>
          <a:p>
            <a:pPr lvl="1" algn="r"/>
            <a:r>
              <a:rPr lang="es-ES" sz="3200" dirty="0">
                <a:solidFill>
                  <a:schemeClr val="bg2">
                    <a:lumMod val="10000"/>
                  </a:schemeClr>
                </a:solidFill>
                <a:latin typeface="Amasis MT Pro Light" panose="02040304050005020304" pitchFamily="18" charset="0"/>
                <a:cs typeface="Adobe Devanagari" panose="02040503050201020203" pitchFamily="18" charset="0"/>
              </a:rPr>
              <a:t>Clasificación a partir de la distancia de </a:t>
            </a:r>
            <a:r>
              <a:rPr lang="es-ES" sz="3200" dirty="0" err="1">
                <a:solidFill>
                  <a:schemeClr val="bg2">
                    <a:lumMod val="10000"/>
                  </a:schemeClr>
                </a:solidFill>
                <a:latin typeface="Amasis MT Pro Light" panose="02040304050005020304" pitchFamily="18" charset="0"/>
                <a:cs typeface="Adobe Devanagari" panose="02040503050201020203" pitchFamily="18" charset="0"/>
              </a:rPr>
              <a:t>Hamming</a:t>
            </a:r>
            <a:endParaRPr lang="es-ES" sz="3200" dirty="0">
              <a:solidFill>
                <a:schemeClr val="bg2">
                  <a:lumMod val="10000"/>
                </a:schemeClr>
              </a:solidFill>
              <a:latin typeface="Amasis MT Pro Light" panose="02040304050005020304" pitchFamily="18" charset="0"/>
              <a:cs typeface="Adobe Devanagari" panose="02040503050201020203" pitchFamily="18" charset="0"/>
            </a:endParaRPr>
          </a:p>
        </p:txBody>
      </p:sp>
      <p:sp>
        <p:nvSpPr>
          <p:cNvPr id="10" name="Rectángulo 9">
            <a:extLst>
              <a:ext uri="{FF2B5EF4-FFF2-40B4-BE49-F238E27FC236}">
                <a16:creationId xmlns:a16="http://schemas.microsoft.com/office/drawing/2014/main" id="{F965652E-7381-DF2B-9FC8-34BFCC4576BA}"/>
              </a:ext>
            </a:extLst>
          </p:cNvPr>
          <p:cNvSpPr/>
          <p:nvPr/>
        </p:nvSpPr>
        <p:spPr>
          <a:xfrm>
            <a:off x="186381" y="3182671"/>
            <a:ext cx="4442605" cy="3191585"/>
          </a:xfrm>
          <a:prstGeom prst="rect">
            <a:avLst/>
          </a:prstGeom>
          <a:noFill/>
          <a:ln w="381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1" name="Rectángulo 10">
            <a:extLst>
              <a:ext uri="{FF2B5EF4-FFF2-40B4-BE49-F238E27FC236}">
                <a16:creationId xmlns:a16="http://schemas.microsoft.com/office/drawing/2014/main" id="{F6A8CE36-D197-240E-E28B-E3DE71C3BE73}"/>
              </a:ext>
            </a:extLst>
          </p:cNvPr>
          <p:cNvSpPr/>
          <p:nvPr/>
        </p:nvSpPr>
        <p:spPr>
          <a:xfrm>
            <a:off x="4628986" y="1311407"/>
            <a:ext cx="4328125" cy="3257678"/>
          </a:xfrm>
          <a:prstGeom prst="rect">
            <a:avLst/>
          </a:prstGeom>
          <a:noFill/>
          <a:ln w="381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2" name="Rectángulo 11">
            <a:extLst>
              <a:ext uri="{FF2B5EF4-FFF2-40B4-BE49-F238E27FC236}">
                <a16:creationId xmlns:a16="http://schemas.microsoft.com/office/drawing/2014/main" id="{FA98C9F1-94A0-3D86-B3EF-6EBD29DEC3D7}"/>
              </a:ext>
            </a:extLst>
          </p:cNvPr>
          <p:cNvSpPr/>
          <p:nvPr/>
        </p:nvSpPr>
        <p:spPr>
          <a:xfrm>
            <a:off x="4635626" y="4569085"/>
            <a:ext cx="4321486" cy="1805171"/>
          </a:xfrm>
          <a:prstGeom prst="rect">
            <a:avLst/>
          </a:prstGeom>
          <a:noFill/>
          <a:ln w="381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Tree>
    <p:extLst>
      <p:ext uri="{BB962C8B-B14F-4D97-AF65-F5344CB8AC3E}">
        <p14:creationId xmlns:p14="http://schemas.microsoft.com/office/powerpoint/2010/main" val="313911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36" grpId="0" animBg="1"/>
      <p:bldP spid="10" grpId="0" animBg="1"/>
      <p:bldP spid="11" grpId="0" animBg="1"/>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60E6E311-AE0A-9100-DC5F-1E6D445BD8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51330"/>
            <a:ext cx="4572000" cy="3246120"/>
          </a:xfrm>
          <a:prstGeom prst="rect">
            <a:avLst/>
          </a:prstGeom>
        </p:spPr>
      </p:pic>
      <p:pic>
        <p:nvPicPr>
          <p:cNvPr id="7" name="Imagen 6" descr="Imagen que contiene Forma&#10;&#10;El contenido generado por IA puede ser incorrecto.">
            <a:extLst>
              <a:ext uri="{FF2B5EF4-FFF2-40B4-BE49-F238E27FC236}">
                <a16:creationId xmlns:a16="http://schemas.microsoft.com/office/drawing/2014/main" id="{AD278590-FCD4-C1EA-9B41-085A84AA12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0" y="1751330"/>
            <a:ext cx="4572000" cy="3246120"/>
          </a:xfrm>
          <a:prstGeom prst="rect">
            <a:avLst/>
          </a:prstGeom>
        </p:spPr>
      </p:pic>
      <p:sp>
        <p:nvSpPr>
          <p:cNvPr id="8" name="CuadroTexto 7">
            <a:extLst>
              <a:ext uri="{FF2B5EF4-FFF2-40B4-BE49-F238E27FC236}">
                <a16:creationId xmlns:a16="http://schemas.microsoft.com/office/drawing/2014/main" id="{53F2E64F-7257-484C-AFB4-E1A8D6BF4514}"/>
              </a:ext>
            </a:extLst>
          </p:cNvPr>
          <p:cNvSpPr txBox="1"/>
          <p:nvPr/>
        </p:nvSpPr>
        <p:spPr>
          <a:xfrm>
            <a:off x="1607656" y="1133938"/>
            <a:ext cx="1356688" cy="400110"/>
          </a:xfrm>
          <a:prstGeom prst="rect">
            <a:avLst/>
          </a:prstGeom>
          <a:noFill/>
        </p:spPr>
        <p:txBody>
          <a:bodyPr wrap="square" rtlCol="0">
            <a:spAutoFit/>
          </a:bodyPr>
          <a:lstStyle/>
          <a:p>
            <a:pPr algn="ctr"/>
            <a:r>
              <a:rPr lang="es-ES" sz="2000" b="1" i="1" dirty="0">
                <a:latin typeface="Amasis MT Pro" panose="02040504050005020304" pitchFamily="18" charset="0"/>
              </a:rPr>
              <a:t>Rule-105</a:t>
            </a:r>
          </a:p>
        </p:txBody>
      </p:sp>
      <p:sp>
        <p:nvSpPr>
          <p:cNvPr id="9" name="CuadroTexto 8">
            <a:extLst>
              <a:ext uri="{FF2B5EF4-FFF2-40B4-BE49-F238E27FC236}">
                <a16:creationId xmlns:a16="http://schemas.microsoft.com/office/drawing/2014/main" id="{32A5BA75-B9D7-52FC-2766-C5177333BDE2}"/>
              </a:ext>
            </a:extLst>
          </p:cNvPr>
          <p:cNvSpPr txBox="1"/>
          <p:nvPr/>
        </p:nvSpPr>
        <p:spPr>
          <a:xfrm>
            <a:off x="5533690" y="1133938"/>
            <a:ext cx="2648619" cy="400110"/>
          </a:xfrm>
          <a:prstGeom prst="rect">
            <a:avLst/>
          </a:prstGeom>
          <a:noFill/>
        </p:spPr>
        <p:txBody>
          <a:bodyPr wrap="square" rtlCol="0">
            <a:spAutoFit/>
          </a:bodyPr>
          <a:lstStyle/>
          <a:p>
            <a:pPr algn="ctr"/>
            <a:r>
              <a:rPr lang="es-ES" sz="2000" b="1" i="1" dirty="0">
                <a:latin typeface="Amasis MT Pro" panose="02040504050005020304" pitchFamily="18" charset="0"/>
              </a:rPr>
              <a:t>Patrón de diferencia</a:t>
            </a:r>
          </a:p>
        </p:txBody>
      </p:sp>
    </p:spTree>
    <p:extLst>
      <p:ext uri="{BB962C8B-B14F-4D97-AF65-F5344CB8AC3E}">
        <p14:creationId xmlns:p14="http://schemas.microsoft.com/office/powerpoint/2010/main" val="13787438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Calendario&#10;&#10;El contenido generado por IA puede ser incorrecto.">
            <a:extLst>
              <a:ext uri="{FF2B5EF4-FFF2-40B4-BE49-F238E27FC236}">
                <a16:creationId xmlns:a16="http://schemas.microsoft.com/office/drawing/2014/main" id="{96A11575-4EDA-7E8E-6FF8-E65319B13E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436" y="1060659"/>
            <a:ext cx="8357640" cy="5571760"/>
          </a:xfrm>
          <a:prstGeom prst="rect">
            <a:avLst/>
          </a:prstGeom>
        </p:spPr>
      </p:pic>
      <p:sp>
        <p:nvSpPr>
          <p:cNvPr id="2" name="CuadroTexto 1">
            <a:extLst>
              <a:ext uri="{FF2B5EF4-FFF2-40B4-BE49-F238E27FC236}">
                <a16:creationId xmlns:a16="http://schemas.microsoft.com/office/drawing/2014/main" id="{8B6BB296-C9E8-CF0B-A1CF-CF57B0FB3A73}"/>
              </a:ext>
            </a:extLst>
          </p:cNvPr>
          <p:cNvSpPr txBox="1"/>
          <p:nvPr/>
        </p:nvSpPr>
        <p:spPr>
          <a:xfrm>
            <a:off x="-1" y="0"/>
            <a:ext cx="8776737" cy="584775"/>
          </a:xfrm>
          <a:prstGeom prst="rect">
            <a:avLst/>
          </a:prstGeom>
          <a:noFill/>
        </p:spPr>
        <p:txBody>
          <a:bodyPr wrap="square" rtlCol="0">
            <a:spAutoFit/>
          </a:bodyPr>
          <a:lstStyle/>
          <a:p>
            <a:pPr lvl="1" algn="r"/>
            <a:r>
              <a:rPr lang="es-ES" sz="3200" dirty="0">
                <a:solidFill>
                  <a:schemeClr val="bg2">
                    <a:lumMod val="10000"/>
                  </a:schemeClr>
                </a:solidFill>
                <a:latin typeface="Amasis MT Pro Light" panose="02040304050005020304" pitchFamily="18" charset="0"/>
                <a:cs typeface="Adobe Devanagari" panose="02040503050201020203" pitchFamily="18" charset="0"/>
              </a:rPr>
              <a:t>Clasificación a partir de la distancia de </a:t>
            </a:r>
            <a:r>
              <a:rPr lang="es-ES" sz="3200" dirty="0" err="1">
                <a:solidFill>
                  <a:schemeClr val="bg2">
                    <a:lumMod val="10000"/>
                  </a:schemeClr>
                </a:solidFill>
                <a:latin typeface="Amasis MT Pro Light" panose="02040304050005020304" pitchFamily="18" charset="0"/>
                <a:cs typeface="Adobe Devanagari" panose="02040503050201020203" pitchFamily="18" charset="0"/>
              </a:rPr>
              <a:t>Hamming</a:t>
            </a:r>
            <a:endParaRPr lang="es-ES" sz="3200" dirty="0">
              <a:solidFill>
                <a:schemeClr val="bg2">
                  <a:lumMod val="10000"/>
                </a:schemeClr>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903438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5BA463A2-B5A3-B305-1E2A-9B38ECEA623E}"/>
              </a:ext>
            </a:extLst>
          </p:cNvPr>
          <p:cNvSpPr txBox="1"/>
          <p:nvPr/>
        </p:nvSpPr>
        <p:spPr>
          <a:xfrm>
            <a:off x="2615800" y="489169"/>
            <a:ext cx="1356688" cy="400110"/>
          </a:xfrm>
          <a:prstGeom prst="rect">
            <a:avLst/>
          </a:prstGeom>
          <a:noFill/>
        </p:spPr>
        <p:txBody>
          <a:bodyPr wrap="square" rtlCol="0">
            <a:spAutoFit/>
          </a:bodyPr>
          <a:lstStyle/>
          <a:p>
            <a:pPr algn="ctr"/>
            <a:r>
              <a:rPr lang="es-ES" sz="2000" b="1" i="1" dirty="0">
                <a:latin typeface="Amasis MT Pro" panose="02040504050005020304" pitchFamily="18" charset="0"/>
              </a:rPr>
              <a:t>Rule-106</a:t>
            </a:r>
          </a:p>
        </p:txBody>
      </p:sp>
      <p:pic>
        <p:nvPicPr>
          <p:cNvPr id="13" name="Imagen 12" descr="Imagen que contiene computadora&#10;&#10;El contenido generado por IA puede ser incorrecto.">
            <a:extLst>
              <a:ext uri="{FF2B5EF4-FFF2-40B4-BE49-F238E27FC236}">
                <a16:creationId xmlns:a16="http://schemas.microsoft.com/office/drawing/2014/main" id="{F5664793-4757-F56B-637B-1C97D106BB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8875" y="2300109"/>
            <a:ext cx="2559255" cy="3864474"/>
          </a:xfrm>
          <a:prstGeom prst="rect">
            <a:avLst/>
          </a:prstGeom>
        </p:spPr>
      </p:pic>
      <p:pic>
        <p:nvPicPr>
          <p:cNvPr id="15" name="Imagen 14" descr="Diagrama&#10;&#10;El contenido generado por IA puede ser incorrecto.">
            <a:extLst>
              <a:ext uri="{FF2B5EF4-FFF2-40B4-BE49-F238E27FC236}">
                <a16:creationId xmlns:a16="http://schemas.microsoft.com/office/drawing/2014/main" id="{5944AB24-7887-DAF0-804E-877AE3CA99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19851" y="2300109"/>
            <a:ext cx="2559254" cy="3864472"/>
          </a:xfrm>
          <a:prstGeom prst="rect">
            <a:avLst/>
          </a:prstGeom>
        </p:spPr>
      </p:pic>
      <p:pic>
        <p:nvPicPr>
          <p:cNvPr id="17" name="Imagen 16" descr="Patrón de fondo&#10;&#10;El contenido generado por IA puede ser incorrecto.">
            <a:extLst>
              <a:ext uri="{FF2B5EF4-FFF2-40B4-BE49-F238E27FC236}">
                <a16:creationId xmlns:a16="http://schemas.microsoft.com/office/drawing/2014/main" id="{052A81A8-71EE-775A-37AE-189D9C227C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0827" y="2300109"/>
            <a:ext cx="2559254" cy="3864472"/>
          </a:xfrm>
          <a:prstGeom prst="rect">
            <a:avLst/>
          </a:prstGeom>
        </p:spPr>
      </p:pic>
      <p:sp>
        <p:nvSpPr>
          <p:cNvPr id="18" name="CuadroTexto 17">
            <a:extLst>
              <a:ext uri="{FF2B5EF4-FFF2-40B4-BE49-F238E27FC236}">
                <a16:creationId xmlns:a16="http://schemas.microsoft.com/office/drawing/2014/main" id="{2E3D20EB-07CC-2B79-5482-37D0AD1B8C35}"/>
              </a:ext>
            </a:extLst>
          </p:cNvPr>
          <p:cNvSpPr txBox="1"/>
          <p:nvPr/>
        </p:nvSpPr>
        <p:spPr>
          <a:xfrm>
            <a:off x="6811511" y="489169"/>
            <a:ext cx="1253981" cy="400110"/>
          </a:xfrm>
          <a:prstGeom prst="rect">
            <a:avLst/>
          </a:prstGeom>
          <a:noFill/>
        </p:spPr>
        <p:txBody>
          <a:bodyPr wrap="square" rtlCol="0">
            <a:spAutoFit/>
          </a:bodyPr>
          <a:lstStyle/>
          <a:p>
            <a:pPr algn="ctr"/>
            <a:r>
              <a:rPr lang="es-ES" sz="2000" b="1" i="1" dirty="0">
                <a:latin typeface="Amasis MT Pro" panose="02040504050005020304" pitchFamily="18" charset="0"/>
              </a:rPr>
              <a:t>Rule-73</a:t>
            </a:r>
          </a:p>
        </p:txBody>
      </p:sp>
      <p:sp>
        <p:nvSpPr>
          <p:cNvPr id="21" name="CuadroTexto 20">
            <a:extLst>
              <a:ext uri="{FF2B5EF4-FFF2-40B4-BE49-F238E27FC236}">
                <a16:creationId xmlns:a16="http://schemas.microsoft.com/office/drawing/2014/main" id="{649192DF-97C9-C032-DC06-C744DCDF0666}"/>
              </a:ext>
            </a:extLst>
          </p:cNvPr>
          <p:cNvSpPr txBox="1"/>
          <p:nvPr/>
        </p:nvSpPr>
        <p:spPr>
          <a:xfrm>
            <a:off x="902574" y="1240751"/>
            <a:ext cx="1715762" cy="707886"/>
          </a:xfrm>
          <a:prstGeom prst="rect">
            <a:avLst/>
          </a:prstGeom>
          <a:noFill/>
        </p:spPr>
        <p:txBody>
          <a:bodyPr wrap="square" rtlCol="0">
            <a:spAutoFit/>
          </a:bodyPr>
          <a:lstStyle/>
          <a:p>
            <a:pPr algn="ctr"/>
            <a:r>
              <a:rPr lang="es-ES" sz="2000" b="1" i="1" dirty="0">
                <a:latin typeface="Amasis MT Pro" panose="02040504050005020304" pitchFamily="18" charset="0"/>
              </a:rPr>
              <a:t>Contorno periódico</a:t>
            </a:r>
          </a:p>
        </p:txBody>
      </p:sp>
      <p:sp>
        <p:nvSpPr>
          <p:cNvPr id="22" name="CuadroTexto 21">
            <a:extLst>
              <a:ext uri="{FF2B5EF4-FFF2-40B4-BE49-F238E27FC236}">
                <a16:creationId xmlns:a16="http://schemas.microsoft.com/office/drawing/2014/main" id="{F6F0CF25-E122-75A3-B2E2-7B3CF0689BC2}"/>
              </a:ext>
            </a:extLst>
          </p:cNvPr>
          <p:cNvSpPr txBox="1"/>
          <p:nvPr/>
        </p:nvSpPr>
        <p:spPr>
          <a:xfrm>
            <a:off x="3972488" y="1240751"/>
            <a:ext cx="1253980" cy="707886"/>
          </a:xfrm>
          <a:prstGeom prst="rect">
            <a:avLst/>
          </a:prstGeom>
          <a:noFill/>
        </p:spPr>
        <p:txBody>
          <a:bodyPr wrap="square" rtlCol="0">
            <a:spAutoFit/>
          </a:bodyPr>
          <a:lstStyle/>
          <a:p>
            <a:pPr algn="ctr"/>
            <a:r>
              <a:rPr lang="es-ES" sz="2000" b="1" i="1" dirty="0">
                <a:latin typeface="Amasis MT Pro" panose="02040504050005020304" pitchFamily="18" charset="0"/>
              </a:rPr>
              <a:t>Contorno fijo</a:t>
            </a:r>
          </a:p>
        </p:txBody>
      </p:sp>
      <p:sp>
        <p:nvSpPr>
          <p:cNvPr id="23" name="CuadroTexto 22">
            <a:extLst>
              <a:ext uri="{FF2B5EF4-FFF2-40B4-BE49-F238E27FC236}">
                <a16:creationId xmlns:a16="http://schemas.microsoft.com/office/drawing/2014/main" id="{0C47D422-67F1-E3B6-9C60-CF2F5DA6E32A}"/>
              </a:ext>
            </a:extLst>
          </p:cNvPr>
          <p:cNvSpPr txBox="1"/>
          <p:nvPr/>
        </p:nvSpPr>
        <p:spPr>
          <a:xfrm>
            <a:off x="6580620" y="1240751"/>
            <a:ext cx="1715762" cy="707886"/>
          </a:xfrm>
          <a:prstGeom prst="rect">
            <a:avLst/>
          </a:prstGeom>
          <a:noFill/>
        </p:spPr>
        <p:txBody>
          <a:bodyPr wrap="square" rtlCol="0">
            <a:spAutoFit/>
          </a:bodyPr>
          <a:lstStyle/>
          <a:p>
            <a:pPr algn="ctr"/>
            <a:r>
              <a:rPr lang="es-ES" sz="2000" b="1" i="1" dirty="0">
                <a:latin typeface="Amasis MT Pro" panose="02040504050005020304" pitchFamily="18" charset="0"/>
              </a:rPr>
              <a:t>Contorno periódico</a:t>
            </a:r>
          </a:p>
        </p:txBody>
      </p:sp>
    </p:spTree>
    <p:extLst>
      <p:ext uri="{BB962C8B-B14F-4D97-AF65-F5344CB8AC3E}">
        <p14:creationId xmlns:p14="http://schemas.microsoft.com/office/powerpoint/2010/main" val="12253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75257-7539-6DAC-18BA-A7CB087A8488}"/>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2ECDBEFB-6AB7-2F83-8843-3FEF515ED1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8" y="2183224"/>
            <a:ext cx="9129123" cy="2491552"/>
          </a:xfrm>
          <a:prstGeom prst="rect">
            <a:avLst/>
          </a:prstGeom>
        </p:spPr>
      </p:pic>
      <p:sp>
        <p:nvSpPr>
          <p:cNvPr id="3" name="CuadroTexto 2">
            <a:extLst>
              <a:ext uri="{FF2B5EF4-FFF2-40B4-BE49-F238E27FC236}">
                <a16:creationId xmlns:a16="http://schemas.microsoft.com/office/drawing/2014/main" id="{5ED3B3E9-AAF5-6AAD-97A1-018353721918}"/>
              </a:ext>
            </a:extLst>
          </p:cNvPr>
          <p:cNvSpPr txBox="1"/>
          <p:nvPr/>
        </p:nvSpPr>
        <p:spPr>
          <a:xfrm>
            <a:off x="-5693" y="0"/>
            <a:ext cx="8782430" cy="1077218"/>
          </a:xfrm>
          <a:prstGeom prst="rect">
            <a:avLst/>
          </a:prstGeom>
          <a:noFill/>
        </p:spPr>
        <p:txBody>
          <a:bodyPr wrap="square" rtlCol="0">
            <a:spAutoFit/>
          </a:bodyPr>
          <a:lstStyle/>
          <a:p>
            <a:pPr algn="r"/>
            <a:r>
              <a:rPr lang="es-ES" sz="3200" b="1" dirty="0">
                <a:latin typeface="Adobe Devanagari" panose="02040503050201020203" pitchFamily="18" charset="0"/>
                <a:cs typeface="Adobe Devanagari" panose="02040503050201020203" pitchFamily="18" charset="0"/>
              </a:rPr>
              <a:t>4. </a:t>
            </a:r>
            <a:r>
              <a:rPr lang="en-US" sz="3200" b="1" dirty="0">
                <a:solidFill>
                  <a:schemeClr val="bg2">
                    <a:lumMod val="10000"/>
                  </a:schemeClr>
                </a:solidFill>
                <a:latin typeface="Amasis MT Pro Light" panose="02040304050005020304" pitchFamily="18" charset="0"/>
                <a:cs typeface="Adobe Devanagari" panose="02040503050201020203" pitchFamily="18" charset="0"/>
              </a:rPr>
              <a:t>Forcing the escape: Partial control of escaping orbits from a transient chaotic region</a:t>
            </a:r>
          </a:p>
        </p:txBody>
      </p:sp>
    </p:spTree>
    <p:extLst>
      <p:ext uri="{BB962C8B-B14F-4D97-AF65-F5344CB8AC3E}">
        <p14:creationId xmlns:p14="http://schemas.microsoft.com/office/powerpoint/2010/main" val="26500899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DE693-D86F-9150-862D-1000B5BB1ECB}"/>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D4299E21-1ADA-99F5-FAD7-13D07F12018D}"/>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Control parcial</a:t>
            </a:r>
          </a:p>
        </p:txBody>
      </p:sp>
      <p:pic>
        <p:nvPicPr>
          <p:cNvPr id="24" name="Imagen 23" descr="Diagrama, Diagrama de Venn&#10;&#10;El contenido generado por IA puede ser incorrecto.">
            <a:extLst>
              <a:ext uri="{FF2B5EF4-FFF2-40B4-BE49-F238E27FC236}">
                <a16:creationId xmlns:a16="http://schemas.microsoft.com/office/drawing/2014/main" id="{189D2F6A-9DB8-BE22-1AEF-324F05F9D9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26" name="Imagen 25" descr="Diagrama, Diagrama de Venn&#10;&#10;El contenido generado por IA puede ser incorrecto.">
            <a:extLst>
              <a:ext uri="{FF2B5EF4-FFF2-40B4-BE49-F238E27FC236}">
                <a16:creationId xmlns:a16="http://schemas.microsoft.com/office/drawing/2014/main" id="{34B2ADF2-1E49-B9F5-8AB1-396708CD27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28" name="Imagen 27" descr="Diagrama, Diagrama de Venn&#10;&#10;El contenido generado por IA puede ser incorrecto.">
            <a:extLst>
              <a:ext uri="{FF2B5EF4-FFF2-40B4-BE49-F238E27FC236}">
                <a16:creationId xmlns:a16="http://schemas.microsoft.com/office/drawing/2014/main" id="{A2DB820E-FB67-BAF5-288E-F37F13528E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30" name="Imagen 29" descr="Diagrama, Diagrama de Venn&#10;&#10;El contenido generado por IA puede ser incorrecto.">
            <a:extLst>
              <a:ext uri="{FF2B5EF4-FFF2-40B4-BE49-F238E27FC236}">
                <a16:creationId xmlns:a16="http://schemas.microsoft.com/office/drawing/2014/main" id="{8287D30A-7906-3381-F000-DE8BD9CEDF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46" name="Imagen 45" descr="Diagrama, Diagrama de Venn&#10;&#10;El contenido generado por IA puede ser incorrecto.">
            <a:extLst>
              <a:ext uri="{FF2B5EF4-FFF2-40B4-BE49-F238E27FC236}">
                <a16:creationId xmlns:a16="http://schemas.microsoft.com/office/drawing/2014/main" id="{412E7DD9-3684-D8E6-FBC9-05577BECF1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83708" y="798731"/>
            <a:ext cx="6376585" cy="5887819"/>
          </a:xfrm>
          <a:prstGeom prst="rect">
            <a:avLst/>
          </a:prstGeom>
        </p:spPr>
      </p:pic>
      <p:pic>
        <p:nvPicPr>
          <p:cNvPr id="48" name="Imagen 47" descr="Diagrama, Diagrama de Venn&#10;&#10;El contenido generado por IA puede ser incorrecto.">
            <a:extLst>
              <a:ext uri="{FF2B5EF4-FFF2-40B4-BE49-F238E27FC236}">
                <a16:creationId xmlns:a16="http://schemas.microsoft.com/office/drawing/2014/main" id="{D2AACA77-C78D-447B-7DC9-7099A5A8892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3708" y="798731"/>
            <a:ext cx="6376585" cy="5887819"/>
          </a:xfrm>
          <a:prstGeom prst="rect">
            <a:avLst/>
          </a:prstGeom>
        </p:spPr>
      </p:pic>
      <p:pic>
        <p:nvPicPr>
          <p:cNvPr id="44" name="Imagen 43" descr="Diagrama, Diagrama de Venn&#10;&#10;El contenido generado por IA puede ser incorrecto.">
            <a:extLst>
              <a:ext uri="{FF2B5EF4-FFF2-40B4-BE49-F238E27FC236}">
                <a16:creationId xmlns:a16="http://schemas.microsoft.com/office/drawing/2014/main" id="{AE7CB058-7192-AA8B-EE45-6C451FEE451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3707" y="798731"/>
            <a:ext cx="6376585" cy="5887819"/>
          </a:xfrm>
          <a:prstGeom prst="rect">
            <a:avLst/>
          </a:prstGeom>
        </p:spPr>
      </p:pic>
      <p:pic>
        <p:nvPicPr>
          <p:cNvPr id="50" name="Imagen 49" descr="Diagrama&#10;&#10;El contenido generado por IA puede ser incorrecto.">
            <a:extLst>
              <a:ext uri="{FF2B5EF4-FFF2-40B4-BE49-F238E27FC236}">
                <a16:creationId xmlns:a16="http://schemas.microsoft.com/office/drawing/2014/main" id="{DACBA24E-185D-E800-0A85-CF3618925B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83706" y="798731"/>
            <a:ext cx="6376585" cy="5887819"/>
          </a:xfrm>
          <a:prstGeom prst="rect">
            <a:avLst/>
          </a:prstGeom>
        </p:spPr>
      </p:pic>
    </p:spTree>
    <p:extLst>
      <p:ext uri="{BB962C8B-B14F-4D97-AF65-F5344CB8AC3E}">
        <p14:creationId xmlns:p14="http://schemas.microsoft.com/office/powerpoint/2010/main" val="3787584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399-C4E5-FB3D-4D9D-70CDF0B9F415}"/>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F9FE9E4A-5516-DC9A-2538-93630F7F72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690" y="2570035"/>
            <a:ext cx="3960495" cy="3300413"/>
          </a:xfrm>
          <a:prstGeom prst="rect">
            <a:avLst/>
          </a:prstGeom>
        </p:spPr>
      </p:pic>
      <p:pic>
        <p:nvPicPr>
          <p:cNvPr id="6" name="Imagen 5">
            <a:extLst>
              <a:ext uri="{FF2B5EF4-FFF2-40B4-BE49-F238E27FC236}">
                <a16:creationId xmlns:a16="http://schemas.microsoft.com/office/drawing/2014/main" id="{D979EB23-663F-2CDE-5458-802769C4060B}"/>
              </a:ext>
            </a:extLst>
          </p:cNvPr>
          <p:cNvPicPr>
            <a:picLocks noChangeAspect="1"/>
          </p:cNvPicPr>
          <p:nvPr/>
        </p:nvPicPr>
        <p:blipFill>
          <a:blip r:embed="rId3"/>
          <a:stretch>
            <a:fillRect/>
          </a:stretch>
        </p:blipFill>
        <p:spPr>
          <a:xfrm>
            <a:off x="4100513" y="1931093"/>
            <a:ext cx="2228850" cy="318650"/>
          </a:xfrm>
          <a:prstGeom prst="rect">
            <a:avLst/>
          </a:prstGeom>
        </p:spPr>
      </p:pic>
      <p:sp>
        <p:nvSpPr>
          <p:cNvPr id="3" name="CuadroTexto 2">
            <a:extLst>
              <a:ext uri="{FF2B5EF4-FFF2-40B4-BE49-F238E27FC236}">
                <a16:creationId xmlns:a16="http://schemas.microsoft.com/office/drawing/2014/main" id="{CFD7D8F5-FA70-5B65-1848-FA8A80B6F90A}"/>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Mapa logístico</a:t>
            </a:r>
          </a:p>
        </p:txBody>
      </p:sp>
      <p:pic>
        <p:nvPicPr>
          <p:cNvPr id="7" name="Imagen 6" descr="Gráfico&#10;&#10;El contenido generado por IA puede ser incorrecto.">
            <a:extLst>
              <a:ext uri="{FF2B5EF4-FFF2-40B4-BE49-F238E27FC236}">
                <a16:creationId xmlns:a16="http://schemas.microsoft.com/office/drawing/2014/main" id="{F038046A-D140-7FD3-39B0-EA9555BBBB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93520" y="1626494"/>
            <a:ext cx="5831205" cy="4859338"/>
          </a:xfrm>
          <a:prstGeom prst="rect">
            <a:avLst/>
          </a:prstGeom>
        </p:spPr>
      </p:pic>
      <p:pic>
        <p:nvPicPr>
          <p:cNvPr id="8" name="Imagen 7">
            <a:extLst>
              <a:ext uri="{FF2B5EF4-FFF2-40B4-BE49-F238E27FC236}">
                <a16:creationId xmlns:a16="http://schemas.microsoft.com/office/drawing/2014/main" id="{FA6EABDB-7924-9B16-ABA6-FABC014901A8}"/>
              </a:ext>
            </a:extLst>
          </p:cNvPr>
          <p:cNvPicPr>
            <a:picLocks noChangeAspect="1"/>
          </p:cNvPicPr>
          <p:nvPr/>
        </p:nvPicPr>
        <p:blipFill>
          <a:blip r:embed="rId3"/>
          <a:stretch>
            <a:fillRect/>
          </a:stretch>
        </p:blipFill>
        <p:spPr>
          <a:xfrm>
            <a:off x="3177272" y="987552"/>
            <a:ext cx="3281631" cy="469162"/>
          </a:xfrm>
          <a:prstGeom prst="rect">
            <a:avLst/>
          </a:prstGeom>
        </p:spPr>
      </p:pic>
    </p:spTree>
    <p:extLst>
      <p:ext uri="{BB962C8B-B14F-4D97-AF65-F5344CB8AC3E}">
        <p14:creationId xmlns:p14="http://schemas.microsoft.com/office/powerpoint/2010/main" val="3426971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04EB0-61FE-FB4B-C892-4C0024259298}"/>
            </a:ext>
          </a:extLst>
        </p:cNvPr>
        <p:cNvGrpSpPr/>
        <p:nvPr/>
      </p:nvGrpSpPr>
      <p:grpSpPr>
        <a:xfrm>
          <a:off x="0" y="0"/>
          <a:ext cx="0" cy="0"/>
          <a:chOff x="0" y="0"/>
          <a:chExt cx="0" cy="0"/>
        </a:xfrm>
      </p:grpSpPr>
      <p:pic>
        <p:nvPicPr>
          <p:cNvPr id="5" name="Imagen 4" descr="Un dibujo de una persona&#10;&#10;El contenido generado por IA puede ser incorrecto.">
            <a:extLst>
              <a:ext uri="{FF2B5EF4-FFF2-40B4-BE49-F238E27FC236}">
                <a16:creationId xmlns:a16="http://schemas.microsoft.com/office/drawing/2014/main" id="{F7E0FFAC-17FB-7934-6500-BC1A5D4078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913" y="817289"/>
            <a:ext cx="2803207" cy="5728291"/>
          </a:xfrm>
          <a:prstGeom prst="rect">
            <a:avLst/>
          </a:prstGeom>
        </p:spPr>
      </p:pic>
      <p:pic>
        <p:nvPicPr>
          <p:cNvPr id="14" name="Imagen 13">
            <a:extLst>
              <a:ext uri="{FF2B5EF4-FFF2-40B4-BE49-F238E27FC236}">
                <a16:creationId xmlns:a16="http://schemas.microsoft.com/office/drawing/2014/main" id="{43D95F7E-FFCA-C626-0BB7-C5139C7CFF3B}"/>
              </a:ext>
            </a:extLst>
          </p:cNvPr>
          <p:cNvPicPr>
            <a:picLocks noChangeAspect="1"/>
          </p:cNvPicPr>
          <p:nvPr/>
        </p:nvPicPr>
        <p:blipFill>
          <a:blip r:embed="rId3"/>
          <a:stretch>
            <a:fillRect/>
          </a:stretch>
        </p:blipFill>
        <p:spPr>
          <a:xfrm>
            <a:off x="4007033" y="1402682"/>
            <a:ext cx="939731" cy="236571"/>
          </a:xfrm>
          <a:prstGeom prst="rect">
            <a:avLst/>
          </a:prstGeom>
        </p:spPr>
      </p:pic>
      <p:pic>
        <p:nvPicPr>
          <p:cNvPr id="16" name="Imagen 15">
            <a:extLst>
              <a:ext uri="{FF2B5EF4-FFF2-40B4-BE49-F238E27FC236}">
                <a16:creationId xmlns:a16="http://schemas.microsoft.com/office/drawing/2014/main" id="{621BD51C-C19A-EE4F-C067-13A5E9C7EDD9}"/>
              </a:ext>
            </a:extLst>
          </p:cNvPr>
          <p:cNvPicPr>
            <a:picLocks noChangeAspect="1"/>
          </p:cNvPicPr>
          <p:nvPr/>
        </p:nvPicPr>
        <p:blipFill>
          <a:blip r:embed="rId4"/>
          <a:stretch>
            <a:fillRect/>
          </a:stretch>
        </p:blipFill>
        <p:spPr>
          <a:xfrm>
            <a:off x="3948504" y="1732076"/>
            <a:ext cx="1011168" cy="217824"/>
          </a:xfrm>
          <a:prstGeom prst="rect">
            <a:avLst/>
          </a:prstGeom>
        </p:spPr>
      </p:pic>
      <p:pic>
        <p:nvPicPr>
          <p:cNvPr id="18" name="Imagen 17">
            <a:extLst>
              <a:ext uri="{FF2B5EF4-FFF2-40B4-BE49-F238E27FC236}">
                <a16:creationId xmlns:a16="http://schemas.microsoft.com/office/drawing/2014/main" id="{AE968662-47DE-10A5-0FBE-8279C96E8EE1}"/>
              </a:ext>
            </a:extLst>
          </p:cNvPr>
          <p:cNvPicPr>
            <a:picLocks noChangeAspect="1"/>
          </p:cNvPicPr>
          <p:nvPr/>
        </p:nvPicPr>
        <p:blipFill>
          <a:blip r:embed="rId5"/>
          <a:stretch>
            <a:fillRect/>
          </a:stretch>
        </p:blipFill>
        <p:spPr>
          <a:xfrm>
            <a:off x="3948504" y="2042722"/>
            <a:ext cx="1069697" cy="188497"/>
          </a:xfrm>
          <a:prstGeom prst="rect">
            <a:avLst/>
          </a:prstGeom>
        </p:spPr>
      </p:pic>
      <p:sp>
        <p:nvSpPr>
          <p:cNvPr id="6" name="CuadroTexto 5">
            <a:extLst>
              <a:ext uri="{FF2B5EF4-FFF2-40B4-BE49-F238E27FC236}">
                <a16:creationId xmlns:a16="http://schemas.microsoft.com/office/drawing/2014/main" id="{6DB559B7-6A0C-0E38-A05F-D722AB118DFE}"/>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Funciones y conjuntos de escape</a:t>
            </a:r>
          </a:p>
        </p:txBody>
      </p:sp>
      <p:pic>
        <p:nvPicPr>
          <p:cNvPr id="7" name="Imagen 6" descr="Forma, Polígono&#10;&#10;El contenido generado por IA puede ser incorrecto.">
            <a:extLst>
              <a:ext uri="{FF2B5EF4-FFF2-40B4-BE49-F238E27FC236}">
                <a16:creationId xmlns:a16="http://schemas.microsoft.com/office/drawing/2014/main" id="{EA853250-96BD-A716-906A-3CDAC2970D7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0586" y="817289"/>
            <a:ext cx="2803207" cy="5728291"/>
          </a:xfrm>
          <a:prstGeom prst="rect">
            <a:avLst/>
          </a:prstGeom>
        </p:spPr>
      </p:pic>
      <p:sp>
        <p:nvSpPr>
          <p:cNvPr id="8" name="CuadroTexto 7">
            <a:extLst>
              <a:ext uri="{FF2B5EF4-FFF2-40B4-BE49-F238E27FC236}">
                <a16:creationId xmlns:a16="http://schemas.microsoft.com/office/drawing/2014/main" id="{43C8DA7D-A0D0-FA3A-787B-D39BC8DC217A}"/>
              </a:ext>
            </a:extLst>
          </p:cNvPr>
          <p:cNvSpPr txBox="1"/>
          <p:nvPr/>
        </p:nvSpPr>
        <p:spPr>
          <a:xfrm>
            <a:off x="3972748" y="2556216"/>
            <a:ext cx="1798320" cy="400110"/>
          </a:xfrm>
          <a:prstGeom prst="rect">
            <a:avLst/>
          </a:prstGeom>
          <a:noFill/>
        </p:spPr>
        <p:txBody>
          <a:bodyPr wrap="square" rtlCol="0">
            <a:spAutoFit/>
          </a:bodyPr>
          <a:lstStyle/>
          <a:p>
            <a:pPr algn="ctr"/>
            <a:r>
              <a:rPr lang="es-ES" sz="2000" dirty="0">
                <a:latin typeface="Amasis MT Pro" panose="02040504050005020304" pitchFamily="18" charset="0"/>
              </a:rPr>
              <a:t>Escape rápido</a:t>
            </a:r>
          </a:p>
        </p:txBody>
      </p:sp>
      <p:sp>
        <p:nvSpPr>
          <p:cNvPr id="9" name="CuadroTexto 8">
            <a:extLst>
              <a:ext uri="{FF2B5EF4-FFF2-40B4-BE49-F238E27FC236}">
                <a16:creationId xmlns:a16="http://schemas.microsoft.com/office/drawing/2014/main" id="{E1AF58B2-774E-0346-E544-91F7EB1849B6}"/>
              </a:ext>
            </a:extLst>
          </p:cNvPr>
          <p:cNvSpPr txBox="1"/>
          <p:nvPr/>
        </p:nvSpPr>
        <p:spPr>
          <a:xfrm>
            <a:off x="3161352" y="3281324"/>
            <a:ext cx="1798320" cy="400110"/>
          </a:xfrm>
          <a:prstGeom prst="rect">
            <a:avLst/>
          </a:prstGeom>
          <a:noFill/>
        </p:spPr>
        <p:txBody>
          <a:bodyPr wrap="square" rtlCol="0">
            <a:spAutoFit/>
          </a:bodyPr>
          <a:lstStyle/>
          <a:p>
            <a:pPr algn="ctr"/>
            <a:r>
              <a:rPr lang="es-ES" sz="2000" dirty="0">
                <a:latin typeface="Amasis MT Pro" panose="02040504050005020304" pitchFamily="18" charset="0"/>
              </a:rPr>
              <a:t>Escape exacto</a:t>
            </a:r>
          </a:p>
        </p:txBody>
      </p:sp>
      <p:cxnSp>
        <p:nvCxnSpPr>
          <p:cNvPr id="11" name="Conector recto de flecha 10">
            <a:extLst>
              <a:ext uri="{FF2B5EF4-FFF2-40B4-BE49-F238E27FC236}">
                <a16:creationId xmlns:a16="http://schemas.microsoft.com/office/drawing/2014/main" id="{86E14558-82E6-C791-EC70-C70DAA43ED68}"/>
              </a:ext>
            </a:extLst>
          </p:cNvPr>
          <p:cNvCxnSpPr>
            <a:cxnSpLocks/>
          </p:cNvCxnSpPr>
          <p:nvPr/>
        </p:nvCxnSpPr>
        <p:spPr>
          <a:xfrm flipH="1">
            <a:off x="3113111" y="2772940"/>
            <a:ext cx="892364"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recto de flecha 14">
            <a:extLst>
              <a:ext uri="{FF2B5EF4-FFF2-40B4-BE49-F238E27FC236}">
                <a16:creationId xmlns:a16="http://schemas.microsoft.com/office/drawing/2014/main" id="{30BB4641-258D-0DAE-23FE-52115A9FA3BB}"/>
              </a:ext>
            </a:extLst>
          </p:cNvPr>
          <p:cNvCxnSpPr>
            <a:cxnSpLocks/>
          </p:cNvCxnSpPr>
          <p:nvPr/>
        </p:nvCxnSpPr>
        <p:spPr>
          <a:xfrm>
            <a:off x="4959672" y="3511641"/>
            <a:ext cx="882009" cy="0"/>
          </a:xfrm>
          <a:prstGeom prst="straightConnector1">
            <a:avLst/>
          </a:prstGeom>
          <a:ln w="7620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59341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1E61E-99DF-C257-CFED-3412DFF9F651}"/>
            </a:ext>
          </a:extLst>
        </p:cNvPr>
        <p:cNvGrpSpPr/>
        <p:nvPr/>
      </p:nvGrpSpPr>
      <p:grpSpPr>
        <a:xfrm>
          <a:off x="0" y="0"/>
          <a:ext cx="0" cy="0"/>
          <a:chOff x="0" y="0"/>
          <a:chExt cx="0" cy="0"/>
        </a:xfrm>
      </p:grpSpPr>
      <p:pic>
        <p:nvPicPr>
          <p:cNvPr id="20" name="Imagen 19">
            <a:extLst>
              <a:ext uri="{FF2B5EF4-FFF2-40B4-BE49-F238E27FC236}">
                <a16:creationId xmlns:a16="http://schemas.microsoft.com/office/drawing/2014/main" id="{3E60A912-B91B-75AC-591B-9446E2D7431D}"/>
              </a:ext>
            </a:extLst>
          </p:cNvPr>
          <p:cNvPicPr>
            <a:picLocks noChangeAspect="1"/>
          </p:cNvPicPr>
          <p:nvPr/>
        </p:nvPicPr>
        <p:blipFill>
          <a:blip r:embed="rId2"/>
          <a:stretch>
            <a:fillRect/>
          </a:stretch>
        </p:blipFill>
        <p:spPr>
          <a:xfrm>
            <a:off x="3181462" y="1572744"/>
            <a:ext cx="1198364" cy="220720"/>
          </a:xfrm>
          <a:prstGeom prst="rect">
            <a:avLst/>
          </a:prstGeom>
        </p:spPr>
      </p:pic>
      <p:sp>
        <p:nvSpPr>
          <p:cNvPr id="3" name="CuadroTexto 2">
            <a:extLst>
              <a:ext uri="{FF2B5EF4-FFF2-40B4-BE49-F238E27FC236}">
                <a16:creationId xmlns:a16="http://schemas.microsoft.com/office/drawing/2014/main" id="{CC70AE56-2155-A761-194E-12726E8B9048}"/>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Funciones y conjuntos de escape</a:t>
            </a:r>
          </a:p>
        </p:txBody>
      </p:sp>
      <p:pic>
        <p:nvPicPr>
          <p:cNvPr id="19" name="Imagen 18" descr="Diagrama&#10;&#10;El contenido generado por IA puede ser incorrecto.">
            <a:extLst>
              <a:ext uri="{FF2B5EF4-FFF2-40B4-BE49-F238E27FC236}">
                <a16:creationId xmlns:a16="http://schemas.microsoft.com/office/drawing/2014/main" id="{EA334330-362B-CD3C-DA07-B886952ABC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0" y="646331"/>
            <a:ext cx="2858499" cy="5728292"/>
          </a:xfrm>
          <a:prstGeom prst="rect">
            <a:avLst/>
          </a:prstGeom>
        </p:spPr>
      </p:pic>
      <p:pic>
        <p:nvPicPr>
          <p:cNvPr id="5" name="Imagen 4" descr="Gráfico&#10;&#10;El contenido generado por IA puede ser incorrecto.">
            <a:extLst>
              <a:ext uri="{FF2B5EF4-FFF2-40B4-BE49-F238E27FC236}">
                <a16:creationId xmlns:a16="http://schemas.microsoft.com/office/drawing/2014/main" id="{2A4F8DBB-B489-82CC-1AAF-5C71577327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17029" y="1798502"/>
            <a:ext cx="5604597" cy="4670497"/>
          </a:xfrm>
          <a:prstGeom prst="rect">
            <a:avLst/>
          </a:prstGeom>
        </p:spPr>
      </p:pic>
      <p:pic>
        <p:nvPicPr>
          <p:cNvPr id="11" name="Imagen 10">
            <a:extLst>
              <a:ext uri="{FF2B5EF4-FFF2-40B4-BE49-F238E27FC236}">
                <a16:creationId xmlns:a16="http://schemas.microsoft.com/office/drawing/2014/main" id="{63ED34FC-3DE9-DBDE-C7AC-D326622608AB}"/>
              </a:ext>
            </a:extLst>
          </p:cNvPr>
          <p:cNvPicPr>
            <a:picLocks noChangeAspect="1"/>
          </p:cNvPicPr>
          <p:nvPr/>
        </p:nvPicPr>
        <p:blipFill>
          <a:blip r:embed="rId5"/>
          <a:stretch>
            <a:fillRect/>
          </a:stretch>
        </p:blipFill>
        <p:spPr>
          <a:xfrm>
            <a:off x="3181462" y="1215635"/>
            <a:ext cx="1123292" cy="230796"/>
          </a:xfrm>
          <a:prstGeom prst="rect">
            <a:avLst/>
          </a:prstGeom>
        </p:spPr>
      </p:pic>
      <p:pic>
        <p:nvPicPr>
          <p:cNvPr id="12" name="Imagen 11">
            <a:extLst>
              <a:ext uri="{FF2B5EF4-FFF2-40B4-BE49-F238E27FC236}">
                <a16:creationId xmlns:a16="http://schemas.microsoft.com/office/drawing/2014/main" id="{7D5924C1-C53B-CEBF-3C35-3BB82EC902E6}"/>
              </a:ext>
            </a:extLst>
          </p:cNvPr>
          <p:cNvPicPr>
            <a:picLocks noChangeAspect="1"/>
          </p:cNvPicPr>
          <p:nvPr/>
        </p:nvPicPr>
        <p:blipFill>
          <a:blip r:embed="rId6"/>
          <a:stretch>
            <a:fillRect/>
          </a:stretch>
        </p:blipFill>
        <p:spPr>
          <a:xfrm>
            <a:off x="7040988" y="876222"/>
            <a:ext cx="805125" cy="230796"/>
          </a:xfrm>
          <a:prstGeom prst="rect">
            <a:avLst/>
          </a:prstGeom>
        </p:spPr>
      </p:pic>
      <p:pic>
        <p:nvPicPr>
          <p:cNvPr id="15" name="Imagen 14">
            <a:extLst>
              <a:ext uri="{FF2B5EF4-FFF2-40B4-BE49-F238E27FC236}">
                <a16:creationId xmlns:a16="http://schemas.microsoft.com/office/drawing/2014/main" id="{4898EB1D-55B6-A8D3-87B5-F9D2B3DCFEA2}"/>
              </a:ext>
            </a:extLst>
          </p:cNvPr>
          <p:cNvPicPr>
            <a:picLocks noChangeAspect="1"/>
          </p:cNvPicPr>
          <p:nvPr/>
        </p:nvPicPr>
        <p:blipFill>
          <a:blip r:embed="rId7"/>
          <a:stretch>
            <a:fillRect/>
          </a:stretch>
        </p:blipFill>
        <p:spPr>
          <a:xfrm>
            <a:off x="7044309" y="1567706"/>
            <a:ext cx="1328304" cy="230796"/>
          </a:xfrm>
          <a:prstGeom prst="rect">
            <a:avLst/>
          </a:prstGeom>
        </p:spPr>
      </p:pic>
      <p:pic>
        <p:nvPicPr>
          <p:cNvPr id="16" name="Imagen 15">
            <a:extLst>
              <a:ext uri="{FF2B5EF4-FFF2-40B4-BE49-F238E27FC236}">
                <a16:creationId xmlns:a16="http://schemas.microsoft.com/office/drawing/2014/main" id="{684DBE59-66A6-70A9-0F27-ECA30198D97A}"/>
              </a:ext>
            </a:extLst>
          </p:cNvPr>
          <p:cNvPicPr>
            <a:picLocks noChangeAspect="1"/>
          </p:cNvPicPr>
          <p:nvPr/>
        </p:nvPicPr>
        <p:blipFill>
          <a:blip r:embed="rId5"/>
          <a:stretch>
            <a:fillRect/>
          </a:stretch>
        </p:blipFill>
        <p:spPr>
          <a:xfrm>
            <a:off x="7040988" y="1221964"/>
            <a:ext cx="1123292" cy="230796"/>
          </a:xfrm>
          <a:prstGeom prst="rect">
            <a:avLst/>
          </a:prstGeom>
        </p:spPr>
      </p:pic>
      <p:pic>
        <p:nvPicPr>
          <p:cNvPr id="21" name="Imagen 20">
            <a:extLst>
              <a:ext uri="{FF2B5EF4-FFF2-40B4-BE49-F238E27FC236}">
                <a16:creationId xmlns:a16="http://schemas.microsoft.com/office/drawing/2014/main" id="{A337D4F2-A5D6-057E-A19A-B768128001C2}"/>
              </a:ext>
            </a:extLst>
          </p:cNvPr>
          <p:cNvPicPr>
            <a:picLocks noChangeAspect="1"/>
          </p:cNvPicPr>
          <p:nvPr/>
        </p:nvPicPr>
        <p:blipFill>
          <a:blip r:embed="rId8"/>
          <a:stretch>
            <a:fillRect/>
          </a:stretch>
        </p:blipFill>
        <p:spPr>
          <a:xfrm>
            <a:off x="3181462" y="872226"/>
            <a:ext cx="771387" cy="234792"/>
          </a:xfrm>
          <a:prstGeom prst="rect">
            <a:avLst/>
          </a:prstGeom>
        </p:spPr>
      </p:pic>
    </p:spTree>
    <p:extLst>
      <p:ext uri="{BB962C8B-B14F-4D97-AF65-F5344CB8AC3E}">
        <p14:creationId xmlns:p14="http://schemas.microsoft.com/office/powerpoint/2010/main" val="36003289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6DE19-9002-047D-BBF4-EE1DC60A74A9}"/>
            </a:ext>
          </a:extLst>
        </p:cNvPr>
        <p:cNvGrpSpPr/>
        <p:nvPr/>
      </p:nvGrpSpPr>
      <p:grpSpPr>
        <a:xfrm>
          <a:off x="0" y="0"/>
          <a:ext cx="0" cy="0"/>
          <a:chOff x="0" y="0"/>
          <a:chExt cx="0" cy="0"/>
        </a:xfrm>
      </p:grpSpPr>
      <p:pic>
        <p:nvPicPr>
          <p:cNvPr id="5" name="Imagen 4" descr="Gráfico, Gráfico radial&#10;&#10;El contenido generado por IA puede ser incorrecto.">
            <a:extLst>
              <a:ext uri="{FF2B5EF4-FFF2-40B4-BE49-F238E27FC236}">
                <a16:creationId xmlns:a16="http://schemas.microsoft.com/office/drawing/2014/main" id="{A00D1A27-D8DD-7200-8837-48C763DF3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6317" y="684213"/>
            <a:ext cx="7111365" cy="5926137"/>
          </a:xfrm>
          <a:prstGeom prst="rect">
            <a:avLst/>
          </a:prstGeom>
        </p:spPr>
      </p:pic>
      <p:sp>
        <p:nvSpPr>
          <p:cNvPr id="3" name="CuadroTexto 2">
            <a:extLst>
              <a:ext uri="{FF2B5EF4-FFF2-40B4-BE49-F238E27FC236}">
                <a16:creationId xmlns:a16="http://schemas.microsoft.com/office/drawing/2014/main" id="{D3266234-F323-E130-255D-18F9E75D3E0C}"/>
              </a:ext>
            </a:extLst>
          </p:cNvPr>
          <p:cNvSpPr txBox="1"/>
          <p:nvPr/>
        </p:nvSpPr>
        <p:spPr>
          <a:xfrm>
            <a:off x="-5693" y="0"/>
            <a:ext cx="8782430" cy="1077218"/>
          </a:xfrm>
          <a:prstGeom prst="rect">
            <a:avLst/>
          </a:prstGeom>
          <a:noFill/>
        </p:spPr>
        <p:txBody>
          <a:bodyPr wrap="square" rtlCol="0">
            <a:spAutoFit/>
          </a:bodyPr>
          <a:lstStyle/>
          <a:p>
            <a:pPr algn="r"/>
            <a:r>
              <a:rPr lang="es-ES" sz="3200" b="1" dirty="0">
                <a:latin typeface="Amasis MT Pro Light" panose="02040304050005020304" pitchFamily="18" charset="0"/>
                <a:cs typeface="Adobe Devanagari" panose="02040503050201020203" pitchFamily="18" charset="0"/>
              </a:rPr>
              <a:t>5</a:t>
            </a:r>
            <a:r>
              <a:rPr lang="es-ES" sz="3200" b="1" dirty="0">
                <a:solidFill>
                  <a:schemeClr val="bg2">
                    <a:lumMod val="10000"/>
                  </a:schemeClr>
                </a:solidFill>
                <a:latin typeface="Amasis MT Pro Light" panose="02040304050005020304" pitchFamily="18" charset="0"/>
                <a:cs typeface="Adobe Devanagari" panose="02040503050201020203" pitchFamily="18" charset="0"/>
              </a:rPr>
              <a:t>. </a:t>
            </a:r>
            <a:r>
              <a:rPr lang="en-US" sz="3200" b="1" dirty="0">
                <a:solidFill>
                  <a:schemeClr val="bg2">
                    <a:lumMod val="10000"/>
                  </a:schemeClr>
                </a:solidFill>
                <a:latin typeface="Amasis MT Pro Light" panose="02040304050005020304" pitchFamily="18" charset="0"/>
                <a:cs typeface="Adobe Devanagari" panose="02040503050201020203" pitchFamily="18" charset="0"/>
              </a:rPr>
              <a:t>Two-Player Yorke’s Game of Survival in Chaotic Transients</a:t>
            </a:r>
          </a:p>
        </p:txBody>
      </p:sp>
    </p:spTree>
    <p:extLst>
      <p:ext uri="{BB962C8B-B14F-4D97-AF65-F5344CB8AC3E}">
        <p14:creationId xmlns:p14="http://schemas.microsoft.com/office/powerpoint/2010/main" val="9892849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D367A-7CF4-F7F4-5E0F-5C20304EEB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DF5954BC-FD8B-F74F-10A6-CCF90FF94E55}"/>
                  </a:ext>
                </a:extLst>
              </p:cNvPr>
              <p:cNvSpPr txBox="1"/>
              <p:nvPr/>
            </p:nvSpPr>
            <p:spPr>
              <a:xfrm>
                <a:off x="5026342" y="2320039"/>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3" name="CuadroTexto 2">
                <a:extLst>
                  <a:ext uri="{FF2B5EF4-FFF2-40B4-BE49-F238E27FC236}">
                    <a16:creationId xmlns:a16="http://schemas.microsoft.com/office/drawing/2014/main" id="{DF5954BC-FD8B-F74F-10A6-CCF90FF94E55}"/>
                  </a:ext>
                </a:extLst>
              </p:cNvPr>
              <p:cNvSpPr txBox="1">
                <a:spLocks noRot="1" noChangeAspect="1" noMove="1" noResize="1" noEditPoints="1" noAdjustHandles="1" noChangeArrowheads="1" noChangeShapeType="1" noTextEdit="1"/>
              </p:cNvSpPr>
              <p:nvPr/>
            </p:nvSpPr>
            <p:spPr>
              <a:xfrm>
                <a:off x="5026342" y="2320039"/>
                <a:ext cx="576263" cy="400110"/>
              </a:xfrm>
              <a:prstGeom prst="rect">
                <a:avLst/>
              </a:prstGeom>
              <a:blipFill>
                <a:blip r:embed="rId2"/>
                <a:stretch>
                  <a:fillRect r="-28723"/>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62F5ECED-CEEC-531A-1751-67B41069014D}"/>
                  </a:ext>
                </a:extLst>
              </p:cNvPr>
              <p:cNvSpPr txBox="1"/>
              <p:nvPr/>
            </p:nvSpPr>
            <p:spPr>
              <a:xfrm>
                <a:off x="5026341" y="3227681"/>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5" name="CuadroTexto 4">
                <a:extLst>
                  <a:ext uri="{FF2B5EF4-FFF2-40B4-BE49-F238E27FC236}">
                    <a16:creationId xmlns:a16="http://schemas.microsoft.com/office/drawing/2014/main" id="{62F5ECED-CEEC-531A-1751-67B41069014D}"/>
                  </a:ext>
                </a:extLst>
              </p:cNvPr>
              <p:cNvSpPr txBox="1">
                <a:spLocks noRot="1" noChangeAspect="1" noMove="1" noResize="1" noEditPoints="1" noAdjustHandles="1" noChangeArrowheads="1" noChangeShapeType="1" noTextEdit="1"/>
              </p:cNvSpPr>
              <p:nvPr/>
            </p:nvSpPr>
            <p:spPr>
              <a:xfrm>
                <a:off x="5026341" y="3227681"/>
                <a:ext cx="576263" cy="400110"/>
              </a:xfrm>
              <a:prstGeom prst="rect">
                <a:avLst/>
              </a:prstGeom>
              <a:blipFill>
                <a:blip r:embed="rId3"/>
                <a:stretch>
                  <a:fillRect r="-329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B518DD7C-02C2-ADE2-C1C6-75386BCF6448}"/>
                  </a:ext>
                </a:extLst>
              </p:cNvPr>
              <p:cNvSpPr txBox="1"/>
              <p:nvPr/>
            </p:nvSpPr>
            <p:spPr>
              <a:xfrm>
                <a:off x="5087302" y="4135323"/>
                <a:ext cx="576263"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2000" i="1">
                              <a:solidFill>
                                <a:srgbClr val="FFC000"/>
                              </a:solidFill>
                              <a:latin typeface="Cambria Math" panose="02040503050406030204" pitchFamily="18" charset="0"/>
                            </a:rPr>
                          </m:ctrlPr>
                        </m:sSupPr>
                        <m:e>
                          <m:r>
                            <a:rPr lang="es-ES" sz="2000" i="1">
                              <a:solidFill>
                                <a:srgbClr val="FFC000"/>
                              </a:solidFill>
                              <a:latin typeface="Cambria Math" panose="02040503050406030204" pitchFamily="18" charset="0"/>
                            </a:rPr>
                            <m:t>𝐴</m:t>
                          </m:r>
                        </m:e>
                        <m:sup>
                          <m:r>
                            <a:rPr lang="es-ES" sz="2000" i="1">
                              <a:solidFill>
                                <a:srgbClr val="FFC000"/>
                              </a:solidFill>
                              <a:latin typeface="Cambria Math" panose="02040503050406030204" pitchFamily="18" charset="0"/>
                            </a:rPr>
                            <m:t>−</m:t>
                          </m:r>
                        </m:sup>
                      </m:sSup>
                      <m:sSup>
                        <m:sSupPr>
                          <m:ctrlPr>
                            <a:rPr lang="es-ES" sz="2000" i="1">
                              <a:solidFill>
                                <a:srgbClr val="0070C0"/>
                              </a:solidFill>
                              <a:latin typeface="Cambria Math" panose="02040503050406030204" pitchFamily="18" charset="0"/>
                            </a:rPr>
                          </m:ctrlPr>
                        </m:sSupPr>
                        <m:e>
                          <m:r>
                            <a:rPr lang="es-ES" sz="2000" i="1">
                              <a:solidFill>
                                <a:srgbClr val="0070C0"/>
                              </a:solidFill>
                              <a:latin typeface="Cambria Math" panose="02040503050406030204" pitchFamily="18" charset="0"/>
                            </a:rPr>
                            <m:t>𝐵</m:t>
                          </m:r>
                        </m:e>
                        <m:sup>
                          <m:r>
                            <a:rPr lang="es-ES" sz="2000" i="1">
                              <a:solidFill>
                                <a:srgbClr val="0070C0"/>
                              </a:solidFill>
                              <a:latin typeface="Cambria Math" panose="02040503050406030204" pitchFamily="18" charset="0"/>
                            </a:rPr>
                            <m:t>−</m:t>
                          </m:r>
                        </m:sup>
                      </m:sSup>
                    </m:oMath>
                  </m:oMathPara>
                </a14:m>
                <a:endParaRPr lang="es-ES" sz="2000" dirty="0"/>
              </a:p>
            </p:txBody>
          </p:sp>
        </mc:Choice>
        <mc:Fallback xmlns="">
          <p:sp>
            <p:nvSpPr>
              <p:cNvPr id="6" name="CuadroTexto 5">
                <a:extLst>
                  <a:ext uri="{FF2B5EF4-FFF2-40B4-BE49-F238E27FC236}">
                    <a16:creationId xmlns:a16="http://schemas.microsoft.com/office/drawing/2014/main" id="{B518DD7C-02C2-ADE2-C1C6-75386BCF6448}"/>
                  </a:ext>
                </a:extLst>
              </p:cNvPr>
              <p:cNvSpPr txBox="1">
                <a:spLocks noRot="1" noChangeAspect="1" noMove="1" noResize="1" noEditPoints="1" noAdjustHandles="1" noChangeArrowheads="1" noChangeShapeType="1" noTextEdit="1"/>
              </p:cNvSpPr>
              <p:nvPr/>
            </p:nvSpPr>
            <p:spPr>
              <a:xfrm>
                <a:off x="5087302" y="4135323"/>
                <a:ext cx="576263" cy="400110"/>
              </a:xfrm>
              <a:prstGeom prst="rect">
                <a:avLst/>
              </a:prstGeom>
              <a:blipFill>
                <a:blip r:embed="rId4"/>
                <a:stretch>
                  <a:fillRect r="-28723"/>
                </a:stretch>
              </a:blipFill>
            </p:spPr>
            <p:txBody>
              <a:bodyPr/>
              <a:lstStyle/>
              <a:p>
                <a:r>
                  <a:rPr lang="es-ES">
                    <a:noFill/>
                  </a:rPr>
                  <a:t> </a:t>
                </a:r>
              </a:p>
            </p:txBody>
          </p:sp>
        </mc:Fallback>
      </mc:AlternateContent>
      <p:sp>
        <p:nvSpPr>
          <p:cNvPr id="7" name="CuadroTexto 6">
            <a:extLst>
              <a:ext uri="{FF2B5EF4-FFF2-40B4-BE49-F238E27FC236}">
                <a16:creationId xmlns:a16="http://schemas.microsoft.com/office/drawing/2014/main" id="{1437960A-AEB4-92F6-09AB-63798C779C5C}"/>
              </a:ext>
            </a:extLst>
          </p:cNvPr>
          <p:cNvSpPr txBox="1"/>
          <p:nvPr/>
        </p:nvSpPr>
        <p:spPr>
          <a:xfrm>
            <a:off x="1145907" y="1301757"/>
            <a:ext cx="1447800" cy="461665"/>
          </a:xfrm>
          <a:prstGeom prst="rect">
            <a:avLst/>
          </a:prstGeom>
          <a:noFill/>
        </p:spPr>
        <p:txBody>
          <a:bodyPr wrap="square" rtlCol="0">
            <a:spAutoFit/>
          </a:bodyPr>
          <a:lstStyle/>
          <a:p>
            <a:pPr algn="ctr"/>
            <a:r>
              <a:rPr lang="es-ES" sz="2400" dirty="0">
                <a:solidFill>
                  <a:schemeClr val="bg2">
                    <a:lumMod val="50000"/>
                  </a:schemeClr>
                </a:solidFill>
                <a:latin typeface="Amasis MT Pro" panose="02040504050005020304" pitchFamily="18" charset="0"/>
              </a:rPr>
              <a:t>Objetivos</a:t>
            </a:r>
          </a:p>
        </p:txBody>
      </p:sp>
      <p:sp>
        <p:nvSpPr>
          <p:cNvPr id="8" name="CuadroTexto 7">
            <a:extLst>
              <a:ext uri="{FF2B5EF4-FFF2-40B4-BE49-F238E27FC236}">
                <a16:creationId xmlns:a16="http://schemas.microsoft.com/office/drawing/2014/main" id="{72BBF885-CB79-BE0F-AC6E-9C01364C607D}"/>
              </a:ext>
            </a:extLst>
          </p:cNvPr>
          <p:cNvSpPr txBox="1"/>
          <p:nvPr/>
        </p:nvSpPr>
        <p:spPr>
          <a:xfrm>
            <a:off x="550069" y="2292114"/>
            <a:ext cx="314325" cy="461665"/>
          </a:xfrm>
          <a:prstGeom prst="rect">
            <a:avLst/>
          </a:prstGeom>
          <a:noFill/>
        </p:spPr>
        <p:txBody>
          <a:bodyPr wrap="square" rtlCol="0">
            <a:spAutoFit/>
          </a:bodyPr>
          <a:lstStyle/>
          <a:p>
            <a:pPr algn="ctr"/>
            <a:r>
              <a:rPr lang="es-ES" sz="2400" dirty="0">
                <a:solidFill>
                  <a:srgbClr val="FFC000"/>
                </a:solidFill>
                <a:latin typeface="Amasis MT Pro" panose="02040504050005020304" pitchFamily="18" charset="0"/>
              </a:rPr>
              <a:t>A</a:t>
            </a:r>
          </a:p>
        </p:txBody>
      </p:sp>
      <p:sp>
        <p:nvSpPr>
          <p:cNvPr id="10" name="CuadroTexto 9">
            <a:extLst>
              <a:ext uri="{FF2B5EF4-FFF2-40B4-BE49-F238E27FC236}">
                <a16:creationId xmlns:a16="http://schemas.microsoft.com/office/drawing/2014/main" id="{211C0DD7-D7C3-9601-1CEB-51A6A679B086}"/>
              </a:ext>
            </a:extLst>
          </p:cNvPr>
          <p:cNvSpPr txBox="1"/>
          <p:nvPr/>
        </p:nvSpPr>
        <p:spPr>
          <a:xfrm>
            <a:off x="1277302" y="2210396"/>
            <a:ext cx="3138487" cy="707886"/>
          </a:xfrm>
          <a:prstGeom prst="rect">
            <a:avLst/>
          </a:prstGeom>
          <a:noFill/>
        </p:spPr>
        <p:txBody>
          <a:bodyPr wrap="square">
            <a:spAutoFit/>
          </a:bodyPr>
          <a:lstStyle/>
          <a:p>
            <a:r>
              <a:rPr lang="es-ES" sz="2000" dirty="0">
                <a:solidFill>
                  <a:schemeClr val="bg2">
                    <a:lumMod val="25000"/>
                  </a:schemeClr>
                </a:solidFill>
                <a:latin typeface="Amasis MT Pro" panose="02040504050005020304" pitchFamily="18" charset="0"/>
              </a:rPr>
              <a:t>quiere </a:t>
            </a:r>
            <a:r>
              <a:rPr lang="es-ES" sz="2000" dirty="0">
                <a:solidFill>
                  <a:srgbClr val="FFC000"/>
                </a:solidFill>
                <a:latin typeface="Amasis MT Pro" panose="02040504050005020304" pitchFamily="18" charset="0"/>
              </a:rPr>
              <a:t>escapar</a:t>
            </a:r>
            <a:r>
              <a:rPr lang="es-ES" sz="2000" dirty="0">
                <a:solidFill>
                  <a:schemeClr val="bg2">
                    <a:lumMod val="25000"/>
                  </a:schemeClr>
                </a:solidFill>
                <a:latin typeface="Amasis MT Pro" panose="02040504050005020304" pitchFamily="18" charset="0"/>
              </a:rPr>
              <a:t> de una región caótica transitoria</a:t>
            </a:r>
            <a:endParaRPr lang="es-ES" sz="2000" dirty="0">
              <a:solidFill>
                <a:schemeClr val="bg2">
                  <a:lumMod val="25000"/>
                </a:schemeClr>
              </a:solidFill>
            </a:endParaRPr>
          </a:p>
        </p:txBody>
      </p:sp>
      <p:sp>
        <p:nvSpPr>
          <p:cNvPr id="11" name="CuadroTexto 10">
            <a:extLst>
              <a:ext uri="{FF2B5EF4-FFF2-40B4-BE49-F238E27FC236}">
                <a16:creationId xmlns:a16="http://schemas.microsoft.com/office/drawing/2014/main" id="{48A748B8-0C27-0E8D-E871-EBFD94561951}"/>
              </a:ext>
            </a:extLst>
          </p:cNvPr>
          <p:cNvSpPr txBox="1"/>
          <p:nvPr/>
        </p:nvSpPr>
        <p:spPr>
          <a:xfrm>
            <a:off x="537736" y="3196904"/>
            <a:ext cx="314325" cy="461665"/>
          </a:xfrm>
          <a:prstGeom prst="rect">
            <a:avLst/>
          </a:prstGeom>
          <a:noFill/>
        </p:spPr>
        <p:txBody>
          <a:bodyPr wrap="square" rtlCol="0">
            <a:spAutoFit/>
          </a:bodyPr>
          <a:lstStyle/>
          <a:p>
            <a:pPr algn="ctr"/>
            <a:r>
              <a:rPr lang="es-ES" sz="2400" dirty="0">
                <a:solidFill>
                  <a:srgbClr val="0070C0"/>
                </a:solidFill>
                <a:latin typeface="Amasis MT Pro" panose="02040504050005020304" pitchFamily="18" charset="0"/>
              </a:rPr>
              <a:t>B</a:t>
            </a:r>
          </a:p>
        </p:txBody>
      </p:sp>
      <p:sp>
        <p:nvSpPr>
          <p:cNvPr id="12" name="CuadroTexto 11">
            <a:extLst>
              <a:ext uri="{FF2B5EF4-FFF2-40B4-BE49-F238E27FC236}">
                <a16:creationId xmlns:a16="http://schemas.microsoft.com/office/drawing/2014/main" id="{419A2855-A8BF-85D2-4366-B59CA07CA47A}"/>
              </a:ext>
            </a:extLst>
          </p:cNvPr>
          <p:cNvSpPr txBox="1"/>
          <p:nvPr/>
        </p:nvSpPr>
        <p:spPr>
          <a:xfrm>
            <a:off x="1277302" y="3073793"/>
            <a:ext cx="3165108" cy="707886"/>
          </a:xfrm>
          <a:prstGeom prst="rect">
            <a:avLst/>
          </a:prstGeom>
          <a:noFill/>
        </p:spPr>
        <p:txBody>
          <a:bodyPr wrap="square">
            <a:spAutoFit/>
          </a:bodyPr>
          <a:lstStyle/>
          <a:p>
            <a:r>
              <a:rPr lang="es-ES" sz="2000" dirty="0">
                <a:solidFill>
                  <a:schemeClr val="bg2">
                    <a:lumMod val="25000"/>
                  </a:schemeClr>
                </a:solidFill>
                <a:latin typeface="Amasis MT Pro" panose="02040504050005020304" pitchFamily="18" charset="0"/>
              </a:rPr>
              <a:t>quiere </a:t>
            </a:r>
            <a:r>
              <a:rPr lang="es-ES" sz="2000" dirty="0">
                <a:solidFill>
                  <a:srgbClr val="0070C0"/>
                </a:solidFill>
                <a:latin typeface="Amasis MT Pro" panose="02040504050005020304" pitchFamily="18" charset="0"/>
              </a:rPr>
              <a:t>permanecer</a:t>
            </a:r>
            <a:r>
              <a:rPr lang="es-ES" sz="2000" dirty="0">
                <a:solidFill>
                  <a:schemeClr val="bg2">
                    <a:lumMod val="25000"/>
                  </a:schemeClr>
                </a:solidFill>
                <a:latin typeface="Amasis MT Pro" panose="02040504050005020304" pitchFamily="18" charset="0"/>
              </a:rPr>
              <a:t> en la  región</a:t>
            </a:r>
            <a:endParaRPr lang="es-ES" sz="2000" dirty="0">
              <a:solidFill>
                <a:schemeClr val="bg2">
                  <a:lumMod val="25000"/>
                </a:schemeClr>
              </a:solidFill>
            </a:endParaRPr>
          </a:p>
        </p:txBody>
      </p:sp>
      <p:sp>
        <p:nvSpPr>
          <p:cNvPr id="15" name="CuadroTexto 14">
            <a:extLst>
              <a:ext uri="{FF2B5EF4-FFF2-40B4-BE49-F238E27FC236}">
                <a16:creationId xmlns:a16="http://schemas.microsoft.com/office/drawing/2014/main" id="{A9493EC3-776D-74F4-1DA1-9EC85E58C1DE}"/>
              </a:ext>
            </a:extLst>
          </p:cNvPr>
          <p:cNvSpPr txBox="1"/>
          <p:nvPr/>
        </p:nvSpPr>
        <p:spPr>
          <a:xfrm>
            <a:off x="5087302" y="1270837"/>
            <a:ext cx="1900237" cy="461665"/>
          </a:xfrm>
          <a:prstGeom prst="rect">
            <a:avLst/>
          </a:prstGeom>
          <a:noFill/>
        </p:spPr>
        <p:txBody>
          <a:bodyPr wrap="square" rtlCol="0">
            <a:spAutoFit/>
          </a:bodyPr>
          <a:lstStyle/>
          <a:p>
            <a:pPr algn="ctr"/>
            <a:r>
              <a:rPr lang="es-ES" sz="2400" dirty="0">
                <a:solidFill>
                  <a:schemeClr val="bg2">
                    <a:lumMod val="50000"/>
                  </a:schemeClr>
                </a:solidFill>
                <a:latin typeface="Amasis MT Pro" panose="02040504050005020304" pitchFamily="18" charset="0"/>
              </a:rPr>
              <a:t>Información</a:t>
            </a:r>
          </a:p>
        </p:txBody>
      </p:sp>
      <p:sp>
        <p:nvSpPr>
          <p:cNvPr id="16" name="CuadroTexto 15">
            <a:extLst>
              <a:ext uri="{FF2B5EF4-FFF2-40B4-BE49-F238E27FC236}">
                <a16:creationId xmlns:a16="http://schemas.microsoft.com/office/drawing/2014/main" id="{FF104609-C724-CBBA-F852-658D7BF74D6B}"/>
              </a:ext>
            </a:extLst>
          </p:cNvPr>
          <p:cNvSpPr txBox="1"/>
          <p:nvPr/>
        </p:nvSpPr>
        <p:spPr>
          <a:xfrm>
            <a:off x="5971699" y="2168341"/>
            <a:ext cx="2616041" cy="707886"/>
          </a:xfrm>
          <a:prstGeom prst="rect">
            <a:avLst/>
          </a:prstGeom>
          <a:noFill/>
        </p:spPr>
        <p:txBody>
          <a:bodyPr wrap="square">
            <a:spAutoFit/>
          </a:bodyPr>
          <a:lstStyle/>
          <a:p>
            <a:r>
              <a:rPr lang="es-ES" sz="2000" dirty="0">
                <a:solidFill>
                  <a:schemeClr val="bg2">
                    <a:lumMod val="25000"/>
                  </a:schemeClr>
                </a:solidFill>
                <a:latin typeface="Amasis MT Pro" panose="02040504050005020304" pitchFamily="18" charset="0"/>
              </a:rPr>
              <a:t>jugador </a:t>
            </a:r>
            <a:r>
              <a:rPr lang="es-ES" sz="2000" dirty="0">
                <a:solidFill>
                  <a:srgbClr val="FFC000"/>
                </a:solidFill>
                <a:latin typeface="Amasis MT Pro" panose="02040504050005020304" pitchFamily="18" charset="0"/>
              </a:rPr>
              <a:t>A</a:t>
            </a:r>
            <a:r>
              <a:rPr lang="es-ES" sz="2000" dirty="0">
                <a:solidFill>
                  <a:schemeClr val="bg2">
                    <a:lumMod val="25000"/>
                  </a:schemeClr>
                </a:solidFill>
                <a:latin typeface="Amasis MT Pro" panose="02040504050005020304" pitchFamily="18" charset="0"/>
              </a:rPr>
              <a:t> conoce los movimientos de </a:t>
            </a:r>
            <a:r>
              <a:rPr lang="es-ES" sz="2000" dirty="0">
                <a:solidFill>
                  <a:srgbClr val="0070C0"/>
                </a:solidFill>
                <a:latin typeface="Amasis MT Pro" panose="02040504050005020304" pitchFamily="18" charset="0"/>
              </a:rPr>
              <a:t>B</a:t>
            </a:r>
            <a:endParaRPr lang="es-ES" sz="2000" dirty="0">
              <a:solidFill>
                <a:srgbClr val="0070C0"/>
              </a:solidFill>
            </a:endParaRPr>
          </a:p>
        </p:txBody>
      </p:sp>
      <p:sp>
        <p:nvSpPr>
          <p:cNvPr id="17" name="CuadroTexto 16">
            <a:extLst>
              <a:ext uri="{FF2B5EF4-FFF2-40B4-BE49-F238E27FC236}">
                <a16:creationId xmlns:a16="http://schemas.microsoft.com/office/drawing/2014/main" id="{3A1ECC79-387B-7E61-356F-3F86C9AD9D85}"/>
              </a:ext>
            </a:extLst>
          </p:cNvPr>
          <p:cNvSpPr txBox="1"/>
          <p:nvPr/>
        </p:nvSpPr>
        <p:spPr>
          <a:xfrm>
            <a:off x="5971698" y="3073793"/>
            <a:ext cx="2616041" cy="707886"/>
          </a:xfrm>
          <a:prstGeom prst="rect">
            <a:avLst/>
          </a:prstGeom>
          <a:noFill/>
        </p:spPr>
        <p:txBody>
          <a:bodyPr wrap="square">
            <a:spAutoFit/>
          </a:bodyPr>
          <a:lstStyle/>
          <a:p>
            <a:r>
              <a:rPr lang="es-ES" sz="2000" dirty="0">
                <a:solidFill>
                  <a:schemeClr val="bg2">
                    <a:lumMod val="25000"/>
                  </a:schemeClr>
                </a:solidFill>
                <a:latin typeface="Amasis MT Pro" panose="02040504050005020304" pitchFamily="18" charset="0"/>
              </a:rPr>
              <a:t>jugador </a:t>
            </a:r>
            <a:r>
              <a:rPr lang="es-ES" sz="2000" dirty="0">
                <a:solidFill>
                  <a:srgbClr val="0070C0"/>
                </a:solidFill>
                <a:latin typeface="Amasis MT Pro" panose="02040504050005020304" pitchFamily="18" charset="0"/>
              </a:rPr>
              <a:t>B</a:t>
            </a:r>
            <a:r>
              <a:rPr lang="es-ES" sz="2000" dirty="0">
                <a:solidFill>
                  <a:schemeClr val="bg2">
                    <a:lumMod val="25000"/>
                  </a:schemeClr>
                </a:solidFill>
                <a:latin typeface="Amasis MT Pro" panose="02040504050005020304" pitchFamily="18" charset="0"/>
              </a:rPr>
              <a:t> conoce los movimientos de </a:t>
            </a:r>
            <a:r>
              <a:rPr lang="es-ES" sz="2000" dirty="0">
                <a:solidFill>
                  <a:srgbClr val="FFC000"/>
                </a:solidFill>
                <a:latin typeface="Amasis MT Pro" panose="02040504050005020304" pitchFamily="18" charset="0"/>
              </a:rPr>
              <a:t>A</a:t>
            </a:r>
            <a:endParaRPr lang="es-ES" sz="2000" dirty="0">
              <a:solidFill>
                <a:srgbClr val="FFC000"/>
              </a:solidFill>
            </a:endParaRPr>
          </a:p>
        </p:txBody>
      </p:sp>
      <p:sp>
        <p:nvSpPr>
          <p:cNvPr id="18" name="CuadroTexto 17">
            <a:extLst>
              <a:ext uri="{FF2B5EF4-FFF2-40B4-BE49-F238E27FC236}">
                <a16:creationId xmlns:a16="http://schemas.microsoft.com/office/drawing/2014/main" id="{6E321DF5-6ABB-8045-40B6-DFAC1F9A7E2C}"/>
              </a:ext>
            </a:extLst>
          </p:cNvPr>
          <p:cNvSpPr txBox="1"/>
          <p:nvPr/>
        </p:nvSpPr>
        <p:spPr>
          <a:xfrm>
            <a:off x="5910739" y="3979245"/>
            <a:ext cx="3118961" cy="707886"/>
          </a:xfrm>
          <a:prstGeom prst="rect">
            <a:avLst/>
          </a:prstGeom>
          <a:noFill/>
        </p:spPr>
        <p:txBody>
          <a:bodyPr wrap="square">
            <a:spAutoFit/>
          </a:bodyPr>
          <a:lstStyle/>
          <a:p>
            <a:r>
              <a:rPr lang="es-ES" sz="2000" dirty="0">
                <a:solidFill>
                  <a:schemeClr val="bg2">
                    <a:lumMod val="25000"/>
                  </a:schemeClr>
                </a:solidFill>
                <a:latin typeface="Amasis MT Pro" panose="02040504050005020304" pitchFamily="18" charset="0"/>
              </a:rPr>
              <a:t>ambos jugadores ignoran las acciones contrarias</a:t>
            </a:r>
            <a:endParaRPr lang="es-ES" sz="2000" dirty="0">
              <a:solidFill>
                <a:srgbClr val="FFC000"/>
              </a:solidFill>
            </a:endParaRPr>
          </a:p>
        </p:txBody>
      </p:sp>
      <p:sp>
        <p:nvSpPr>
          <p:cNvPr id="9" name="CuadroTexto 8">
            <a:extLst>
              <a:ext uri="{FF2B5EF4-FFF2-40B4-BE49-F238E27FC236}">
                <a16:creationId xmlns:a16="http://schemas.microsoft.com/office/drawing/2014/main" id="{E15261D5-7093-622B-1A54-44200BA20823}"/>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Variantes del juego de </a:t>
            </a:r>
            <a:r>
              <a:rPr lang="es-ES" sz="3600" dirty="0" err="1">
                <a:solidFill>
                  <a:schemeClr val="bg2">
                    <a:lumMod val="10000"/>
                  </a:schemeClr>
                </a:solidFill>
                <a:latin typeface="Amasis MT Pro Light" panose="02040304050005020304" pitchFamily="18" charset="0"/>
                <a:cs typeface="Adobe Devanagari" panose="02040503050201020203" pitchFamily="18" charset="0"/>
              </a:rPr>
              <a:t>Yorke</a:t>
            </a:r>
            <a:endParaRPr lang="es-ES" sz="3600" dirty="0">
              <a:solidFill>
                <a:schemeClr val="bg2">
                  <a:lumMod val="10000"/>
                </a:schemeClr>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8454327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28321-2A74-58BD-F0EA-AD207CAFC46F}"/>
            </a:ext>
          </a:extLst>
        </p:cNvPr>
        <p:cNvGrpSpPr/>
        <p:nvPr/>
      </p:nvGrpSpPr>
      <p:grpSpPr>
        <a:xfrm>
          <a:off x="0" y="0"/>
          <a:ext cx="0" cy="0"/>
          <a:chOff x="0" y="0"/>
          <a:chExt cx="0" cy="0"/>
        </a:xfrm>
      </p:grpSpPr>
      <p:pic>
        <p:nvPicPr>
          <p:cNvPr id="9" name="Imagen 8" descr="Gráfico&#10;&#10;El contenido generado por IA puede ser incorrecto.">
            <a:extLst>
              <a:ext uri="{FF2B5EF4-FFF2-40B4-BE49-F238E27FC236}">
                <a16:creationId xmlns:a16="http://schemas.microsoft.com/office/drawing/2014/main" id="{8565D8AE-DA7C-7997-7C76-890A9C6F11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1681" y="862659"/>
            <a:ext cx="7132320" cy="5989880"/>
          </a:xfrm>
          <a:prstGeom prst="rect">
            <a:avLst/>
          </a:prstGeom>
        </p:spPr>
      </p:pic>
      <p:pic>
        <p:nvPicPr>
          <p:cNvPr id="11" name="Imagen 10">
            <a:extLst>
              <a:ext uri="{FF2B5EF4-FFF2-40B4-BE49-F238E27FC236}">
                <a16:creationId xmlns:a16="http://schemas.microsoft.com/office/drawing/2014/main" id="{EA81E040-DECF-AF52-F8D2-31A5178DF602}"/>
              </a:ext>
            </a:extLst>
          </p:cNvPr>
          <p:cNvPicPr>
            <a:picLocks noChangeAspect="1"/>
          </p:cNvPicPr>
          <p:nvPr/>
        </p:nvPicPr>
        <p:blipFill>
          <a:blip r:embed="rId3"/>
          <a:stretch>
            <a:fillRect/>
          </a:stretch>
        </p:blipFill>
        <p:spPr>
          <a:xfrm>
            <a:off x="263447" y="2515546"/>
            <a:ext cx="2228850" cy="318650"/>
          </a:xfrm>
          <a:prstGeom prst="rect">
            <a:avLst/>
          </a:prstGeom>
        </p:spPr>
      </p:pic>
      <p:sp>
        <p:nvSpPr>
          <p:cNvPr id="13" name="CuadroTexto 12">
            <a:extLst>
              <a:ext uri="{FF2B5EF4-FFF2-40B4-BE49-F238E27FC236}">
                <a16:creationId xmlns:a16="http://schemas.microsoft.com/office/drawing/2014/main" id="{BF9A2E2B-A833-16F1-B0B9-038B10A4950A}"/>
              </a:ext>
            </a:extLst>
          </p:cNvPr>
          <p:cNvSpPr txBox="1"/>
          <p:nvPr/>
        </p:nvSpPr>
        <p:spPr>
          <a:xfrm>
            <a:off x="543909" y="1788727"/>
            <a:ext cx="1663065" cy="369332"/>
          </a:xfrm>
          <a:prstGeom prst="rect">
            <a:avLst/>
          </a:prstGeom>
          <a:noFill/>
        </p:spPr>
        <p:txBody>
          <a:bodyPr wrap="square" rtlCol="0">
            <a:spAutoFit/>
          </a:bodyPr>
          <a:lstStyle/>
          <a:p>
            <a:pPr algn="ctr"/>
            <a:r>
              <a:rPr lang="es-ES" dirty="0">
                <a:solidFill>
                  <a:schemeClr val="bg2">
                    <a:lumMod val="25000"/>
                  </a:schemeClr>
                </a:solidFill>
                <a:latin typeface="Amasis MT Pro" panose="02040504050005020304" pitchFamily="18" charset="0"/>
              </a:rPr>
              <a:t>Mapa logístico</a:t>
            </a:r>
          </a:p>
        </p:txBody>
      </p:sp>
      <p:sp>
        <p:nvSpPr>
          <p:cNvPr id="3" name="CuadroTexto 2">
            <a:extLst>
              <a:ext uri="{FF2B5EF4-FFF2-40B4-BE49-F238E27FC236}">
                <a16:creationId xmlns:a16="http://schemas.microsoft.com/office/drawing/2014/main" id="{9F4DE079-7A9E-A74D-96EF-05E29FF342A4}"/>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Resolución del juego</a:t>
            </a:r>
          </a:p>
        </p:txBody>
      </p:sp>
    </p:spTree>
    <p:extLst>
      <p:ext uri="{BB962C8B-B14F-4D97-AF65-F5344CB8AC3E}">
        <p14:creationId xmlns:p14="http://schemas.microsoft.com/office/powerpoint/2010/main" val="7991533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CA768-AFBF-5DA9-0C9D-0545AFD358DD}"/>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A218344F-8D9D-9DBC-B266-BB31956574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4543" y="646331"/>
            <a:ext cx="8152194" cy="6211669"/>
          </a:xfrm>
          <a:prstGeom prst="rect">
            <a:avLst/>
          </a:prstGeom>
        </p:spPr>
      </p:pic>
      <p:sp>
        <p:nvSpPr>
          <p:cNvPr id="3" name="CuadroTexto 2">
            <a:extLst>
              <a:ext uri="{FF2B5EF4-FFF2-40B4-BE49-F238E27FC236}">
                <a16:creationId xmlns:a16="http://schemas.microsoft.com/office/drawing/2014/main" id="{86BED31A-8BB5-F166-B158-BD6633621D92}"/>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Resolución del juego</a:t>
            </a:r>
          </a:p>
        </p:txBody>
      </p:sp>
    </p:spTree>
    <p:extLst>
      <p:ext uri="{BB962C8B-B14F-4D97-AF65-F5344CB8AC3E}">
        <p14:creationId xmlns:p14="http://schemas.microsoft.com/office/powerpoint/2010/main" val="27777349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60A5B-AD4E-F761-5393-71BEBD8A206C}"/>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1CD02853-839A-397C-E9CC-6BA6892EBC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2975" y="1663177"/>
            <a:ext cx="10492344" cy="4539503"/>
          </a:xfrm>
          <a:prstGeom prst="rect">
            <a:avLst/>
          </a:prstGeom>
        </p:spPr>
      </p:pic>
      <p:sp>
        <p:nvSpPr>
          <p:cNvPr id="3" name="CuadroTexto 2">
            <a:extLst>
              <a:ext uri="{FF2B5EF4-FFF2-40B4-BE49-F238E27FC236}">
                <a16:creationId xmlns:a16="http://schemas.microsoft.com/office/drawing/2014/main" id="{CE67633A-9628-4718-C50D-E6886D23C0CF}"/>
              </a:ext>
            </a:extLst>
          </p:cNvPr>
          <p:cNvSpPr txBox="1"/>
          <p:nvPr/>
        </p:nvSpPr>
        <p:spPr>
          <a:xfrm>
            <a:off x="-5693" y="0"/>
            <a:ext cx="8782430" cy="646331"/>
          </a:xfrm>
          <a:prstGeom prst="rect">
            <a:avLst/>
          </a:prstGeom>
          <a:noFill/>
        </p:spPr>
        <p:txBody>
          <a:bodyPr wrap="square" rtlCol="0">
            <a:spAutoFit/>
          </a:bodyPr>
          <a:lstStyle/>
          <a:p>
            <a:pPr lvl="1" algn="r"/>
            <a:r>
              <a:rPr lang="es-ES" sz="3600" dirty="0" err="1">
                <a:solidFill>
                  <a:schemeClr val="bg2">
                    <a:lumMod val="10000"/>
                  </a:schemeClr>
                </a:solidFill>
                <a:latin typeface="Amasis MT Pro Light" panose="02040304050005020304" pitchFamily="18" charset="0"/>
                <a:cs typeface="Adobe Devanagari" panose="02040503050201020203" pitchFamily="18" charset="0"/>
              </a:rPr>
              <a:t>Fractalidad</a:t>
            </a:r>
            <a:r>
              <a:rPr lang="es-ES" sz="3600" dirty="0">
                <a:solidFill>
                  <a:schemeClr val="bg2">
                    <a:lumMod val="10000"/>
                  </a:schemeClr>
                </a:solidFill>
                <a:latin typeface="Amasis MT Pro Light" panose="02040304050005020304" pitchFamily="18" charset="0"/>
                <a:cs typeface="Adobe Devanagari" panose="02040503050201020203" pitchFamily="18" charset="0"/>
              </a:rPr>
              <a:t> de los conjuntos victoria</a:t>
            </a:r>
          </a:p>
        </p:txBody>
      </p:sp>
    </p:spTree>
    <p:extLst>
      <p:ext uri="{BB962C8B-B14F-4D97-AF65-F5344CB8AC3E}">
        <p14:creationId xmlns:p14="http://schemas.microsoft.com/office/powerpoint/2010/main" val="956469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A10F8-D39E-08BC-6F52-AC24C5B938F6}"/>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C6214DDB-FDBC-8F84-65CC-E03E95B1A9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726" y="1791101"/>
            <a:ext cx="5194912" cy="3897668"/>
          </a:xfrm>
          <a:prstGeom prst="rect">
            <a:avLst/>
          </a:prstGeom>
        </p:spPr>
      </p:pic>
      <p:pic>
        <p:nvPicPr>
          <p:cNvPr id="9" name="Imagen 8">
            <a:extLst>
              <a:ext uri="{FF2B5EF4-FFF2-40B4-BE49-F238E27FC236}">
                <a16:creationId xmlns:a16="http://schemas.microsoft.com/office/drawing/2014/main" id="{8AF7D4AD-C299-89D1-79E9-4FBEFC12C9A8}"/>
              </a:ext>
            </a:extLst>
          </p:cNvPr>
          <p:cNvPicPr>
            <a:picLocks noChangeAspect="1"/>
          </p:cNvPicPr>
          <p:nvPr/>
        </p:nvPicPr>
        <p:blipFill>
          <a:blip r:embed="rId3"/>
          <a:stretch>
            <a:fillRect/>
          </a:stretch>
        </p:blipFill>
        <p:spPr>
          <a:xfrm>
            <a:off x="4803522" y="2138684"/>
            <a:ext cx="4340478" cy="1290316"/>
          </a:xfrm>
          <a:prstGeom prst="rect">
            <a:avLst/>
          </a:prstGeom>
        </p:spPr>
      </p:pic>
      <p:pic>
        <p:nvPicPr>
          <p:cNvPr id="11" name="Imagen 10">
            <a:extLst>
              <a:ext uri="{FF2B5EF4-FFF2-40B4-BE49-F238E27FC236}">
                <a16:creationId xmlns:a16="http://schemas.microsoft.com/office/drawing/2014/main" id="{DDBE9A8E-6968-C033-0F8A-8A546B1DFE0B}"/>
              </a:ext>
            </a:extLst>
          </p:cNvPr>
          <p:cNvPicPr>
            <a:picLocks noChangeAspect="1"/>
          </p:cNvPicPr>
          <p:nvPr/>
        </p:nvPicPr>
        <p:blipFill>
          <a:blip r:embed="rId4"/>
          <a:stretch>
            <a:fillRect/>
          </a:stretch>
        </p:blipFill>
        <p:spPr>
          <a:xfrm>
            <a:off x="8022290" y="3020027"/>
            <a:ext cx="1082419" cy="206832"/>
          </a:xfrm>
          <a:prstGeom prst="rect">
            <a:avLst/>
          </a:prstGeom>
        </p:spPr>
      </p:pic>
      <p:cxnSp>
        <p:nvCxnSpPr>
          <p:cNvPr id="14" name="Conector recto de flecha 13">
            <a:extLst>
              <a:ext uri="{FF2B5EF4-FFF2-40B4-BE49-F238E27FC236}">
                <a16:creationId xmlns:a16="http://schemas.microsoft.com/office/drawing/2014/main" id="{FA4AE5FD-358E-63E5-CCAD-67279544EAD2}"/>
              </a:ext>
            </a:extLst>
          </p:cNvPr>
          <p:cNvCxnSpPr/>
          <p:nvPr/>
        </p:nvCxnSpPr>
        <p:spPr>
          <a:xfrm>
            <a:off x="8094725" y="3429000"/>
            <a:ext cx="0" cy="527054"/>
          </a:xfrm>
          <a:prstGeom prst="straightConnector1">
            <a:avLst/>
          </a:prstGeom>
          <a:ln w="571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CuadroTexto 14">
            <a:extLst>
              <a:ext uri="{FF2B5EF4-FFF2-40B4-BE49-F238E27FC236}">
                <a16:creationId xmlns:a16="http://schemas.microsoft.com/office/drawing/2014/main" id="{73E39DB7-C164-EB92-0298-E3B9DD37ECEC}"/>
              </a:ext>
            </a:extLst>
          </p:cNvPr>
          <p:cNvSpPr txBox="1"/>
          <p:nvPr/>
        </p:nvSpPr>
        <p:spPr>
          <a:xfrm>
            <a:off x="7046595" y="4158195"/>
            <a:ext cx="2097405" cy="1015663"/>
          </a:xfrm>
          <a:prstGeom prst="rect">
            <a:avLst/>
          </a:prstGeom>
          <a:noFill/>
        </p:spPr>
        <p:txBody>
          <a:bodyPr wrap="square" rtlCol="0">
            <a:spAutoFit/>
          </a:bodyPr>
          <a:lstStyle/>
          <a:p>
            <a:pPr algn="ctr"/>
            <a:r>
              <a:rPr lang="es-ES" sz="2000" dirty="0">
                <a:solidFill>
                  <a:schemeClr val="bg2">
                    <a:lumMod val="25000"/>
                  </a:schemeClr>
                </a:solidFill>
                <a:latin typeface="Amasis MT Pro" panose="02040504050005020304" pitchFamily="18" charset="0"/>
              </a:rPr>
              <a:t>Diferencia entre estar informado y no estarlo</a:t>
            </a:r>
          </a:p>
        </p:txBody>
      </p:sp>
      <p:sp>
        <p:nvSpPr>
          <p:cNvPr id="3" name="CuadroTexto 2">
            <a:extLst>
              <a:ext uri="{FF2B5EF4-FFF2-40B4-BE49-F238E27FC236}">
                <a16:creationId xmlns:a16="http://schemas.microsoft.com/office/drawing/2014/main" id="{A2B8073A-B02A-2D54-0166-13B566BF255E}"/>
              </a:ext>
            </a:extLst>
          </p:cNvPr>
          <p:cNvSpPr txBox="1"/>
          <p:nvPr/>
        </p:nvSpPr>
        <p:spPr>
          <a:xfrm>
            <a:off x="-5693" y="0"/>
            <a:ext cx="8782430" cy="646331"/>
          </a:xfrm>
          <a:prstGeom prst="rect">
            <a:avLst/>
          </a:prstGeom>
          <a:noFill/>
        </p:spPr>
        <p:txBody>
          <a:bodyPr wrap="square" rtlCol="0">
            <a:spAutoFit/>
          </a:bodyPr>
          <a:lstStyle/>
          <a:p>
            <a:pPr lvl="1" algn="r"/>
            <a:r>
              <a:rPr lang="es-ES" sz="3600" dirty="0">
                <a:solidFill>
                  <a:schemeClr val="bg2">
                    <a:lumMod val="10000"/>
                  </a:schemeClr>
                </a:solidFill>
                <a:latin typeface="Amasis MT Pro Light" panose="02040304050005020304" pitchFamily="18" charset="0"/>
                <a:cs typeface="Adobe Devanagari" panose="02040503050201020203" pitchFamily="18" charset="0"/>
              </a:rPr>
              <a:t>Importancia de la información</a:t>
            </a:r>
          </a:p>
        </p:txBody>
      </p:sp>
    </p:spTree>
    <p:extLst>
      <p:ext uri="{BB962C8B-B14F-4D97-AF65-F5344CB8AC3E}">
        <p14:creationId xmlns:p14="http://schemas.microsoft.com/office/powerpoint/2010/main" val="11323607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3C9D-DD7C-C1FB-B462-58BEB1283683}"/>
            </a:ext>
          </a:extLst>
        </p:cNvPr>
        <p:cNvGrpSpPr/>
        <p:nvPr/>
      </p:nvGrpSpPr>
      <p:grpSpPr>
        <a:xfrm>
          <a:off x="0" y="0"/>
          <a:ext cx="0" cy="0"/>
          <a:chOff x="0" y="0"/>
          <a:chExt cx="0" cy="0"/>
        </a:xfrm>
      </p:grpSpPr>
      <p:sp>
        <p:nvSpPr>
          <p:cNvPr id="5" name="CuadroTexto 4">
            <a:extLst>
              <a:ext uri="{FF2B5EF4-FFF2-40B4-BE49-F238E27FC236}">
                <a16:creationId xmlns:a16="http://schemas.microsoft.com/office/drawing/2014/main" id="{65DDF733-946E-1C96-F8BF-935078365456}"/>
              </a:ext>
            </a:extLst>
          </p:cNvPr>
          <p:cNvSpPr txBox="1"/>
          <p:nvPr/>
        </p:nvSpPr>
        <p:spPr>
          <a:xfrm>
            <a:off x="984123" y="3638609"/>
            <a:ext cx="7175754" cy="2585323"/>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altLang="es-ES" dirty="0">
                <a:solidFill>
                  <a:schemeClr val="bg2">
                    <a:lumMod val="25000"/>
                  </a:schemeClr>
                </a:solidFill>
                <a:latin typeface="Amasis MT Pro" panose="02040504050005020304" pitchFamily="18" charset="0"/>
              </a:rPr>
              <a:t>Hemos obtenido una herramienta que cuantifica comportamientos caóticos espacio-temporales de juegos en los que los individuos se reparten de manera espacial. Aunque el sistema esté en equilibrio globalmente, es decir, la frecuencia de poblaciones no se altera significativamente con el tiempo, la dinámica local puede ser inestable. De esta manera cambios mínimos en las configuraciones iniciales de estrategias producen cambios completamente diferentes tras un tiempo característico del sistema, el cual hemos podido medir. </a:t>
            </a:r>
          </a:p>
        </p:txBody>
      </p:sp>
      <p:sp>
        <p:nvSpPr>
          <p:cNvPr id="3" name="CuadroTexto 2">
            <a:extLst>
              <a:ext uri="{FF2B5EF4-FFF2-40B4-BE49-F238E27FC236}">
                <a16:creationId xmlns:a16="http://schemas.microsoft.com/office/drawing/2014/main" id="{09FA2173-155C-61D6-F2F7-60B2B5206ED9}"/>
              </a:ext>
            </a:extLst>
          </p:cNvPr>
          <p:cNvSpPr txBox="1"/>
          <p:nvPr/>
        </p:nvSpPr>
        <p:spPr>
          <a:xfrm>
            <a:off x="0" y="0"/>
            <a:ext cx="8782430" cy="646331"/>
          </a:xfrm>
          <a:prstGeom prst="rect">
            <a:avLst/>
          </a:prstGeom>
          <a:noFill/>
        </p:spPr>
        <p:txBody>
          <a:bodyPr wrap="square" rtlCol="0">
            <a:spAutoFit/>
          </a:bodyPr>
          <a:lstStyle/>
          <a:p>
            <a:pPr algn="r"/>
            <a:r>
              <a:rPr lang="es-ES" sz="3600" b="1" dirty="0">
                <a:solidFill>
                  <a:schemeClr val="bg2">
                    <a:lumMod val="10000"/>
                  </a:schemeClr>
                </a:solidFill>
                <a:latin typeface="Amasis MT Pro Light" panose="02040304050005020304" pitchFamily="18" charset="0"/>
                <a:cs typeface="Adobe Devanagari" panose="02040503050201020203" pitchFamily="18" charset="0"/>
              </a:rPr>
              <a:t>Conclusiones</a:t>
            </a:r>
            <a:endParaRPr lang="es-ES" sz="4000" b="1" dirty="0">
              <a:solidFill>
                <a:schemeClr val="bg2">
                  <a:lumMod val="10000"/>
                </a:schemeClr>
              </a:solidFill>
              <a:latin typeface="Amasis MT Pro Light" panose="02040304050005020304" pitchFamily="18" charset="0"/>
              <a:cs typeface="Adobe Devanagari" panose="02040503050201020203" pitchFamily="18" charset="0"/>
            </a:endParaRPr>
          </a:p>
        </p:txBody>
      </p:sp>
      <p:sp>
        <p:nvSpPr>
          <p:cNvPr id="6" name="CuadroTexto 5">
            <a:extLst>
              <a:ext uri="{FF2B5EF4-FFF2-40B4-BE49-F238E27FC236}">
                <a16:creationId xmlns:a16="http://schemas.microsoft.com/office/drawing/2014/main" id="{F9E1CDFC-5BDF-EEA6-D9EB-D5E116854F5C}"/>
              </a:ext>
            </a:extLst>
          </p:cNvPr>
          <p:cNvSpPr txBox="1"/>
          <p:nvPr/>
        </p:nvSpPr>
        <p:spPr>
          <a:xfrm>
            <a:off x="984123" y="1465066"/>
            <a:ext cx="7175754" cy="1754326"/>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dirty="0">
                <a:solidFill>
                  <a:schemeClr val="bg2">
                    <a:lumMod val="25000"/>
                  </a:schemeClr>
                </a:solidFill>
                <a:latin typeface="Amasis MT Pro"/>
                <a:cs typeface="Adobe Devanagari" panose="02040503050201020203" pitchFamily="18" charset="0"/>
              </a:rPr>
              <a:t>En el estudio de los efectos dependientes del tiempo en el juego de los bienes públicos se determinó que la inestabilidad de las inversiones, caracterizada por una oscilación en el parámetro que multiplica las aportaciones de los individuos, perjudica a la cooperación entre estos para invertir conjuntamente. Además, un castigo tardío a los defraudadores favorece su crecimiento. </a:t>
            </a:r>
            <a:endParaRPr lang="es-ES" dirty="0">
              <a:solidFill>
                <a:schemeClr val="bg2">
                  <a:lumMod val="25000"/>
                </a:schemeClr>
              </a:solidFill>
              <a:latin typeface="Amasis MT Pro"/>
              <a:ea typeface="Arial Unicode MS"/>
              <a:cs typeface="Adobe Devanagari" panose="02040503050201020203" pitchFamily="18" charset="0"/>
            </a:endParaRPr>
          </a:p>
        </p:txBody>
      </p:sp>
    </p:spTree>
    <p:extLst>
      <p:ext uri="{BB962C8B-B14F-4D97-AF65-F5344CB8AC3E}">
        <p14:creationId xmlns:p14="http://schemas.microsoft.com/office/powerpoint/2010/main" val="91214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8ED6-4468-3514-4FB3-6AD04F0A96A4}"/>
            </a:ext>
          </a:extLst>
        </p:cNvPr>
        <p:cNvGrpSpPr/>
        <p:nvPr/>
      </p:nvGrpSpPr>
      <p:grpSpPr>
        <a:xfrm>
          <a:off x="0" y="0"/>
          <a:ext cx="0" cy="0"/>
          <a:chOff x="0" y="0"/>
          <a:chExt cx="0" cy="0"/>
        </a:xfrm>
      </p:grpSpPr>
      <p:sp>
        <p:nvSpPr>
          <p:cNvPr id="7" name="CuadroTexto 6">
            <a:extLst>
              <a:ext uri="{FF2B5EF4-FFF2-40B4-BE49-F238E27FC236}">
                <a16:creationId xmlns:a16="http://schemas.microsoft.com/office/drawing/2014/main" id="{D323B2C5-C591-8ABC-1E3B-72C4BB6A9977}"/>
              </a:ext>
            </a:extLst>
          </p:cNvPr>
          <p:cNvSpPr txBox="1"/>
          <p:nvPr/>
        </p:nvSpPr>
        <p:spPr>
          <a:xfrm>
            <a:off x="984123" y="1465066"/>
            <a:ext cx="7175754" cy="1754326"/>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altLang="es-ES" dirty="0">
                <a:solidFill>
                  <a:schemeClr val="bg2">
                    <a:lumMod val="25000"/>
                  </a:schemeClr>
                </a:solidFill>
                <a:latin typeface="Amasis MT Pro" panose="02040504050005020304" pitchFamily="18" charset="0"/>
              </a:rPr>
              <a:t>Hemos clasificado correctamente todos los autómatas celulares elementales mediante el uso de la misma herramienta. Las </a:t>
            </a:r>
            <a:r>
              <a:rPr lang="es-ES" altLang="es-ES" b="1" i="1" dirty="0">
                <a:solidFill>
                  <a:schemeClr val="bg2">
                    <a:lumMod val="10000"/>
                  </a:schemeClr>
                </a:solidFill>
                <a:latin typeface="Amasis MT Pro" panose="02040504050005020304" pitchFamily="18" charset="0"/>
              </a:rPr>
              <a:t>Clases-1 </a:t>
            </a:r>
            <a:r>
              <a:rPr lang="es-ES" altLang="es-ES" dirty="0">
                <a:solidFill>
                  <a:schemeClr val="bg2">
                    <a:lumMod val="10000"/>
                  </a:schemeClr>
                </a:solidFill>
                <a:latin typeface="Amasis MT Pro" panose="02040504050005020304" pitchFamily="18" charset="0"/>
              </a:rPr>
              <a:t>y</a:t>
            </a:r>
            <a:r>
              <a:rPr lang="es-ES" altLang="es-ES" b="1" i="1" dirty="0">
                <a:solidFill>
                  <a:schemeClr val="bg2">
                    <a:lumMod val="10000"/>
                  </a:schemeClr>
                </a:solidFill>
                <a:latin typeface="Amasis MT Pro" panose="02040504050005020304" pitchFamily="18" charset="0"/>
              </a:rPr>
              <a:t> 2</a:t>
            </a:r>
            <a:r>
              <a:rPr lang="es-ES" altLang="es-ES" dirty="0">
                <a:solidFill>
                  <a:schemeClr val="bg2">
                    <a:lumMod val="10000"/>
                  </a:schemeClr>
                </a:solidFill>
                <a:latin typeface="Amasis MT Pro" panose="02040504050005020304" pitchFamily="18" charset="0"/>
              </a:rPr>
              <a:t> </a:t>
            </a:r>
            <a:r>
              <a:rPr lang="es-ES" altLang="es-ES" dirty="0">
                <a:solidFill>
                  <a:schemeClr val="bg2">
                    <a:lumMod val="25000"/>
                  </a:schemeClr>
                </a:solidFill>
                <a:latin typeface="Amasis MT Pro" panose="02040504050005020304" pitchFamily="18" charset="0"/>
              </a:rPr>
              <a:t>resultan presentar estabilidad mientras que las </a:t>
            </a:r>
            <a:r>
              <a:rPr lang="es-ES" altLang="es-ES" b="1" i="1" dirty="0">
                <a:solidFill>
                  <a:schemeClr val="bg2">
                    <a:lumMod val="10000"/>
                  </a:schemeClr>
                </a:solidFill>
                <a:latin typeface="Amasis MT Pro" panose="02040504050005020304" pitchFamily="18" charset="0"/>
              </a:rPr>
              <a:t>Clases-3 </a:t>
            </a:r>
            <a:r>
              <a:rPr lang="es-ES" altLang="es-ES" dirty="0">
                <a:solidFill>
                  <a:schemeClr val="bg2">
                    <a:lumMod val="10000"/>
                  </a:schemeClr>
                </a:solidFill>
                <a:latin typeface="Amasis MT Pro" panose="02040504050005020304" pitchFamily="18" charset="0"/>
              </a:rPr>
              <a:t>y</a:t>
            </a:r>
            <a:r>
              <a:rPr lang="es-ES" altLang="es-ES" b="1" i="1" dirty="0">
                <a:solidFill>
                  <a:schemeClr val="bg2">
                    <a:lumMod val="10000"/>
                  </a:schemeClr>
                </a:solidFill>
                <a:latin typeface="Amasis MT Pro" panose="02040504050005020304" pitchFamily="18" charset="0"/>
              </a:rPr>
              <a:t> 4</a:t>
            </a:r>
            <a:r>
              <a:rPr lang="es-ES" altLang="es-ES" dirty="0">
                <a:solidFill>
                  <a:schemeClr val="bg2">
                    <a:lumMod val="10000"/>
                  </a:schemeClr>
                </a:solidFill>
                <a:latin typeface="Amasis MT Pro" panose="02040504050005020304" pitchFamily="18" charset="0"/>
              </a:rPr>
              <a:t> </a:t>
            </a:r>
            <a:r>
              <a:rPr lang="es-ES" altLang="es-ES" dirty="0">
                <a:solidFill>
                  <a:schemeClr val="bg2">
                    <a:lumMod val="25000"/>
                  </a:schemeClr>
                </a:solidFill>
                <a:latin typeface="Amasis MT Pro" panose="02040504050005020304" pitchFamily="18" charset="0"/>
              </a:rPr>
              <a:t>presentan comportamiento caótico. En la </a:t>
            </a:r>
            <a:r>
              <a:rPr lang="es-ES" altLang="es-ES" b="1" i="1" dirty="0">
                <a:solidFill>
                  <a:schemeClr val="bg2">
                    <a:lumMod val="10000"/>
                  </a:schemeClr>
                </a:solidFill>
                <a:latin typeface="Amasis MT Pro" panose="02040504050005020304" pitchFamily="18" charset="0"/>
              </a:rPr>
              <a:t>Clase-3</a:t>
            </a:r>
            <a:r>
              <a:rPr lang="es-ES" altLang="es-ES" dirty="0">
                <a:solidFill>
                  <a:schemeClr val="bg2">
                    <a:lumMod val="10000"/>
                  </a:schemeClr>
                </a:solidFill>
                <a:latin typeface="Amasis MT Pro" panose="02040504050005020304" pitchFamily="18" charset="0"/>
              </a:rPr>
              <a:t> </a:t>
            </a:r>
            <a:r>
              <a:rPr lang="es-ES" altLang="es-ES" dirty="0">
                <a:solidFill>
                  <a:schemeClr val="bg2">
                    <a:lumMod val="25000"/>
                  </a:schemeClr>
                </a:solidFill>
                <a:latin typeface="Amasis MT Pro" panose="02040504050005020304" pitchFamily="18" charset="0"/>
              </a:rPr>
              <a:t>los autómatas producen caos para siempre mientras que en la </a:t>
            </a:r>
            <a:r>
              <a:rPr lang="es-ES" altLang="es-ES" b="1" i="1" dirty="0">
                <a:solidFill>
                  <a:schemeClr val="bg2">
                    <a:lumMod val="10000"/>
                  </a:schemeClr>
                </a:solidFill>
                <a:latin typeface="Amasis MT Pro" panose="02040504050005020304" pitchFamily="18" charset="0"/>
              </a:rPr>
              <a:t>Clase-4</a:t>
            </a:r>
            <a:r>
              <a:rPr lang="es-ES" altLang="es-ES" dirty="0">
                <a:solidFill>
                  <a:schemeClr val="bg2">
                    <a:lumMod val="25000"/>
                  </a:schemeClr>
                </a:solidFill>
                <a:latin typeface="Amasis MT Pro" panose="02040504050005020304" pitchFamily="18" charset="0"/>
              </a:rPr>
              <a:t> se ha observado caos transitorio. </a:t>
            </a:r>
            <a:endParaRPr lang="es-ES" sz="1600" dirty="0">
              <a:latin typeface="Amasis MT Pro" panose="02040504050005020304" pitchFamily="18" charset="0"/>
            </a:endParaRPr>
          </a:p>
        </p:txBody>
      </p:sp>
      <p:sp>
        <p:nvSpPr>
          <p:cNvPr id="5" name="CuadroTexto 4">
            <a:extLst>
              <a:ext uri="{FF2B5EF4-FFF2-40B4-BE49-F238E27FC236}">
                <a16:creationId xmlns:a16="http://schemas.microsoft.com/office/drawing/2014/main" id="{E20AD514-02AF-313B-F8FD-D9A7646509AA}"/>
              </a:ext>
            </a:extLst>
          </p:cNvPr>
          <p:cNvSpPr txBox="1"/>
          <p:nvPr/>
        </p:nvSpPr>
        <p:spPr>
          <a:xfrm>
            <a:off x="984123" y="3638609"/>
            <a:ext cx="7175754" cy="2031325"/>
          </a:xfrm>
          <a:prstGeom prst="rect">
            <a:avLst/>
          </a:prstGeom>
          <a:noFill/>
        </p:spPr>
        <p:txBody>
          <a:bodyPr wrap="square" rtlCol="0">
            <a:spAutoFit/>
          </a:bodyPr>
          <a:lstStyle/>
          <a:p>
            <a:pPr marL="257175" indent="-257175" algn="just" defTabSz="685800" eaLnBrk="0" fontAlgn="base" hangingPunct="0">
              <a:spcBef>
                <a:spcPct val="0"/>
              </a:spcBef>
              <a:spcAft>
                <a:spcPct val="0"/>
              </a:spcAft>
              <a:buFont typeface="Arial" panose="020B0604020202020204" pitchFamily="34" charset="0"/>
              <a:buChar char="•"/>
            </a:pPr>
            <a:r>
              <a:rPr lang="es-ES" dirty="0">
                <a:solidFill>
                  <a:schemeClr val="bg2">
                    <a:lumMod val="25000"/>
                  </a:schemeClr>
                </a:solidFill>
                <a:latin typeface="Amasis MT Pro" panose="02040504050005020304" pitchFamily="18" charset="0"/>
              </a:rPr>
              <a:t>Hemos elaborado una nueva aplicación al control parcial para controlar el escape de trayectorias de una zona con caos transitorio. Se consiguen expulsar a las trayectorias de la manera más rápida posible o de una manera controlada, sabiendo el tiempo que va a pasar hasta que escape. Además, se ha conseguido crear trayectorias que transitan de una zona a otra periódicamente en sistemas caóticos </a:t>
            </a:r>
            <a:r>
              <a:rPr lang="es-ES" dirty="0" err="1">
                <a:solidFill>
                  <a:schemeClr val="bg2">
                    <a:lumMod val="25000"/>
                  </a:schemeClr>
                </a:solidFill>
                <a:latin typeface="Amasis MT Pro" panose="02040504050005020304" pitchFamily="18" charset="0"/>
              </a:rPr>
              <a:t>multiestables</a:t>
            </a:r>
            <a:r>
              <a:rPr lang="es-ES" dirty="0">
                <a:solidFill>
                  <a:schemeClr val="bg2">
                    <a:lumMod val="25000"/>
                  </a:schemeClr>
                </a:solidFill>
                <a:latin typeface="Amasis MT Pro" panose="02040504050005020304" pitchFamily="18" charset="0"/>
              </a:rPr>
              <a:t>. </a:t>
            </a:r>
          </a:p>
        </p:txBody>
      </p:sp>
      <p:sp>
        <p:nvSpPr>
          <p:cNvPr id="3" name="CuadroTexto 2">
            <a:extLst>
              <a:ext uri="{FF2B5EF4-FFF2-40B4-BE49-F238E27FC236}">
                <a16:creationId xmlns:a16="http://schemas.microsoft.com/office/drawing/2014/main" id="{66A37CDE-030C-AB41-EDDE-9196006D6109}"/>
              </a:ext>
            </a:extLst>
          </p:cNvPr>
          <p:cNvSpPr txBox="1"/>
          <p:nvPr/>
        </p:nvSpPr>
        <p:spPr>
          <a:xfrm>
            <a:off x="0" y="0"/>
            <a:ext cx="8782430" cy="646331"/>
          </a:xfrm>
          <a:prstGeom prst="rect">
            <a:avLst/>
          </a:prstGeom>
          <a:noFill/>
        </p:spPr>
        <p:txBody>
          <a:bodyPr wrap="square" rtlCol="0">
            <a:spAutoFit/>
          </a:bodyPr>
          <a:lstStyle/>
          <a:p>
            <a:pPr algn="r"/>
            <a:r>
              <a:rPr lang="es-ES" sz="3600" b="1" dirty="0">
                <a:solidFill>
                  <a:schemeClr val="bg2">
                    <a:lumMod val="10000"/>
                  </a:schemeClr>
                </a:solidFill>
                <a:latin typeface="Amasis MT Pro Light" panose="02040304050005020304" pitchFamily="18" charset="0"/>
                <a:cs typeface="Adobe Devanagari" panose="02040503050201020203" pitchFamily="18" charset="0"/>
              </a:rPr>
              <a:t>Conclusiones</a:t>
            </a:r>
            <a:endParaRPr lang="es-ES" sz="4000" b="1" dirty="0">
              <a:solidFill>
                <a:schemeClr val="bg2">
                  <a:lumMod val="10000"/>
                </a:schemeClr>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257895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E1C-92EC-C5AE-F6EF-7661445B8F9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BB600DBD-AA6D-B797-D488-BE852A4F3D72}"/>
              </a:ext>
            </a:extLst>
          </p:cNvPr>
          <p:cNvSpPr txBox="1"/>
          <p:nvPr/>
        </p:nvSpPr>
        <p:spPr>
          <a:xfrm>
            <a:off x="2633472" y="1728217"/>
            <a:ext cx="6510528" cy="2585323"/>
          </a:xfrm>
          <a:prstGeom prst="rect">
            <a:avLst/>
          </a:prstGeom>
        </p:spPr>
        <p:txBody>
          <a:bodyPr wrap="square" rtlCol="0">
            <a:spAutoFit/>
          </a:bodyPr>
          <a:lstStyle/>
          <a:p>
            <a:pPr marL="600075" lvl="1" indent="-257175">
              <a:buFont typeface="Arial" panose="020B0604020202020204" pitchFamily="34" charset="0"/>
              <a:buChar char="•"/>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AutoNum type="arabicPeriod" startAt="3"/>
            </a:pPr>
            <a:endParaRPr lang="es-ES" sz="1350" dirty="0"/>
          </a:p>
          <a:p>
            <a:pPr marL="257175" indent="-257175">
              <a:buAutoNum type="arabicPeriod" startAt="3"/>
            </a:pPr>
            <a:endParaRPr lang="es-ES" sz="1350" dirty="0"/>
          </a:p>
          <a:p>
            <a:endParaRPr lang="es-ES" sz="1350" dirty="0"/>
          </a:p>
          <a:p>
            <a:endParaRPr lang="es-ES" sz="1350" dirty="0"/>
          </a:p>
          <a:p>
            <a:pPr marL="257175" indent="-257175">
              <a:buAutoNum type="arabicPeriod"/>
            </a:pPr>
            <a:endParaRPr lang="es-ES" sz="1350" dirty="0"/>
          </a:p>
          <a:p>
            <a:pPr marL="257175" indent="-257175">
              <a:buAutoNum type="arabicPeriod"/>
            </a:pPr>
            <a:endParaRPr lang="es-ES" sz="1350" dirty="0"/>
          </a:p>
          <a:p>
            <a:endParaRPr lang="es-ES" sz="1350" dirty="0"/>
          </a:p>
          <a:p>
            <a:endParaRPr lang="es-ES" sz="1350" dirty="0"/>
          </a:p>
        </p:txBody>
      </p:sp>
      <p:sp>
        <p:nvSpPr>
          <p:cNvPr id="7" name="CuadroTexto 6">
            <a:extLst>
              <a:ext uri="{FF2B5EF4-FFF2-40B4-BE49-F238E27FC236}">
                <a16:creationId xmlns:a16="http://schemas.microsoft.com/office/drawing/2014/main" id="{F8CB079C-BE9A-B46C-6DB1-4EE46201EDBC}"/>
              </a:ext>
            </a:extLst>
          </p:cNvPr>
          <p:cNvSpPr txBox="1"/>
          <p:nvPr/>
        </p:nvSpPr>
        <p:spPr>
          <a:xfrm>
            <a:off x="984123" y="2828835"/>
            <a:ext cx="7175754" cy="1200329"/>
          </a:xfrm>
          <a:prstGeom prst="rect">
            <a:avLst/>
          </a:prstGeom>
          <a:noFill/>
        </p:spPr>
        <p:txBody>
          <a:bodyPr wrap="square" rtlCol="0">
            <a:spAutoFit/>
          </a:bodyPr>
          <a:lstStyle/>
          <a:p>
            <a:pPr marL="257175" indent="-257175" defTabSz="685800" eaLnBrk="0" fontAlgn="base" hangingPunct="0">
              <a:spcBef>
                <a:spcPct val="0"/>
              </a:spcBef>
              <a:spcAft>
                <a:spcPct val="0"/>
              </a:spcAft>
              <a:buFont typeface="Arial" panose="020B0604020202020204" pitchFamily="34" charset="0"/>
              <a:buChar char="•"/>
            </a:pPr>
            <a:r>
              <a:rPr lang="es-ES" dirty="0">
                <a:solidFill>
                  <a:schemeClr val="bg2">
                    <a:lumMod val="25000"/>
                  </a:schemeClr>
                </a:solidFill>
                <a:latin typeface="Amasis MT Pro" panose="02040504050005020304" pitchFamily="18" charset="0"/>
              </a:rPr>
              <a:t>Usando técnicas de control parcial conseguimos resolver un juego novel de control y supervivencia entre dos jugadores. Se obtuvieron las regiones en las que cada jugador gana el juego dependiendo de la información que cada uno posee.</a:t>
            </a:r>
            <a:endParaRPr lang="es-ES" sz="1600" dirty="0">
              <a:solidFill>
                <a:schemeClr val="bg2">
                  <a:lumMod val="25000"/>
                </a:schemeClr>
              </a:solidFill>
              <a:latin typeface="Amasis MT Pro" panose="02040504050005020304" pitchFamily="18" charset="0"/>
            </a:endParaRPr>
          </a:p>
        </p:txBody>
      </p:sp>
      <p:sp>
        <p:nvSpPr>
          <p:cNvPr id="3" name="CuadroTexto 2">
            <a:extLst>
              <a:ext uri="{FF2B5EF4-FFF2-40B4-BE49-F238E27FC236}">
                <a16:creationId xmlns:a16="http://schemas.microsoft.com/office/drawing/2014/main" id="{90EBD025-866F-CE87-EE1D-367E4367C428}"/>
              </a:ext>
            </a:extLst>
          </p:cNvPr>
          <p:cNvSpPr txBox="1"/>
          <p:nvPr/>
        </p:nvSpPr>
        <p:spPr>
          <a:xfrm>
            <a:off x="0" y="0"/>
            <a:ext cx="8782430" cy="646331"/>
          </a:xfrm>
          <a:prstGeom prst="rect">
            <a:avLst/>
          </a:prstGeom>
          <a:noFill/>
        </p:spPr>
        <p:txBody>
          <a:bodyPr wrap="square" rtlCol="0">
            <a:spAutoFit/>
          </a:bodyPr>
          <a:lstStyle/>
          <a:p>
            <a:pPr algn="r"/>
            <a:r>
              <a:rPr lang="es-ES" sz="3600" b="1" dirty="0">
                <a:solidFill>
                  <a:schemeClr val="bg2">
                    <a:lumMod val="10000"/>
                  </a:schemeClr>
                </a:solidFill>
                <a:latin typeface="Amasis MT Pro Light" panose="02040304050005020304" pitchFamily="18" charset="0"/>
                <a:cs typeface="Adobe Devanagari" panose="02040503050201020203" pitchFamily="18" charset="0"/>
              </a:rPr>
              <a:t>Conclusiones</a:t>
            </a:r>
            <a:endParaRPr lang="es-ES" sz="4000" b="1" dirty="0">
              <a:solidFill>
                <a:schemeClr val="bg2">
                  <a:lumMod val="10000"/>
                </a:schemeClr>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9979118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Gráfico, Gráfico radial&#10;&#10;El contenido generado por IA puede ser incorrecto.">
            <a:extLst>
              <a:ext uri="{FF2B5EF4-FFF2-40B4-BE49-F238E27FC236}">
                <a16:creationId xmlns:a16="http://schemas.microsoft.com/office/drawing/2014/main" id="{45C58C1C-4C6D-C4A7-9F1C-C0FF0A53B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85900" y="857250"/>
            <a:ext cx="6172200" cy="5143500"/>
          </a:xfrm>
          <a:prstGeom prst="rect">
            <a:avLst/>
          </a:prstGeom>
        </p:spPr>
      </p:pic>
      <p:sp>
        <p:nvSpPr>
          <p:cNvPr id="5" name="Bocadillo: ovalado 4">
            <a:extLst>
              <a:ext uri="{FF2B5EF4-FFF2-40B4-BE49-F238E27FC236}">
                <a16:creationId xmlns:a16="http://schemas.microsoft.com/office/drawing/2014/main" id="{D22978DA-BF4B-8EF9-C4E4-8E320AB348FA}"/>
              </a:ext>
            </a:extLst>
          </p:cNvPr>
          <p:cNvSpPr/>
          <p:nvPr/>
        </p:nvSpPr>
        <p:spPr>
          <a:xfrm>
            <a:off x="3517582" y="937261"/>
            <a:ext cx="4752023" cy="2970014"/>
          </a:xfrm>
          <a:prstGeom prst="wedgeEllipseCallou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6" name="CuadroTexto 5">
            <a:extLst>
              <a:ext uri="{FF2B5EF4-FFF2-40B4-BE49-F238E27FC236}">
                <a16:creationId xmlns:a16="http://schemas.microsoft.com/office/drawing/2014/main" id="{36197756-71EA-BBE1-7B53-DA5016364245}"/>
              </a:ext>
            </a:extLst>
          </p:cNvPr>
          <p:cNvSpPr txBox="1"/>
          <p:nvPr/>
        </p:nvSpPr>
        <p:spPr>
          <a:xfrm>
            <a:off x="4166235" y="1452770"/>
            <a:ext cx="3491865" cy="1962076"/>
          </a:xfrm>
          <a:prstGeom prst="rect">
            <a:avLst/>
          </a:prstGeom>
          <a:noFill/>
        </p:spPr>
        <p:txBody>
          <a:bodyPr wrap="square" rtlCol="0">
            <a:spAutoFit/>
          </a:bodyPr>
          <a:lstStyle/>
          <a:p>
            <a:pPr algn="ctr"/>
            <a:r>
              <a:rPr lang="es-ES" sz="4050" dirty="0">
                <a:latin typeface="Amasis MT Pro" panose="02040504050005020304" pitchFamily="18" charset="0"/>
              </a:rPr>
              <a:t>¡GRACIAS POR LA ATENCIÓN!</a:t>
            </a:r>
          </a:p>
        </p:txBody>
      </p:sp>
    </p:spTree>
    <p:extLst>
      <p:ext uri="{BB962C8B-B14F-4D97-AF65-F5344CB8AC3E}">
        <p14:creationId xmlns:p14="http://schemas.microsoft.com/office/powerpoint/2010/main" val="22919512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E69D700-B44A-ED6E-C9DD-F886C2D0040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2F6BF9E-58B5-B641-EBC5-8F45B161F6F2}"/>
              </a:ext>
            </a:extLst>
          </p:cNvPr>
          <p:cNvSpPr txBox="1"/>
          <p:nvPr/>
        </p:nvSpPr>
        <p:spPr>
          <a:xfrm>
            <a:off x="-5693" y="1099241"/>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60 = 0x128 + 0x64 + 1x32 + 1x16 + 1x8 + 1x4 + 0x2 + 0</a:t>
            </a:r>
          </a:p>
        </p:txBody>
      </p:sp>
      <p:pic>
        <p:nvPicPr>
          <p:cNvPr id="18" name="Imagen 17" descr="Forma, Cuadrado&#10;&#10;El contenido generado por IA puede ser incorrecto.">
            <a:extLst>
              <a:ext uri="{FF2B5EF4-FFF2-40B4-BE49-F238E27FC236}">
                <a16:creationId xmlns:a16="http://schemas.microsoft.com/office/drawing/2014/main" id="{EF8F1AE9-0371-72CE-6ED6-6148AE70A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28B50FF-720E-3E7D-E368-A158F2D9F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E45EB3-3E8E-305A-84F6-6AB4A29E42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6F2A70EF-B055-29D6-841E-4F5573F07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975FDA91-AB45-93F0-87F4-C6FF194CA9E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E2C7E94D-2396-E1EB-D349-CE61AA622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0014D4D3-4225-E9AF-38AD-B5A40F427E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6" name="CuadroTexto 5">
            <a:extLst>
              <a:ext uri="{FF2B5EF4-FFF2-40B4-BE49-F238E27FC236}">
                <a16:creationId xmlns:a16="http://schemas.microsoft.com/office/drawing/2014/main" id="{DD53226C-861F-F94C-C169-E4EB763087DD}"/>
              </a:ext>
            </a:extLst>
          </p:cNvPr>
          <p:cNvSpPr txBox="1"/>
          <p:nvPr/>
        </p:nvSpPr>
        <p:spPr>
          <a:xfrm>
            <a:off x="-5693" y="0"/>
            <a:ext cx="8782430" cy="646331"/>
          </a:xfrm>
          <a:prstGeom prst="rect">
            <a:avLst/>
          </a:prstGeom>
          <a:noFill/>
        </p:spPr>
        <p:txBody>
          <a:bodyPr wrap="square" rtlCol="0">
            <a:spAutoFit/>
          </a:bodyPr>
          <a:lstStyle/>
          <a:p>
            <a:pPr lvl="2" algn="r"/>
            <a:r>
              <a:rPr lang="es-ES" sz="3600" dirty="0">
                <a:latin typeface="Amasis MT Pro Light" panose="02040304050005020304" pitchFamily="18" charset="0"/>
                <a:cs typeface="Adobe Devanagari" panose="02040503050201020203" pitchFamily="18" charset="0"/>
              </a:rPr>
              <a:t>Subclase U = Fractal</a:t>
            </a:r>
          </a:p>
        </p:txBody>
      </p:sp>
      <p:sp>
        <p:nvSpPr>
          <p:cNvPr id="2" name="CuadroTexto 1">
            <a:extLst>
              <a:ext uri="{FF2B5EF4-FFF2-40B4-BE49-F238E27FC236}">
                <a16:creationId xmlns:a16="http://schemas.microsoft.com/office/drawing/2014/main" id="{2E62B5AB-E9E6-F695-123B-480E8340829B}"/>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cambia (1) o no cambia (0)? </a:t>
            </a:r>
          </a:p>
        </p:txBody>
      </p:sp>
      <p:sp>
        <p:nvSpPr>
          <p:cNvPr id="4" name="CuadroTexto 3">
            <a:extLst>
              <a:ext uri="{FF2B5EF4-FFF2-40B4-BE49-F238E27FC236}">
                <a16:creationId xmlns:a16="http://schemas.microsoft.com/office/drawing/2014/main" id="{E8C1D391-94E4-FC4C-314A-E41CA1579D8A}"/>
              </a:ext>
            </a:extLst>
          </p:cNvPr>
          <p:cNvSpPr txBox="1"/>
          <p:nvPr/>
        </p:nvSpPr>
        <p:spPr>
          <a:xfrm>
            <a:off x="116662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7" name="CuadroTexto 6">
            <a:extLst>
              <a:ext uri="{FF2B5EF4-FFF2-40B4-BE49-F238E27FC236}">
                <a16:creationId xmlns:a16="http://schemas.microsoft.com/office/drawing/2014/main" id="{BA92BE41-3516-C572-9E54-1B3EBB374D54}"/>
              </a:ext>
            </a:extLst>
          </p:cNvPr>
          <p:cNvSpPr txBox="1"/>
          <p:nvPr/>
        </p:nvSpPr>
        <p:spPr>
          <a:xfrm>
            <a:off x="2094432"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5" name="CuadroTexto 14">
            <a:extLst>
              <a:ext uri="{FF2B5EF4-FFF2-40B4-BE49-F238E27FC236}">
                <a16:creationId xmlns:a16="http://schemas.microsoft.com/office/drawing/2014/main" id="{CE9BA8B5-AE32-5F7C-7A41-526D02C9E6BB}"/>
              </a:ext>
            </a:extLst>
          </p:cNvPr>
          <p:cNvSpPr txBox="1"/>
          <p:nvPr/>
        </p:nvSpPr>
        <p:spPr>
          <a:xfrm>
            <a:off x="302223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7" name="CuadroTexto 16">
            <a:extLst>
              <a:ext uri="{FF2B5EF4-FFF2-40B4-BE49-F238E27FC236}">
                <a16:creationId xmlns:a16="http://schemas.microsoft.com/office/drawing/2014/main" id="{DF6CCC2B-1DE5-6F6B-61B6-CABEA02E76CA}"/>
              </a:ext>
            </a:extLst>
          </p:cNvPr>
          <p:cNvSpPr txBox="1"/>
          <p:nvPr/>
        </p:nvSpPr>
        <p:spPr>
          <a:xfrm>
            <a:off x="3957185"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9" name="CuadroTexto 18">
            <a:extLst>
              <a:ext uri="{FF2B5EF4-FFF2-40B4-BE49-F238E27FC236}">
                <a16:creationId xmlns:a16="http://schemas.microsoft.com/office/drawing/2014/main" id="{A5DAE914-5138-AC7C-4177-604541C4619F}"/>
              </a:ext>
            </a:extLst>
          </p:cNvPr>
          <p:cNvSpPr txBox="1"/>
          <p:nvPr/>
        </p:nvSpPr>
        <p:spPr>
          <a:xfrm>
            <a:off x="4884062"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21" name="CuadroTexto 20">
            <a:extLst>
              <a:ext uri="{FF2B5EF4-FFF2-40B4-BE49-F238E27FC236}">
                <a16:creationId xmlns:a16="http://schemas.microsoft.com/office/drawing/2014/main" id="{E4599F16-1142-FF07-F056-A802ADA98DB0}"/>
              </a:ext>
            </a:extLst>
          </p:cNvPr>
          <p:cNvSpPr txBox="1"/>
          <p:nvPr/>
        </p:nvSpPr>
        <p:spPr>
          <a:xfrm>
            <a:off x="5817600"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23" name="CuadroTexto 22">
            <a:extLst>
              <a:ext uri="{FF2B5EF4-FFF2-40B4-BE49-F238E27FC236}">
                <a16:creationId xmlns:a16="http://schemas.microsoft.com/office/drawing/2014/main" id="{06F44AB0-D965-77A5-4020-5FB3C938FBEC}"/>
              </a:ext>
            </a:extLst>
          </p:cNvPr>
          <p:cNvSpPr txBox="1"/>
          <p:nvPr/>
        </p:nvSpPr>
        <p:spPr>
          <a:xfrm>
            <a:off x="6751138" y="4447431"/>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25" name="CuadroTexto 24">
            <a:extLst>
              <a:ext uri="{FF2B5EF4-FFF2-40B4-BE49-F238E27FC236}">
                <a16:creationId xmlns:a16="http://schemas.microsoft.com/office/drawing/2014/main" id="{C930CCC0-B49B-896B-DE8E-7CBFCD7913C5}"/>
              </a:ext>
            </a:extLst>
          </p:cNvPr>
          <p:cNvSpPr txBox="1"/>
          <p:nvPr/>
        </p:nvSpPr>
        <p:spPr>
          <a:xfrm>
            <a:off x="7684676"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4C56578B-AA3B-B042-5D65-3D5D332D912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3064CD1-10A6-5151-35DC-34BEDE56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02D8513-C39D-A352-ADFD-DD1EBA57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DA406A81-7757-D2E5-F098-AEF994A8A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ED9F79B4-C526-D2DC-10F8-563513C3D0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03103DF6-C59C-0051-6B00-625C81D548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26BE51F-8E05-84ED-391C-3702390054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A2BE0A03-0A6A-D22D-F76F-A7C9E72821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CC7E999B-8FF6-8754-FC8B-7B5DBDD3974A}"/>
              </a:ext>
            </a:extLst>
          </p:cNvPr>
          <p:cNvSpPr txBox="1"/>
          <p:nvPr/>
        </p:nvSpPr>
        <p:spPr>
          <a:xfrm>
            <a:off x="-5693" y="6052286"/>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60 = 0x128 + 0x64 + 1x32 + 1x16 + 1x8 + 1x4 + 0x2 + 0</a:t>
            </a:r>
          </a:p>
        </p:txBody>
      </p:sp>
      <p:sp>
        <p:nvSpPr>
          <p:cNvPr id="32" name="CuadroTexto 31">
            <a:extLst>
              <a:ext uri="{FF2B5EF4-FFF2-40B4-BE49-F238E27FC236}">
                <a16:creationId xmlns:a16="http://schemas.microsoft.com/office/drawing/2014/main" id="{E244A8ED-868B-87F8-FF14-863B86D5485F}"/>
              </a:ext>
            </a:extLst>
          </p:cNvPr>
          <p:cNvSpPr txBox="1"/>
          <p:nvPr/>
        </p:nvSpPr>
        <p:spPr>
          <a:xfrm>
            <a:off x="1161561"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39" name="CuadroTexto 38">
            <a:extLst>
              <a:ext uri="{FF2B5EF4-FFF2-40B4-BE49-F238E27FC236}">
                <a16:creationId xmlns:a16="http://schemas.microsoft.com/office/drawing/2014/main" id="{6286F2B5-75C4-BBEC-61EA-425A90E41D02}"/>
              </a:ext>
            </a:extLst>
          </p:cNvPr>
          <p:cNvSpPr txBox="1"/>
          <p:nvPr/>
        </p:nvSpPr>
        <p:spPr>
          <a:xfrm>
            <a:off x="2089366"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40" name="CuadroTexto 39">
            <a:extLst>
              <a:ext uri="{FF2B5EF4-FFF2-40B4-BE49-F238E27FC236}">
                <a16:creationId xmlns:a16="http://schemas.microsoft.com/office/drawing/2014/main" id="{FE9227EB-0C50-27C4-38AF-EFC4147B4AC7}"/>
              </a:ext>
            </a:extLst>
          </p:cNvPr>
          <p:cNvSpPr txBox="1"/>
          <p:nvPr/>
        </p:nvSpPr>
        <p:spPr>
          <a:xfrm>
            <a:off x="3017171"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1" name="CuadroTexto 40">
            <a:extLst>
              <a:ext uri="{FF2B5EF4-FFF2-40B4-BE49-F238E27FC236}">
                <a16:creationId xmlns:a16="http://schemas.microsoft.com/office/drawing/2014/main" id="{35E81CCF-A3A3-761E-9BB2-778FD6FA635D}"/>
              </a:ext>
            </a:extLst>
          </p:cNvPr>
          <p:cNvSpPr txBox="1"/>
          <p:nvPr/>
        </p:nvSpPr>
        <p:spPr>
          <a:xfrm>
            <a:off x="3952119"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2" name="CuadroTexto 41">
            <a:extLst>
              <a:ext uri="{FF2B5EF4-FFF2-40B4-BE49-F238E27FC236}">
                <a16:creationId xmlns:a16="http://schemas.microsoft.com/office/drawing/2014/main" id="{295B9751-3E75-D565-FB5C-D826999DE846}"/>
              </a:ext>
            </a:extLst>
          </p:cNvPr>
          <p:cNvSpPr txBox="1"/>
          <p:nvPr/>
        </p:nvSpPr>
        <p:spPr>
          <a:xfrm>
            <a:off x="4878996"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43" name="CuadroTexto 42">
            <a:extLst>
              <a:ext uri="{FF2B5EF4-FFF2-40B4-BE49-F238E27FC236}">
                <a16:creationId xmlns:a16="http://schemas.microsoft.com/office/drawing/2014/main" id="{591E1EB9-389D-10D4-D39D-5396B9ED7D0D}"/>
              </a:ext>
            </a:extLst>
          </p:cNvPr>
          <p:cNvSpPr txBox="1"/>
          <p:nvPr/>
        </p:nvSpPr>
        <p:spPr>
          <a:xfrm>
            <a:off x="5812534"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44" name="CuadroTexto 43">
            <a:extLst>
              <a:ext uri="{FF2B5EF4-FFF2-40B4-BE49-F238E27FC236}">
                <a16:creationId xmlns:a16="http://schemas.microsoft.com/office/drawing/2014/main" id="{BCE7541B-3ACC-4438-733D-2ADBB08A51AB}"/>
              </a:ext>
            </a:extLst>
          </p:cNvPr>
          <p:cNvSpPr txBox="1"/>
          <p:nvPr/>
        </p:nvSpPr>
        <p:spPr>
          <a:xfrm>
            <a:off x="6746072" y="2020258"/>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45" name="CuadroTexto 44">
            <a:extLst>
              <a:ext uri="{FF2B5EF4-FFF2-40B4-BE49-F238E27FC236}">
                <a16:creationId xmlns:a16="http://schemas.microsoft.com/office/drawing/2014/main" id="{AA0FD63A-16C6-B689-3E6B-2B7EF3741F0B}"/>
              </a:ext>
            </a:extLst>
          </p:cNvPr>
          <p:cNvSpPr txBox="1"/>
          <p:nvPr/>
        </p:nvSpPr>
        <p:spPr>
          <a:xfrm>
            <a:off x="7679610"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EE4CEA7F-6909-FA2B-0B7D-0E9EB101D4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Tree>
    <p:extLst>
      <p:ext uri="{BB962C8B-B14F-4D97-AF65-F5344CB8AC3E}">
        <p14:creationId xmlns:p14="http://schemas.microsoft.com/office/powerpoint/2010/main" val="295492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FBCE91B-4AD7-BA40-899E-19EDEA70D82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D9F9716-CA67-4FC6-4574-10FBAEA66319}"/>
              </a:ext>
            </a:extLst>
          </p:cNvPr>
          <p:cNvSpPr txBox="1"/>
          <p:nvPr/>
        </p:nvSpPr>
        <p:spPr>
          <a:xfrm>
            <a:off x="-5693" y="1099241"/>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90 = 0x128 + 1x64 + 0x32 + 1x16 + 1x8 + 0x4 + 1x2 + 0</a:t>
            </a:r>
          </a:p>
        </p:txBody>
      </p:sp>
      <p:pic>
        <p:nvPicPr>
          <p:cNvPr id="18" name="Imagen 17" descr="Forma, Cuadrado&#10;&#10;El contenido generado por IA puede ser incorrecto.">
            <a:extLst>
              <a:ext uri="{FF2B5EF4-FFF2-40B4-BE49-F238E27FC236}">
                <a16:creationId xmlns:a16="http://schemas.microsoft.com/office/drawing/2014/main" id="{9A0B7842-7F49-11E1-0C00-D89ACA96AC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5C358E0-1AC0-7456-6074-179D4685E6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5F752F-839B-1416-61CA-F44C40DA3C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DF28CDFB-230E-13CC-2030-DE90E9F47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502AA597-4BA8-8A94-17B9-B8B8EA1AF1F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13ADB739-FA80-6B7B-F674-4EAC644C612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E32EEECC-9C84-F5BD-851B-71F91ED3D3D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6" name="CuadroTexto 5">
            <a:extLst>
              <a:ext uri="{FF2B5EF4-FFF2-40B4-BE49-F238E27FC236}">
                <a16:creationId xmlns:a16="http://schemas.microsoft.com/office/drawing/2014/main" id="{954D996F-A356-B7F9-A29D-73C26D018087}"/>
              </a:ext>
            </a:extLst>
          </p:cNvPr>
          <p:cNvSpPr txBox="1"/>
          <p:nvPr/>
        </p:nvSpPr>
        <p:spPr>
          <a:xfrm>
            <a:off x="-5693" y="0"/>
            <a:ext cx="8782430" cy="646331"/>
          </a:xfrm>
          <a:prstGeom prst="rect">
            <a:avLst/>
          </a:prstGeom>
          <a:noFill/>
        </p:spPr>
        <p:txBody>
          <a:bodyPr wrap="square" rtlCol="0">
            <a:spAutoFit/>
          </a:bodyPr>
          <a:lstStyle/>
          <a:p>
            <a:pPr lvl="2" algn="r"/>
            <a:r>
              <a:rPr lang="es-ES" sz="3600" dirty="0">
                <a:latin typeface="Amasis MT Pro Light" panose="02040304050005020304" pitchFamily="18" charset="0"/>
                <a:cs typeface="Adobe Devanagari" panose="02040503050201020203" pitchFamily="18" charset="0"/>
              </a:rPr>
              <a:t>Subclase U = Fractal</a:t>
            </a:r>
          </a:p>
        </p:txBody>
      </p:sp>
      <p:sp>
        <p:nvSpPr>
          <p:cNvPr id="2" name="CuadroTexto 1">
            <a:extLst>
              <a:ext uri="{FF2B5EF4-FFF2-40B4-BE49-F238E27FC236}">
                <a16:creationId xmlns:a16="http://schemas.microsoft.com/office/drawing/2014/main" id="{9A316B1C-9665-5BCE-B07D-FFBFC1F53F6A}"/>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cambia (1) o no cambia (0)? </a:t>
            </a:r>
          </a:p>
        </p:txBody>
      </p:sp>
      <p:sp>
        <p:nvSpPr>
          <p:cNvPr id="4" name="CuadroTexto 3">
            <a:extLst>
              <a:ext uri="{FF2B5EF4-FFF2-40B4-BE49-F238E27FC236}">
                <a16:creationId xmlns:a16="http://schemas.microsoft.com/office/drawing/2014/main" id="{C5366316-999D-3346-F92A-AE5D9F4C7B29}"/>
              </a:ext>
            </a:extLst>
          </p:cNvPr>
          <p:cNvSpPr txBox="1"/>
          <p:nvPr/>
        </p:nvSpPr>
        <p:spPr>
          <a:xfrm>
            <a:off x="116662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7" name="CuadroTexto 6">
            <a:extLst>
              <a:ext uri="{FF2B5EF4-FFF2-40B4-BE49-F238E27FC236}">
                <a16:creationId xmlns:a16="http://schemas.microsoft.com/office/drawing/2014/main" id="{74FC9FC4-F6D3-E21B-B551-12EA2F2A639C}"/>
              </a:ext>
            </a:extLst>
          </p:cNvPr>
          <p:cNvSpPr txBox="1"/>
          <p:nvPr/>
        </p:nvSpPr>
        <p:spPr>
          <a:xfrm>
            <a:off x="2094432"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5" name="CuadroTexto 14">
            <a:extLst>
              <a:ext uri="{FF2B5EF4-FFF2-40B4-BE49-F238E27FC236}">
                <a16:creationId xmlns:a16="http://schemas.microsoft.com/office/drawing/2014/main" id="{A9C130E1-EC64-8F80-B2C6-8B41EB07F546}"/>
              </a:ext>
            </a:extLst>
          </p:cNvPr>
          <p:cNvSpPr txBox="1"/>
          <p:nvPr/>
        </p:nvSpPr>
        <p:spPr>
          <a:xfrm>
            <a:off x="302223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7" name="CuadroTexto 16">
            <a:extLst>
              <a:ext uri="{FF2B5EF4-FFF2-40B4-BE49-F238E27FC236}">
                <a16:creationId xmlns:a16="http://schemas.microsoft.com/office/drawing/2014/main" id="{6AE72169-DE24-FBE1-04EF-FB6005DD4ACF}"/>
              </a:ext>
            </a:extLst>
          </p:cNvPr>
          <p:cNvSpPr txBox="1"/>
          <p:nvPr/>
        </p:nvSpPr>
        <p:spPr>
          <a:xfrm>
            <a:off x="3957185"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9" name="CuadroTexto 18">
            <a:extLst>
              <a:ext uri="{FF2B5EF4-FFF2-40B4-BE49-F238E27FC236}">
                <a16:creationId xmlns:a16="http://schemas.microsoft.com/office/drawing/2014/main" id="{553E4A71-2CA5-F30B-A8F6-B5A681C8035E}"/>
              </a:ext>
            </a:extLst>
          </p:cNvPr>
          <p:cNvSpPr txBox="1"/>
          <p:nvPr/>
        </p:nvSpPr>
        <p:spPr>
          <a:xfrm>
            <a:off x="4884062"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21" name="CuadroTexto 20">
            <a:extLst>
              <a:ext uri="{FF2B5EF4-FFF2-40B4-BE49-F238E27FC236}">
                <a16:creationId xmlns:a16="http://schemas.microsoft.com/office/drawing/2014/main" id="{BBFC2739-1657-006E-0AA2-CB4D703C2B89}"/>
              </a:ext>
            </a:extLst>
          </p:cNvPr>
          <p:cNvSpPr txBox="1"/>
          <p:nvPr/>
        </p:nvSpPr>
        <p:spPr>
          <a:xfrm>
            <a:off x="5817600"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23" name="CuadroTexto 22">
            <a:extLst>
              <a:ext uri="{FF2B5EF4-FFF2-40B4-BE49-F238E27FC236}">
                <a16:creationId xmlns:a16="http://schemas.microsoft.com/office/drawing/2014/main" id="{BE213873-B773-660E-6945-0F447870548A}"/>
              </a:ext>
            </a:extLst>
          </p:cNvPr>
          <p:cNvSpPr txBox="1"/>
          <p:nvPr/>
        </p:nvSpPr>
        <p:spPr>
          <a:xfrm>
            <a:off x="6751138" y="4447431"/>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25" name="CuadroTexto 24">
            <a:extLst>
              <a:ext uri="{FF2B5EF4-FFF2-40B4-BE49-F238E27FC236}">
                <a16:creationId xmlns:a16="http://schemas.microsoft.com/office/drawing/2014/main" id="{6F1D3F19-96A9-5126-CD3F-2C629A0684A6}"/>
              </a:ext>
            </a:extLst>
          </p:cNvPr>
          <p:cNvSpPr txBox="1"/>
          <p:nvPr/>
        </p:nvSpPr>
        <p:spPr>
          <a:xfrm>
            <a:off x="7684676"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AB62AF03-A605-8D06-C070-C283F27CE16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C9FDF5BB-C8C0-9A98-BD02-ABACA4F8C0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BF3BEB56-ECC7-BA5B-D3BC-6FA12D26E2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72C442D4-FF3D-65A7-7CC1-A98B74F9C9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8A4C5EE7-A320-42C9-B9D5-670BF9178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F5D1A2A1-E46B-DB84-92B1-2E54682D127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2A239933-7285-B558-10C2-F92A3DB69A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8EB55628-DA64-0C59-4B9B-629C7FB18FA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B2C54E0C-4B44-59C8-C9B8-8FD83355EA86}"/>
              </a:ext>
            </a:extLst>
          </p:cNvPr>
          <p:cNvSpPr txBox="1"/>
          <p:nvPr/>
        </p:nvSpPr>
        <p:spPr>
          <a:xfrm>
            <a:off x="-5693" y="6052286"/>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90 = 0x128 + 1x64 + 0x32 + 1x16 + 1x8 + 0x4 + 1x2 + 0</a:t>
            </a:r>
          </a:p>
        </p:txBody>
      </p:sp>
      <p:sp>
        <p:nvSpPr>
          <p:cNvPr id="32" name="CuadroTexto 31">
            <a:extLst>
              <a:ext uri="{FF2B5EF4-FFF2-40B4-BE49-F238E27FC236}">
                <a16:creationId xmlns:a16="http://schemas.microsoft.com/office/drawing/2014/main" id="{33DC4F82-3333-D1CC-367B-FC33D45E01F3}"/>
              </a:ext>
            </a:extLst>
          </p:cNvPr>
          <p:cNvSpPr txBox="1"/>
          <p:nvPr/>
        </p:nvSpPr>
        <p:spPr>
          <a:xfrm>
            <a:off x="1161561"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39" name="CuadroTexto 38">
            <a:extLst>
              <a:ext uri="{FF2B5EF4-FFF2-40B4-BE49-F238E27FC236}">
                <a16:creationId xmlns:a16="http://schemas.microsoft.com/office/drawing/2014/main" id="{0503D7DF-6B51-7277-74A5-6D4F00535DE7}"/>
              </a:ext>
            </a:extLst>
          </p:cNvPr>
          <p:cNvSpPr txBox="1"/>
          <p:nvPr/>
        </p:nvSpPr>
        <p:spPr>
          <a:xfrm>
            <a:off x="2089366"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0" name="CuadroTexto 39">
            <a:extLst>
              <a:ext uri="{FF2B5EF4-FFF2-40B4-BE49-F238E27FC236}">
                <a16:creationId xmlns:a16="http://schemas.microsoft.com/office/drawing/2014/main" id="{77AC0C76-FF09-5C9A-246A-F75A29B89B44}"/>
              </a:ext>
            </a:extLst>
          </p:cNvPr>
          <p:cNvSpPr txBox="1"/>
          <p:nvPr/>
        </p:nvSpPr>
        <p:spPr>
          <a:xfrm>
            <a:off x="3017171"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41" name="CuadroTexto 40">
            <a:extLst>
              <a:ext uri="{FF2B5EF4-FFF2-40B4-BE49-F238E27FC236}">
                <a16:creationId xmlns:a16="http://schemas.microsoft.com/office/drawing/2014/main" id="{45F2EE2D-79E9-F599-284C-0F7212B59AF3}"/>
              </a:ext>
            </a:extLst>
          </p:cNvPr>
          <p:cNvSpPr txBox="1"/>
          <p:nvPr/>
        </p:nvSpPr>
        <p:spPr>
          <a:xfrm>
            <a:off x="3952119"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2" name="CuadroTexto 41">
            <a:extLst>
              <a:ext uri="{FF2B5EF4-FFF2-40B4-BE49-F238E27FC236}">
                <a16:creationId xmlns:a16="http://schemas.microsoft.com/office/drawing/2014/main" id="{3624C521-6726-2319-7C9C-7976D249B9D9}"/>
              </a:ext>
            </a:extLst>
          </p:cNvPr>
          <p:cNvSpPr txBox="1"/>
          <p:nvPr/>
        </p:nvSpPr>
        <p:spPr>
          <a:xfrm>
            <a:off x="4878996"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43" name="CuadroTexto 42">
            <a:extLst>
              <a:ext uri="{FF2B5EF4-FFF2-40B4-BE49-F238E27FC236}">
                <a16:creationId xmlns:a16="http://schemas.microsoft.com/office/drawing/2014/main" id="{9A6A9008-49B1-E631-F62C-FEED35C783B0}"/>
              </a:ext>
            </a:extLst>
          </p:cNvPr>
          <p:cNvSpPr txBox="1"/>
          <p:nvPr/>
        </p:nvSpPr>
        <p:spPr>
          <a:xfrm>
            <a:off x="5812534"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44" name="CuadroTexto 43">
            <a:extLst>
              <a:ext uri="{FF2B5EF4-FFF2-40B4-BE49-F238E27FC236}">
                <a16:creationId xmlns:a16="http://schemas.microsoft.com/office/drawing/2014/main" id="{A6CB508C-5FDD-0B0E-5A7F-D4F8B1CACBA3}"/>
              </a:ext>
            </a:extLst>
          </p:cNvPr>
          <p:cNvSpPr txBox="1"/>
          <p:nvPr/>
        </p:nvSpPr>
        <p:spPr>
          <a:xfrm>
            <a:off x="6746072" y="2020258"/>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5" name="CuadroTexto 44">
            <a:extLst>
              <a:ext uri="{FF2B5EF4-FFF2-40B4-BE49-F238E27FC236}">
                <a16:creationId xmlns:a16="http://schemas.microsoft.com/office/drawing/2014/main" id="{E33E91EF-135D-4FF3-446E-BFA53E3F5BA0}"/>
              </a:ext>
            </a:extLst>
          </p:cNvPr>
          <p:cNvSpPr txBox="1"/>
          <p:nvPr/>
        </p:nvSpPr>
        <p:spPr>
          <a:xfrm>
            <a:off x="7679610"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9B45ACC9-F944-81E5-8547-1ED135F487C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Tree>
    <p:extLst>
      <p:ext uri="{BB962C8B-B14F-4D97-AF65-F5344CB8AC3E}">
        <p14:creationId xmlns:p14="http://schemas.microsoft.com/office/powerpoint/2010/main" val="18273835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8BE0DD8-71B2-9C9A-A5F7-8B55322EDA42}"/>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705B8B1-A906-3773-BAC1-5E65D5395748}"/>
              </a:ext>
            </a:extLst>
          </p:cNvPr>
          <p:cNvSpPr txBox="1"/>
          <p:nvPr/>
        </p:nvSpPr>
        <p:spPr>
          <a:xfrm>
            <a:off x="-5693" y="1099241"/>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150 = 1x128 + 0x64 + 0x32 + 1x16 + 0x8 + 1x4 + 1x2 + 0</a:t>
            </a:r>
          </a:p>
        </p:txBody>
      </p:sp>
      <p:pic>
        <p:nvPicPr>
          <p:cNvPr id="18" name="Imagen 17" descr="Forma, Cuadrado&#10;&#10;El contenido generado por IA puede ser incorrecto.">
            <a:extLst>
              <a:ext uri="{FF2B5EF4-FFF2-40B4-BE49-F238E27FC236}">
                <a16:creationId xmlns:a16="http://schemas.microsoft.com/office/drawing/2014/main" id="{D1159975-6666-DEB5-9AAD-8E10DA8E16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171A84E4-FA11-D9E1-6510-7DE89E286D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1CBF02E-878E-E3FB-93BD-D5A454FA6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FB79F57F-DB14-3963-EAB6-9FD5D92CCA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E1281D2-80E9-AC27-BD29-51360E1C8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598DA97B-44ED-AE78-1A31-8D870645C2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45521D50-6545-A046-600C-3704F6C3E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6" name="CuadroTexto 5">
            <a:extLst>
              <a:ext uri="{FF2B5EF4-FFF2-40B4-BE49-F238E27FC236}">
                <a16:creationId xmlns:a16="http://schemas.microsoft.com/office/drawing/2014/main" id="{BBF34A65-3482-F1F6-61A5-42A0A03F52BC}"/>
              </a:ext>
            </a:extLst>
          </p:cNvPr>
          <p:cNvSpPr txBox="1"/>
          <p:nvPr/>
        </p:nvSpPr>
        <p:spPr>
          <a:xfrm>
            <a:off x="-5693" y="0"/>
            <a:ext cx="8782430" cy="646331"/>
          </a:xfrm>
          <a:prstGeom prst="rect">
            <a:avLst/>
          </a:prstGeom>
          <a:noFill/>
        </p:spPr>
        <p:txBody>
          <a:bodyPr wrap="square" rtlCol="0">
            <a:spAutoFit/>
          </a:bodyPr>
          <a:lstStyle/>
          <a:p>
            <a:pPr lvl="2" algn="r"/>
            <a:r>
              <a:rPr lang="es-ES" sz="3600" dirty="0">
                <a:latin typeface="Amasis MT Pro Light" panose="02040304050005020304" pitchFamily="18" charset="0"/>
                <a:cs typeface="Adobe Devanagari" panose="02040503050201020203" pitchFamily="18" charset="0"/>
              </a:rPr>
              <a:t>Subclase U = Fractal</a:t>
            </a:r>
          </a:p>
        </p:txBody>
      </p:sp>
      <p:sp>
        <p:nvSpPr>
          <p:cNvPr id="2" name="CuadroTexto 1">
            <a:extLst>
              <a:ext uri="{FF2B5EF4-FFF2-40B4-BE49-F238E27FC236}">
                <a16:creationId xmlns:a16="http://schemas.microsoft.com/office/drawing/2014/main" id="{A81129EF-F9B2-1F94-C739-BAB50576B7BC}"/>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cambia (1) o no cambia (0)? </a:t>
            </a:r>
          </a:p>
        </p:txBody>
      </p:sp>
      <p:sp>
        <p:nvSpPr>
          <p:cNvPr id="4" name="CuadroTexto 3">
            <a:extLst>
              <a:ext uri="{FF2B5EF4-FFF2-40B4-BE49-F238E27FC236}">
                <a16:creationId xmlns:a16="http://schemas.microsoft.com/office/drawing/2014/main" id="{1441C9E0-5CB3-380F-A7B3-FDDBA9EEDC1B}"/>
              </a:ext>
            </a:extLst>
          </p:cNvPr>
          <p:cNvSpPr txBox="1"/>
          <p:nvPr/>
        </p:nvSpPr>
        <p:spPr>
          <a:xfrm>
            <a:off x="116662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7" name="CuadroTexto 6">
            <a:extLst>
              <a:ext uri="{FF2B5EF4-FFF2-40B4-BE49-F238E27FC236}">
                <a16:creationId xmlns:a16="http://schemas.microsoft.com/office/drawing/2014/main" id="{BE3FA818-0004-A7D6-6F3B-9FC97BC4093A}"/>
              </a:ext>
            </a:extLst>
          </p:cNvPr>
          <p:cNvSpPr txBox="1"/>
          <p:nvPr/>
        </p:nvSpPr>
        <p:spPr>
          <a:xfrm>
            <a:off x="2094432"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5" name="CuadroTexto 14">
            <a:extLst>
              <a:ext uri="{FF2B5EF4-FFF2-40B4-BE49-F238E27FC236}">
                <a16:creationId xmlns:a16="http://schemas.microsoft.com/office/drawing/2014/main" id="{60D04BFA-C05E-BB6A-1E2B-AAD450AB6FC7}"/>
              </a:ext>
            </a:extLst>
          </p:cNvPr>
          <p:cNvSpPr txBox="1"/>
          <p:nvPr/>
        </p:nvSpPr>
        <p:spPr>
          <a:xfrm>
            <a:off x="302223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7" name="CuadroTexto 16">
            <a:extLst>
              <a:ext uri="{FF2B5EF4-FFF2-40B4-BE49-F238E27FC236}">
                <a16:creationId xmlns:a16="http://schemas.microsoft.com/office/drawing/2014/main" id="{8205C518-8D43-8293-DD14-2E1B70E6F3CF}"/>
              </a:ext>
            </a:extLst>
          </p:cNvPr>
          <p:cNvSpPr txBox="1"/>
          <p:nvPr/>
        </p:nvSpPr>
        <p:spPr>
          <a:xfrm>
            <a:off x="3957185"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9" name="CuadroTexto 18">
            <a:extLst>
              <a:ext uri="{FF2B5EF4-FFF2-40B4-BE49-F238E27FC236}">
                <a16:creationId xmlns:a16="http://schemas.microsoft.com/office/drawing/2014/main" id="{03BD8DCA-4613-202C-013A-30FA52ECB6E7}"/>
              </a:ext>
            </a:extLst>
          </p:cNvPr>
          <p:cNvSpPr txBox="1"/>
          <p:nvPr/>
        </p:nvSpPr>
        <p:spPr>
          <a:xfrm>
            <a:off x="4884062"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21" name="CuadroTexto 20">
            <a:extLst>
              <a:ext uri="{FF2B5EF4-FFF2-40B4-BE49-F238E27FC236}">
                <a16:creationId xmlns:a16="http://schemas.microsoft.com/office/drawing/2014/main" id="{C502C45C-35B6-D670-6DB8-1F97E6A9F85A}"/>
              </a:ext>
            </a:extLst>
          </p:cNvPr>
          <p:cNvSpPr txBox="1"/>
          <p:nvPr/>
        </p:nvSpPr>
        <p:spPr>
          <a:xfrm>
            <a:off x="5817600"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23" name="CuadroTexto 22">
            <a:extLst>
              <a:ext uri="{FF2B5EF4-FFF2-40B4-BE49-F238E27FC236}">
                <a16:creationId xmlns:a16="http://schemas.microsoft.com/office/drawing/2014/main" id="{201CECD6-0495-7FF7-EFFD-4BE4D6F96429}"/>
              </a:ext>
            </a:extLst>
          </p:cNvPr>
          <p:cNvSpPr txBox="1"/>
          <p:nvPr/>
        </p:nvSpPr>
        <p:spPr>
          <a:xfrm>
            <a:off x="6751138" y="4447431"/>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25" name="CuadroTexto 24">
            <a:extLst>
              <a:ext uri="{FF2B5EF4-FFF2-40B4-BE49-F238E27FC236}">
                <a16:creationId xmlns:a16="http://schemas.microsoft.com/office/drawing/2014/main" id="{EEF48DFC-A675-F19C-5651-3A89A4516F2E}"/>
              </a:ext>
            </a:extLst>
          </p:cNvPr>
          <p:cNvSpPr txBox="1"/>
          <p:nvPr/>
        </p:nvSpPr>
        <p:spPr>
          <a:xfrm>
            <a:off x="7684676"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9CFD9F61-56C1-378D-9AB4-BE342E5C414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8DB08F35-52EA-6153-412B-3E87CCD02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E02AD44-C0E5-52FD-8C1B-11D10D31C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898320DE-10BF-10CB-E766-086314B7A1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501A8414-AF9E-7BAC-6B7C-7D7D5A0647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54C6C095-6DD6-82BE-68EE-32AF567740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6CF20C61-3345-5327-4182-CD29F9BF06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C390A429-7FBE-1D55-C237-C549993C0F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34AFB7D8-5576-B12A-200A-AA2E91224BE1}"/>
              </a:ext>
            </a:extLst>
          </p:cNvPr>
          <p:cNvSpPr txBox="1"/>
          <p:nvPr/>
        </p:nvSpPr>
        <p:spPr>
          <a:xfrm>
            <a:off x="-5693" y="6052286"/>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150 = 1x128 + 0x64 + 0x32 + 1x16 + 0x8 + 1x4 + 1x2 + 0</a:t>
            </a:r>
          </a:p>
        </p:txBody>
      </p:sp>
      <p:sp>
        <p:nvSpPr>
          <p:cNvPr id="32" name="CuadroTexto 31">
            <a:extLst>
              <a:ext uri="{FF2B5EF4-FFF2-40B4-BE49-F238E27FC236}">
                <a16:creationId xmlns:a16="http://schemas.microsoft.com/office/drawing/2014/main" id="{193ED160-111C-D344-5B99-86B750EB45B0}"/>
              </a:ext>
            </a:extLst>
          </p:cNvPr>
          <p:cNvSpPr txBox="1"/>
          <p:nvPr/>
        </p:nvSpPr>
        <p:spPr>
          <a:xfrm>
            <a:off x="1161561"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39" name="CuadroTexto 38">
            <a:extLst>
              <a:ext uri="{FF2B5EF4-FFF2-40B4-BE49-F238E27FC236}">
                <a16:creationId xmlns:a16="http://schemas.microsoft.com/office/drawing/2014/main" id="{03436222-7407-04C6-3801-3A1CF44AB443}"/>
              </a:ext>
            </a:extLst>
          </p:cNvPr>
          <p:cNvSpPr txBox="1"/>
          <p:nvPr/>
        </p:nvSpPr>
        <p:spPr>
          <a:xfrm>
            <a:off x="2089366"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40" name="CuadroTexto 39">
            <a:extLst>
              <a:ext uri="{FF2B5EF4-FFF2-40B4-BE49-F238E27FC236}">
                <a16:creationId xmlns:a16="http://schemas.microsoft.com/office/drawing/2014/main" id="{30298091-E81F-60B0-333D-1071876BC2DD}"/>
              </a:ext>
            </a:extLst>
          </p:cNvPr>
          <p:cNvSpPr txBox="1"/>
          <p:nvPr/>
        </p:nvSpPr>
        <p:spPr>
          <a:xfrm>
            <a:off x="3017171"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41" name="CuadroTexto 40">
            <a:extLst>
              <a:ext uri="{FF2B5EF4-FFF2-40B4-BE49-F238E27FC236}">
                <a16:creationId xmlns:a16="http://schemas.microsoft.com/office/drawing/2014/main" id="{6FF0A43A-0E69-A232-1B78-32AAB6DBD206}"/>
              </a:ext>
            </a:extLst>
          </p:cNvPr>
          <p:cNvSpPr txBox="1"/>
          <p:nvPr/>
        </p:nvSpPr>
        <p:spPr>
          <a:xfrm>
            <a:off x="3952119"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2" name="CuadroTexto 41">
            <a:extLst>
              <a:ext uri="{FF2B5EF4-FFF2-40B4-BE49-F238E27FC236}">
                <a16:creationId xmlns:a16="http://schemas.microsoft.com/office/drawing/2014/main" id="{19B43131-B118-585C-5988-65964F391A3A}"/>
              </a:ext>
            </a:extLst>
          </p:cNvPr>
          <p:cNvSpPr txBox="1"/>
          <p:nvPr/>
        </p:nvSpPr>
        <p:spPr>
          <a:xfrm>
            <a:off x="4878996"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43" name="CuadroTexto 42">
            <a:extLst>
              <a:ext uri="{FF2B5EF4-FFF2-40B4-BE49-F238E27FC236}">
                <a16:creationId xmlns:a16="http://schemas.microsoft.com/office/drawing/2014/main" id="{1F8A968D-2446-7761-78EE-3E03A0599A8C}"/>
              </a:ext>
            </a:extLst>
          </p:cNvPr>
          <p:cNvSpPr txBox="1"/>
          <p:nvPr/>
        </p:nvSpPr>
        <p:spPr>
          <a:xfrm>
            <a:off x="5812534" y="2016672"/>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44" name="CuadroTexto 43">
            <a:extLst>
              <a:ext uri="{FF2B5EF4-FFF2-40B4-BE49-F238E27FC236}">
                <a16:creationId xmlns:a16="http://schemas.microsoft.com/office/drawing/2014/main" id="{2C936E09-80B1-3EA6-ED04-5D2CA4F9DB17}"/>
              </a:ext>
            </a:extLst>
          </p:cNvPr>
          <p:cNvSpPr txBox="1"/>
          <p:nvPr/>
        </p:nvSpPr>
        <p:spPr>
          <a:xfrm>
            <a:off x="6746072" y="2020258"/>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45" name="CuadroTexto 44">
            <a:extLst>
              <a:ext uri="{FF2B5EF4-FFF2-40B4-BE49-F238E27FC236}">
                <a16:creationId xmlns:a16="http://schemas.microsoft.com/office/drawing/2014/main" id="{200E9B51-2269-2915-EA84-4E22BD4995FB}"/>
              </a:ext>
            </a:extLst>
          </p:cNvPr>
          <p:cNvSpPr txBox="1"/>
          <p:nvPr/>
        </p:nvSpPr>
        <p:spPr>
          <a:xfrm>
            <a:off x="7679610" y="2009470"/>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8DEE75D0-39B3-4DA8-C088-47796EA11C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Tree>
    <p:extLst>
      <p:ext uri="{BB962C8B-B14F-4D97-AF65-F5344CB8AC3E}">
        <p14:creationId xmlns:p14="http://schemas.microsoft.com/office/powerpoint/2010/main" val="18562851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00E40F-6940-735A-686C-FE3378F894AE}"/>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82F199F1-7B3C-20D9-E918-03439A8E7FE8}"/>
              </a:ext>
            </a:extLst>
          </p:cNvPr>
          <p:cNvSpPr txBox="1"/>
          <p:nvPr/>
        </p:nvSpPr>
        <p:spPr>
          <a:xfrm>
            <a:off x="-5693" y="1099241"/>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105 = 0x128 + 1x64 + 1x32 + 0x16 + 1x8 + 0x4 + 0x2 + 1</a:t>
            </a:r>
          </a:p>
        </p:txBody>
      </p:sp>
      <p:sp>
        <p:nvSpPr>
          <p:cNvPr id="5" name="CuadroTexto 4">
            <a:extLst>
              <a:ext uri="{FF2B5EF4-FFF2-40B4-BE49-F238E27FC236}">
                <a16:creationId xmlns:a16="http://schemas.microsoft.com/office/drawing/2014/main" id="{44AAF1F0-F521-3E95-2E81-86C14E507123}"/>
              </a:ext>
            </a:extLst>
          </p:cNvPr>
          <p:cNvSpPr txBox="1"/>
          <p:nvPr/>
        </p:nvSpPr>
        <p:spPr>
          <a:xfrm>
            <a:off x="1166627"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8" name="CuadroTexto 7">
            <a:extLst>
              <a:ext uri="{FF2B5EF4-FFF2-40B4-BE49-F238E27FC236}">
                <a16:creationId xmlns:a16="http://schemas.microsoft.com/office/drawing/2014/main" id="{FC2FB1F2-2DB7-94D9-43E9-E88B59D56C38}"/>
              </a:ext>
            </a:extLst>
          </p:cNvPr>
          <p:cNvSpPr txBox="1"/>
          <p:nvPr/>
        </p:nvSpPr>
        <p:spPr>
          <a:xfrm>
            <a:off x="2094432"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9" name="CuadroTexto 8">
            <a:extLst>
              <a:ext uri="{FF2B5EF4-FFF2-40B4-BE49-F238E27FC236}">
                <a16:creationId xmlns:a16="http://schemas.microsoft.com/office/drawing/2014/main" id="{6D0E7C74-7C71-D8D8-109B-42F754BEF824}"/>
              </a:ext>
            </a:extLst>
          </p:cNvPr>
          <p:cNvSpPr txBox="1"/>
          <p:nvPr/>
        </p:nvSpPr>
        <p:spPr>
          <a:xfrm>
            <a:off x="3022237"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0" name="CuadroTexto 9">
            <a:extLst>
              <a:ext uri="{FF2B5EF4-FFF2-40B4-BE49-F238E27FC236}">
                <a16:creationId xmlns:a16="http://schemas.microsoft.com/office/drawing/2014/main" id="{670B5351-F088-619A-591D-56F1AD176258}"/>
              </a:ext>
            </a:extLst>
          </p:cNvPr>
          <p:cNvSpPr txBox="1"/>
          <p:nvPr/>
        </p:nvSpPr>
        <p:spPr>
          <a:xfrm>
            <a:off x="3957185" y="2011184"/>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1" name="CuadroTexto 10">
            <a:extLst>
              <a:ext uri="{FF2B5EF4-FFF2-40B4-BE49-F238E27FC236}">
                <a16:creationId xmlns:a16="http://schemas.microsoft.com/office/drawing/2014/main" id="{F7055DA7-ABC7-548B-8A0A-0D260EBABFED}"/>
              </a:ext>
            </a:extLst>
          </p:cNvPr>
          <p:cNvSpPr txBox="1"/>
          <p:nvPr/>
        </p:nvSpPr>
        <p:spPr>
          <a:xfrm>
            <a:off x="4884062" y="2011184"/>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12" name="CuadroTexto 11">
            <a:extLst>
              <a:ext uri="{FF2B5EF4-FFF2-40B4-BE49-F238E27FC236}">
                <a16:creationId xmlns:a16="http://schemas.microsoft.com/office/drawing/2014/main" id="{6709C719-A886-ECAB-AE27-6EEBC4BBD995}"/>
              </a:ext>
            </a:extLst>
          </p:cNvPr>
          <p:cNvSpPr txBox="1"/>
          <p:nvPr/>
        </p:nvSpPr>
        <p:spPr>
          <a:xfrm>
            <a:off x="5817600" y="2018386"/>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13" name="CuadroTexto 12">
            <a:extLst>
              <a:ext uri="{FF2B5EF4-FFF2-40B4-BE49-F238E27FC236}">
                <a16:creationId xmlns:a16="http://schemas.microsoft.com/office/drawing/2014/main" id="{C891B102-4CB7-2D07-D116-324A7F5D525F}"/>
              </a:ext>
            </a:extLst>
          </p:cNvPr>
          <p:cNvSpPr txBox="1"/>
          <p:nvPr/>
        </p:nvSpPr>
        <p:spPr>
          <a:xfrm>
            <a:off x="6751138" y="2021972"/>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4" name="CuadroTexto 13">
            <a:extLst>
              <a:ext uri="{FF2B5EF4-FFF2-40B4-BE49-F238E27FC236}">
                <a16:creationId xmlns:a16="http://schemas.microsoft.com/office/drawing/2014/main" id="{8D7CDF7C-34AD-B733-BC4D-3CC31CA82D91}"/>
              </a:ext>
            </a:extLst>
          </p:cNvPr>
          <p:cNvSpPr txBox="1"/>
          <p:nvPr/>
        </p:nvSpPr>
        <p:spPr>
          <a:xfrm>
            <a:off x="7684676" y="2011184"/>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A203CE10-1E9C-BF47-9BB5-5E21C4FFC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D22C8FDD-A236-4639-F2CA-BE342FB6D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7AF82AD8-8CB6-6933-6623-FEAD58DDC7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625A1769-8D43-1F2B-20D8-906B2AA0A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52193381-C863-8BE2-B34F-4ED9242C69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637C597-4AFD-8452-C79D-ECD261CC111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289980E2-C493-3788-752E-2479A16736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5536DAE7-443B-263D-D5DB-BFFB29512F0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6" name="CuadroTexto 5">
            <a:extLst>
              <a:ext uri="{FF2B5EF4-FFF2-40B4-BE49-F238E27FC236}">
                <a16:creationId xmlns:a16="http://schemas.microsoft.com/office/drawing/2014/main" id="{E195EC82-4273-0EE3-2FA6-CF202E5EA232}"/>
              </a:ext>
            </a:extLst>
          </p:cNvPr>
          <p:cNvSpPr txBox="1"/>
          <p:nvPr/>
        </p:nvSpPr>
        <p:spPr>
          <a:xfrm>
            <a:off x="-5693" y="0"/>
            <a:ext cx="8782430" cy="646331"/>
          </a:xfrm>
          <a:prstGeom prst="rect">
            <a:avLst/>
          </a:prstGeom>
          <a:noFill/>
        </p:spPr>
        <p:txBody>
          <a:bodyPr wrap="square" rtlCol="0">
            <a:spAutoFit/>
          </a:bodyPr>
          <a:lstStyle/>
          <a:p>
            <a:pPr lvl="2" algn="r"/>
            <a:r>
              <a:rPr lang="es-ES" sz="3600" dirty="0">
                <a:latin typeface="Amasis MT Pro Light" panose="02040304050005020304" pitchFamily="18" charset="0"/>
                <a:cs typeface="Adobe Devanagari" panose="02040503050201020203" pitchFamily="18" charset="0"/>
              </a:rPr>
              <a:t>Subclase U = Fractal</a:t>
            </a:r>
          </a:p>
        </p:txBody>
      </p:sp>
      <p:sp>
        <p:nvSpPr>
          <p:cNvPr id="2" name="CuadroTexto 1">
            <a:extLst>
              <a:ext uri="{FF2B5EF4-FFF2-40B4-BE49-F238E27FC236}">
                <a16:creationId xmlns:a16="http://schemas.microsoft.com/office/drawing/2014/main" id="{15E71321-308E-7991-E9DA-ED7FE08ABBAF}"/>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cambia (1) o no cambia (0)? </a:t>
            </a:r>
          </a:p>
        </p:txBody>
      </p:sp>
      <p:sp>
        <p:nvSpPr>
          <p:cNvPr id="4" name="CuadroTexto 3">
            <a:extLst>
              <a:ext uri="{FF2B5EF4-FFF2-40B4-BE49-F238E27FC236}">
                <a16:creationId xmlns:a16="http://schemas.microsoft.com/office/drawing/2014/main" id="{478AF21D-28F5-F0DB-5EFB-B13A38B4EAD4}"/>
              </a:ext>
            </a:extLst>
          </p:cNvPr>
          <p:cNvSpPr txBox="1"/>
          <p:nvPr/>
        </p:nvSpPr>
        <p:spPr>
          <a:xfrm>
            <a:off x="116662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7" name="CuadroTexto 6">
            <a:extLst>
              <a:ext uri="{FF2B5EF4-FFF2-40B4-BE49-F238E27FC236}">
                <a16:creationId xmlns:a16="http://schemas.microsoft.com/office/drawing/2014/main" id="{811D9F4F-5116-C14F-4C30-88EE8EC26668}"/>
              </a:ext>
            </a:extLst>
          </p:cNvPr>
          <p:cNvSpPr txBox="1"/>
          <p:nvPr/>
        </p:nvSpPr>
        <p:spPr>
          <a:xfrm>
            <a:off x="2094432"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5" name="CuadroTexto 14">
            <a:extLst>
              <a:ext uri="{FF2B5EF4-FFF2-40B4-BE49-F238E27FC236}">
                <a16:creationId xmlns:a16="http://schemas.microsoft.com/office/drawing/2014/main" id="{C0AAF086-9EB6-3193-0E34-3E29B90CFD3B}"/>
              </a:ext>
            </a:extLst>
          </p:cNvPr>
          <p:cNvSpPr txBox="1"/>
          <p:nvPr/>
        </p:nvSpPr>
        <p:spPr>
          <a:xfrm>
            <a:off x="3022237"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sp>
        <p:nvSpPr>
          <p:cNvPr id="17" name="CuadroTexto 16">
            <a:extLst>
              <a:ext uri="{FF2B5EF4-FFF2-40B4-BE49-F238E27FC236}">
                <a16:creationId xmlns:a16="http://schemas.microsoft.com/office/drawing/2014/main" id="{04A0A5AA-30A7-E308-01C6-E83E889CAE78}"/>
              </a:ext>
            </a:extLst>
          </p:cNvPr>
          <p:cNvSpPr txBox="1"/>
          <p:nvPr/>
        </p:nvSpPr>
        <p:spPr>
          <a:xfrm>
            <a:off x="3957185"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19" name="CuadroTexto 18">
            <a:extLst>
              <a:ext uri="{FF2B5EF4-FFF2-40B4-BE49-F238E27FC236}">
                <a16:creationId xmlns:a16="http://schemas.microsoft.com/office/drawing/2014/main" id="{72D73E83-30EE-AD80-4BB4-CB15C30EFE99}"/>
              </a:ext>
            </a:extLst>
          </p:cNvPr>
          <p:cNvSpPr txBox="1"/>
          <p:nvPr/>
        </p:nvSpPr>
        <p:spPr>
          <a:xfrm>
            <a:off x="4884062"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1350" dirty="0">
              <a:latin typeface="Amasis MT Pro" panose="02040504050005020304" pitchFamily="18" charset="0"/>
            </a:endParaRPr>
          </a:p>
        </p:txBody>
      </p:sp>
      <p:sp>
        <p:nvSpPr>
          <p:cNvPr id="21" name="CuadroTexto 20">
            <a:extLst>
              <a:ext uri="{FF2B5EF4-FFF2-40B4-BE49-F238E27FC236}">
                <a16:creationId xmlns:a16="http://schemas.microsoft.com/office/drawing/2014/main" id="{B8EA2E12-2B51-D01C-71B3-7FA7058BB4B6}"/>
              </a:ext>
            </a:extLst>
          </p:cNvPr>
          <p:cNvSpPr txBox="1"/>
          <p:nvPr/>
        </p:nvSpPr>
        <p:spPr>
          <a:xfrm>
            <a:off x="5817600" y="4443845"/>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1350" dirty="0">
              <a:latin typeface="Amasis MT Pro" panose="02040504050005020304" pitchFamily="18" charset="0"/>
            </a:endParaRPr>
          </a:p>
        </p:txBody>
      </p:sp>
      <p:sp>
        <p:nvSpPr>
          <p:cNvPr id="23" name="CuadroTexto 22">
            <a:extLst>
              <a:ext uri="{FF2B5EF4-FFF2-40B4-BE49-F238E27FC236}">
                <a16:creationId xmlns:a16="http://schemas.microsoft.com/office/drawing/2014/main" id="{11C0838D-9194-CB7E-6BCC-CD7C7F7319EE}"/>
              </a:ext>
            </a:extLst>
          </p:cNvPr>
          <p:cNvSpPr txBox="1"/>
          <p:nvPr/>
        </p:nvSpPr>
        <p:spPr>
          <a:xfrm>
            <a:off x="6751138" y="4447431"/>
            <a:ext cx="271463" cy="707886"/>
          </a:xfrm>
          <a:prstGeom prst="rect">
            <a:avLst/>
          </a:prstGeom>
          <a:noFill/>
        </p:spPr>
        <p:txBody>
          <a:bodyPr wrap="square" rtlCol="0">
            <a:spAutoFit/>
          </a:bodyPr>
          <a:lstStyle/>
          <a:p>
            <a:pPr algn="ctr"/>
            <a:r>
              <a:rPr lang="es-ES" sz="4000" dirty="0">
                <a:latin typeface="Amasis MT Pro" panose="02040504050005020304" pitchFamily="18" charset="0"/>
              </a:rPr>
              <a:t>1</a:t>
            </a:r>
            <a:endParaRPr lang="es-ES" sz="2000" dirty="0">
              <a:latin typeface="Amasis MT Pro" panose="02040504050005020304" pitchFamily="18" charset="0"/>
            </a:endParaRPr>
          </a:p>
        </p:txBody>
      </p:sp>
      <p:sp>
        <p:nvSpPr>
          <p:cNvPr id="25" name="CuadroTexto 24">
            <a:extLst>
              <a:ext uri="{FF2B5EF4-FFF2-40B4-BE49-F238E27FC236}">
                <a16:creationId xmlns:a16="http://schemas.microsoft.com/office/drawing/2014/main" id="{AFCFAF21-05A7-6C33-48F5-53DFC1AE2C9B}"/>
              </a:ext>
            </a:extLst>
          </p:cNvPr>
          <p:cNvSpPr txBox="1"/>
          <p:nvPr/>
        </p:nvSpPr>
        <p:spPr>
          <a:xfrm>
            <a:off x="7684676" y="4436643"/>
            <a:ext cx="271463" cy="707886"/>
          </a:xfrm>
          <a:prstGeom prst="rect">
            <a:avLst/>
          </a:prstGeom>
          <a:noFill/>
        </p:spPr>
        <p:txBody>
          <a:bodyPr wrap="square" rtlCol="0">
            <a:spAutoFit/>
          </a:bodyPr>
          <a:lstStyle/>
          <a:p>
            <a:pPr algn="ctr"/>
            <a:r>
              <a:rPr lang="es-ES" sz="4000" dirty="0">
                <a:latin typeface="Amasis MT Pro" panose="02040504050005020304" pitchFamily="18" charset="0"/>
              </a:rPr>
              <a:t>0</a:t>
            </a:r>
            <a:endParaRPr lang="es-ES" sz="2000" dirty="0">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1B7EB282-0F0A-6C58-B58B-0C6034DA0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7AE9DB8-1184-DD7B-287A-05281F29B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661EBA32-CA55-2396-C676-B4760076E8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53B309A5-AC47-E2AF-FB18-4C7602E8E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C597C445-0917-FB10-6F12-2D9BC1B384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266F2906-12F1-F51E-6A91-1A14F2757D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D89517B-4801-888B-F318-4FA688AD0E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405A05BD-6D65-3282-2BB0-0F00F8F2E25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264342B7-75A8-914C-7EF0-ED62471E3024}"/>
              </a:ext>
            </a:extLst>
          </p:cNvPr>
          <p:cNvSpPr txBox="1"/>
          <p:nvPr/>
        </p:nvSpPr>
        <p:spPr>
          <a:xfrm>
            <a:off x="-5693" y="6052286"/>
            <a:ext cx="9144000" cy="461665"/>
          </a:xfrm>
          <a:prstGeom prst="rect">
            <a:avLst/>
          </a:prstGeom>
          <a:noFill/>
        </p:spPr>
        <p:txBody>
          <a:bodyPr wrap="square" rtlCol="0">
            <a:spAutoFit/>
          </a:bodyPr>
          <a:lstStyle/>
          <a:p>
            <a:pPr algn="ctr"/>
            <a:r>
              <a:rPr lang="es-ES" sz="2400" dirty="0">
                <a:latin typeface="Amasis MT Pro" panose="02040504050005020304" pitchFamily="18" charset="0"/>
              </a:rPr>
              <a:t>Rule 150 = 1x128 + 0x64 + 0x32 + 1x16 + 0x8 + 1x4 + 1x2 + 0</a:t>
            </a:r>
          </a:p>
        </p:txBody>
      </p:sp>
    </p:spTree>
    <p:extLst>
      <p:ext uri="{BB962C8B-B14F-4D97-AF65-F5344CB8AC3E}">
        <p14:creationId xmlns:p14="http://schemas.microsoft.com/office/powerpoint/2010/main" val="3192363169"/>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10211</TotalTime>
  <Words>1179</Words>
  <Application>Microsoft Office PowerPoint</Application>
  <PresentationFormat>Presentación en pantalla (4:3)</PresentationFormat>
  <Paragraphs>232</Paragraphs>
  <Slides>40</Slides>
  <Notes>6</Notes>
  <HiddenSlides>4</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40</vt:i4>
      </vt:variant>
    </vt:vector>
  </HeadingPairs>
  <TitlesOfParts>
    <vt:vector size="48" baseType="lpstr">
      <vt:lpstr>Adobe Devanagari</vt:lpstr>
      <vt:lpstr>Amasis MT Pro</vt:lpstr>
      <vt:lpstr>Amasis MT Pro Light</vt:lpstr>
      <vt:lpstr>Aptos</vt:lpstr>
      <vt:lpstr>Arial</vt:lpstr>
      <vt:lpstr>Cambria Math</vt:lpstr>
      <vt:lpstr>Neue Haas Grotesk Text Pro</vt:lpstr>
      <vt:lpstr>VanillaVTI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Gaspar Alfaro García</dc:creator>
  <cp:lastModifiedBy>Gaspar Alfaro García</cp:lastModifiedBy>
  <cp:revision>53</cp:revision>
  <dcterms:created xsi:type="dcterms:W3CDTF">2025-01-29T12:59:52Z</dcterms:created>
  <dcterms:modified xsi:type="dcterms:W3CDTF">2025-03-07T19:33:39Z</dcterms:modified>
</cp:coreProperties>
</file>