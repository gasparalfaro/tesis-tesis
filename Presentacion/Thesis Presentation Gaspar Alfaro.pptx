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21" r:id="rId1"/>
  </p:sldMasterIdLst>
  <p:notesMasterIdLst>
    <p:notesMasterId r:id="rId43"/>
  </p:notesMasterIdLst>
  <p:sldIdLst>
    <p:sldId id="257" r:id="rId2"/>
    <p:sldId id="262" r:id="rId3"/>
    <p:sldId id="263" r:id="rId4"/>
    <p:sldId id="268" r:id="rId5"/>
    <p:sldId id="306" r:id="rId6"/>
    <p:sldId id="307" r:id="rId7"/>
    <p:sldId id="270" r:id="rId8"/>
    <p:sldId id="271" r:id="rId9"/>
    <p:sldId id="264" r:id="rId10"/>
    <p:sldId id="299" r:id="rId11"/>
    <p:sldId id="273" r:id="rId12"/>
    <p:sldId id="275" r:id="rId13"/>
    <p:sldId id="276" r:id="rId14"/>
    <p:sldId id="265" r:id="rId15"/>
    <p:sldId id="278" r:id="rId16"/>
    <p:sldId id="279" r:id="rId17"/>
    <p:sldId id="311" r:id="rId18"/>
    <p:sldId id="281" r:id="rId19"/>
    <p:sldId id="314" r:id="rId20"/>
    <p:sldId id="300" r:id="rId21"/>
    <p:sldId id="301" r:id="rId22"/>
    <p:sldId id="266" r:id="rId23"/>
    <p:sldId id="282" r:id="rId24"/>
    <p:sldId id="284" r:id="rId25"/>
    <p:sldId id="286" r:id="rId26"/>
    <p:sldId id="305" r:id="rId27"/>
    <p:sldId id="267" r:id="rId28"/>
    <p:sldId id="289" r:id="rId29"/>
    <p:sldId id="290" r:id="rId30"/>
    <p:sldId id="302" r:id="rId31"/>
    <p:sldId id="291" r:id="rId32"/>
    <p:sldId id="292" r:id="rId33"/>
    <p:sldId id="293" r:id="rId34"/>
    <p:sldId id="296" r:id="rId35"/>
    <p:sldId id="297" r:id="rId36"/>
    <p:sldId id="304" r:id="rId37"/>
    <p:sldId id="315" r:id="rId38"/>
    <p:sldId id="312" r:id="rId39"/>
    <p:sldId id="313" r:id="rId40"/>
    <p:sldId id="309" r:id="rId41"/>
    <p:sldId id="308" r:id="rId42"/>
  </p:sldIdLst>
  <p:sldSz cx="9144000" cy="6858000" type="screen4x3"/>
  <p:notesSz cx="6858000" cy="9144000"/>
  <p:defaultTex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DFF54"/>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F16C0B6-1760-4BCA-8131-AB4CDB426109}" v="340" dt="2025-02-19T19:43:48.498"/>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2533" autoAdjust="0"/>
    <p:restoredTop sz="94660"/>
  </p:normalViewPr>
  <p:slideViewPr>
    <p:cSldViewPr snapToGrid="0">
      <p:cViewPr>
        <p:scale>
          <a:sx n="125" d="100"/>
          <a:sy n="125" d="100"/>
        </p:scale>
        <p:origin x="5364" y="6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microsoft.com/office/2015/10/relationships/revisionInfo" Target="revisionInfo.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notesMaster" Target="notesMasters/notesMaster1.xml"/><Relationship Id="rId48" Type="http://schemas.microsoft.com/office/2016/11/relationships/changesInfo" Target="changesInfos/changesInfo1.xml"/><Relationship Id="rId8" Type="http://schemas.openxmlformats.org/officeDocument/2006/relationships/slide" Target="slides/slide7.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Gaspar Alfaro García" userId="S::gaspar.alfaro@urjc.es::b9682869-b526-4b6d-8301-b00acddeffaf" providerId="AD" clId="Web-{EF6C39F1-0CAF-704F-89DF-35BA24DF4C67}"/>
    <pc:docChg chg="modSld">
      <pc:chgData name="Gaspar Alfaro García" userId="S::gaspar.alfaro@urjc.es::b9682869-b526-4b6d-8301-b00acddeffaf" providerId="AD" clId="Web-{EF6C39F1-0CAF-704F-89DF-35BA24DF4C67}" dt="2025-02-18T12:20:04.461" v="3"/>
      <pc:docMkLst>
        <pc:docMk/>
      </pc:docMkLst>
      <pc:sldChg chg="modSp">
        <pc:chgData name="Gaspar Alfaro García" userId="S::gaspar.alfaro@urjc.es::b9682869-b526-4b6d-8301-b00acddeffaf" providerId="AD" clId="Web-{EF6C39F1-0CAF-704F-89DF-35BA24DF4C67}" dt="2025-02-18T12:20:04.461" v="3"/>
        <pc:sldMkLst>
          <pc:docMk/>
          <pc:sldMk cId="3194772664" sldId="298"/>
        </pc:sldMkLst>
        <pc:spChg chg="mod">
          <ac:chgData name="Gaspar Alfaro García" userId="S::gaspar.alfaro@urjc.es::b9682869-b526-4b6d-8301-b00acddeffaf" providerId="AD" clId="Web-{EF6C39F1-0CAF-704F-89DF-35BA24DF4C67}" dt="2025-02-18T12:20:04.461" v="3"/>
          <ac:spMkLst>
            <pc:docMk/>
            <pc:sldMk cId="3194772664" sldId="298"/>
            <ac:spMk id="44" creationId="{17A862A6-F4DC-B287-52EC-3EBED75526D1}"/>
          </ac:spMkLst>
        </pc:spChg>
      </pc:sldChg>
    </pc:docChg>
  </pc:docChgLst>
  <pc:docChgLst>
    <pc:chgData name="Gaspar Alfaro García" userId="b9682869-b526-4b6d-8301-b00acddeffaf" providerId="ADAL" clId="{9F16C0B6-1760-4BCA-8131-AB4CDB426109}"/>
    <pc:docChg chg="undo redo custSel addSld delSld modSld sldOrd">
      <pc:chgData name="Gaspar Alfaro García" userId="b9682869-b526-4b6d-8301-b00acddeffaf" providerId="ADAL" clId="{9F16C0B6-1760-4BCA-8131-AB4CDB426109}" dt="2025-02-19T19:44:39.908" v="2924" actId="27107"/>
      <pc:docMkLst>
        <pc:docMk/>
      </pc:docMkLst>
      <pc:sldChg chg="modSp mod">
        <pc:chgData name="Gaspar Alfaro García" userId="b9682869-b526-4b6d-8301-b00acddeffaf" providerId="ADAL" clId="{9F16C0B6-1760-4BCA-8131-AB4CDB426109}" dt="2025-02-18T17:59:53.852" v="167" actId="207"/>
        <pc:sldMkLst>
          <pc:docMk/>
          <pc:sldMk cId="2131548891" sldId="257"/>
        </pc:sldMkLst>
        <pc:spChg chg="mod">
          <ac:chgData name="Gaspar Alfaro García" userId="b9682869-b526-4b6d-8301-b00acddeffaf" providerId="ADAL" clId="{9F16C0B6-1760-4BCA-8131-AB4CDB426109}" dt="2025-02-18T17:59:53.852" v="167" actId="207"/>
          <ac:spMkLst>
            <pc:docMk/>
            <pc:sldMk cId="2131548891" sldId="257"/>
            <ac:spMk id="5" creationId="{B3748729-50C7-8599-6D3C-E12C17D6E64E}"/>
          </ac:spMkLst>
        </pc:spChg>
      </pc:sldChg>
      <pc:sldChg chg="modSp mod">
        <pc:chgData name="Gaspar Alfaro García" userId="b9682869-b526-4b6d-8301-b00acddeffaf" providerId="ADAL" clId="{9F16C0B6-1760-4BCA-8131-AB4CDB426109}" dt="2025-02-19T10:51:43.479" v="599" actId="20577"/>
        <pc:sldMkLst>
          <pc:docMk/>
          <pc:sldMk cId="657484191" sldId="259"/>
        </pc:sldMkLst>
        <pc:spChg chg="mod">
          <ac:chgData name="Gaspar Alfaro García" userId="b9682869-b526-4b6d-8301-b00acddeffaf" providerId="ADAL" clId="{9F16C0B6-1760-4BCA-8131-AB4CDB426109}" dt="2025-02-19T10:51:43.479" v="599" actId="20577"/>
          <ac:spMkLst>
            <pc:docMk/>
            <pc:sldMk cId="657484191" sldId="259"/>
            <ac:spMk id="6" creationId="{091CEA0D-6DCE-E46A-020C-2CC53C2446B4}"/>
          </ac:spMkLst>
        </pc:spChg>
      </pc:sldChg>
      <pc:sldChg chg="modSp mod">
        <pc:chgData name="Gaspar Alfaro García" userId="b9682869-b526-4b6d-8301-b00acddeffaf" providerId="ADAL" clId="{9F16C0B6-1760-4BCA-8131-AB4CDB426109}" dt="2025-02-19T16:37:35.510" v="1942" actId="20577"/>
        <pc:sldMkLst>
          <pc:docMk/>
          <pc:sldMk cId="3851960945" sldId="260"/>
        </pc:sldMkLst>
        <pc:spChg chg="mod">
          <ac:chgData name="Gaspar Alfaro García" userId="b9682869-b526-4b6d-8301-b00acddeffaf" providerId="ADAL" clId="{9F16C0B6-1760-4BCA-8131-AB4CDB426109}" dt="2025-02-19T16:37:35.510" v="1942" actId="20577"/>
          <ac:spMkLst>
            <pc:docMk/>
            <pc:sldMk cId="3851960945" sldId="260"/>
            <ac:spMk id="6" creationId="{26611D0D-85B1-F0D6-BE41-F9EA0F9D08DF}"/>
          </ac:spMkLst>
        </pc:spChg>
      </pc:sldChg>
      <pc:sldChg chg="modSp mod">
        <pc:chgData name="Gaspar Alfaro García" userId="b9682869-b526-4b6d-8301-b00acddeffaf" providerId="ADAL" clId="{9F16C0B6-1760-4BCA-8131-AB4CDB426109}" dt="2025-02-19T19:10:11.052" v="2290"/>
        <pc:sldMkLst>
          <pc:docMk/>
          <pc:sldMk cId="117828384" sldId="261"/>
        </pc:sldMkLst>
        <pc:spChg chg="mod">
          <ac:chgData name="Gaspar Alfaro García" userId="b9682869-b526-4b6d-8301-b00acddeffaf" providerId="ADAL" clId="{9F16C0B6-1760-4BCA-8131-AB4CDB426109}" dt="2025-02-19T19:10:11.052" v="2290"/>
          <ac:spMkLst>
            <pc:docMk/>
            <pc:sldMk cId="117828384" sldId="261"/>
            <ac:spMk id="6" creationId="{0F9522B5-9B85-AAB3-B744-B64B4D04B8C5}"/>
          </ac:spMkLst>
        </pc:spChg>
      </pc:sldChg>
      <pc:sldChg chg="modSp mod">
        <pc:chgData name="Gaspar Alfaro García" userId="b9682869-b526-4b6d-8301-b00acddeffaf" providerId="ADAL" clId="{9F16C0B6-1760-4BCA-8131-AB4CDB426109}" dt="2025-02-18T17:59:23.365" v="165" actId="207"/>
        <pc:sldMkLst>
          <pc:docMk/>
          <pc:sldMk cId="977630001" sldId="262"/>
        </pc:sldMkLst>
        <pc:spChg chg="mod">
          <ac:chgData name="Gaspar Alfaro García" userId="b9682869-b526-4b6d-8301-b00acddeffaf" providerId="ADAL" clId="{9F16C0B6-1760-4BCA-8131-AB4CDB426109}" dt="2025-02-18T17:59:23.365" v="165" actId="207"/>
          <ac:spMkLst>
            <pc:docMk/>
            <pc:sldMk cId="977630001" sldId="262"/>
            <ac:spMk id="2" creationId="{B88D1E6B-C5F8-258C-101F-DC0CBBAFA602}"/>
          </ac:spMkLst>
        </pc:spChg>
      </pc:sldChg>
      <pc:sldChg chg="addSp delSp modSp mod">
        <pc:chgData name="Gaspar Alfaro García" userId="b9682869-b526-4b6d-8301-b00acddeffaf" providerId="ADAL" clId="{9F16C0B6-1760-4BCA-8131-AB4CDB426109}" dt="2025-02-19T09:42:08.503" v="480" actId="404"/>
        <pc:sldMkLst>
          <pc:docMk/>
          <pc:sldMk cId="3389424709" sldId="263"/>
        </pc:sldMkLst>
        <pc:spChg chg="mod">
          <ac:chgData name="Gaspar Alfaro García" userId="b9682869-b526-4b6d-8301-b00acddeffaf" providerId="ADAL" clId="{9F16C0B6-1760-4BCA-8131-AB4CDB426109}" dt="2025-02-19T09:42:08.503" v="480" actId="404"/>
          <ac:spMkLst>
            <pc:docMk/>
            <pc:sldMk cId="3389424709" sldId="263"/>
            <ac:spMk id="2" creationId="{9F92BCE5-4796-BA4C-1555-BA6A58204DD4}"/>
          </ac:spMkLst>
        </pc:spChg>
        <pc:spChg chg="add mod">
          <ac:chgData name="Gaspar Alfaro García" userId="b9682869-b526-4b6d-8301-b00acddeffaf" providerId="ADAL" clId="{9F16C0B6-1760-4BCA-8131-AB4CDB426109}" dt="2025-02-19T09:32:06.061" v="412"/>
          <ac:spMkLst>
            <pc:docMk/>
            <pc:sldMk cId="3389424709" sldId="263"/>
            <ac:spMk id="3" creationId="{57008222-1087-24D2-A419-E4BB6F741719}"/>
          </ac:spMkLst>
        </pc:spChg>
        <pc:spChg chg="add mod">
          <ac:chgData name="Gaspar Alfaro García" userId="b9682869-b526-4b6d-8301-b00acddeffaf" providerId="ADAL" clId="{9F16C0B6-1760-4BCA-8131-AB4CDB426109}" dt="2025-02-19T09:32:06.061" v="412"/>
          <ac:spMkLst>
            <pc:docMk/>
            <pc:sldMk cId="3389424709" sldId="263"/>
            <ac:spMk id="5" creationId="{C2881D0E-C9D7-4E69-8E14-53E5BFDCF07F}"/>
          </ac:spMkLst>
        </pc:spChg>
        <pc:spChg chg="add mod">
          <ac:chgData name="Gaspar Alfaro García" userId="b9682869-b526-4b6d-8301-b00acddeffaf" providerId="ADAL" clId="{9F16C0B6-1760-4BCA-8131-AB4CDB426109}" dt="2025-02-19T09:33:23.164" v="421" actId="1076"/>
          <ac:spMkLst>
            <pc:docMk/>
            <pc:sldMk cId="3389424709" sldId="263"/>
            <ac:spMk id="6" creationId="{FFAEAD24-C4E3-D910-38EE-AD171D6DEC3E}"/>
          </ac:spMkLst>
        </pc:spChg>
        <pc:spChg chg="add mod">
          <ac:chgData name="Gaspar Alfaro García" userId="b9682869-b526-4b6d-8301-b00acddeffaf" providerId="ADAL" clId="{9F16C0B6-1760-4BCA-8131-AB4CDB426109}" dt="2025-02-19T09:33:23.164" v="421" actId="1076"/>
          <ac:spMkLst>
            <pc:docMk/>
            <pc:sldMk cId="3389424709" sldId="263"/>
            <ac:spMk id="7" creationId="{F83CAE53-FC02-0DB8-14BF-D52001FA0968}"/>
          </ac:spMkLst>
        </pc:spChg>
        <pc:spChg chg="add mod">
          <ac:chgData name="Gaspar Alfaro García" userId="b9682869-b526-4b6d-8301-b00acddeffaf" providerId="ADAL" clId="{9F16C0B6-1760-4BCA-8131-AB4CDB426109}" dt="2025-02-19T09:33:23.164" v="421" actId="1076"/>
          <ac:spMkLst>
            <pc:docMk/>
            <pc:sldMk cId="3389424709" sldId="263"/>
            <ac:spMk id="8" creationId="{93E57297-EA11-0685-E9E8-67CDB503653C}"/>
          </ac:spMkLst>
        </pc:spChg>
        <pc:spChg chg="add del mod">
          <ac:chgData name="Gaspar Alfaro García" userId="b9682869-b526-4b6d-8301-b00acddeffaf" providerId="ADAL" clId="{9F16C0B6-1760-4BCA-8131-AB4CDB426109}" dt="2025-02-19T09:32:48.541" v="417" actId="478"/>
          <ac:spMkLst>
            <pc:docMk/>
            <pc:sldMk cId="3389424709" sldId="263"/>
            <ac:spMk id="9" creationId="{81016191-7D90-0D92-A45A-460E44C3DFCA}"/>
          </ac:spMkLst>
        </pc:spChg>
        <pc:spChg chg="add del mod">
          <ac:chgData name="Gaspar Alfaro García" userId="b9682869-b526-4b6d-8301-b00acddeffaf" providerId="ADAL" clId="{9F16C0B6-1760-4BCA-8131-AB4CDB426109}" dt="2025-02-19T09:32:48.541" v="417" actId="478"/>
          <ac:spMkLst>
            <pc:docMk/>
            <pc:sldMk cId="3389424709" sldId="263"/>
            <ac:spMk id="10" creationId="{976770B0-4DA4-E2C0-1FC2-C2A2E6D4DEB2}"/>
          </ac:spMkLst>
        </pc:spChg>
        <pc:spChg chg="add del mod">
          <ac:chgData name="Gaspar Alfaro García" userId="b9682869-b526-4b6d-8301-b00acddeffaf" providerId="ADAL" clId="{9F16C0B6-1760-4BCA-8131-AB4CDB426109}" dt="2025-02-19T09:32:48.541" v="417" actId="478"/>
          <ac:spMkLst>
            <pc:docMk/>
            <pc:sldMk cId="3389424709" sldId="263"/>
            <ac:spMk id="11" creationId="{58D33EF7-E3C3-20CF-AB38-6FE2946A6D0E}"/>
          </ac:spMkLst>
        </pc:spChg>
        <pc:spChg chg="add mod">
          <ac:chgData name="Gaspar Alfaro García" userId="b9682869-b526-4b6d-8301-b00acddeffaf" providerId="ADAL" clId="{9F16C0B6-1760-4BCA-8131-AB4CDB426109}" dt="2025-02-19T09:35:22.842" v="450" actId="1076"/>
          <ac:spMkLst>
            <pc:docMk/>
            <pc:sldMk cId="3389424709" sldId="263"/>
            <ac:spMk id="12" creationId="{299AD373-E30C-2B81-B853-FFA3E9D40944}"/>
          </ac:spMkLst>
        </pc:spChg>
        <pc:spChg chg="add mod">
          <ac:chgData name="Gaspar Alfaro García" userId="b9682869-b526-4b6d-8301-b00acddeffaf" providerId="ADAL" clId="{9F16C0B6-1760-4BCA-8131-AB4CDB426109}" dt="2025-02-19T09:35:22.842" v="450" actId="1076"/>
          <ac:spMkLst>
            <pc:docMk/>
            <pc:sldMk cId="3389424709" sldId="263"/>
            <ac:spMk id="13" creationId="{1EE9AF69-A54F-5821-D641-880AE87A4906}"/>
          </ac:spMkLst>
        </pc:spChg>
        <pc:spChg chg="add mod">
          <ac:chgData name="Gaspar Alfaro García" userId="b9682869-b526-4b6d-8301-b00acddeffaf" providerId="ADAL" clId="{9F16C0B6-1760-4BCA-8131-AB4CDB426109}" dt="2025-02-19T09:35:22.842" v="450" actId="1076"/>
          <ac:spMkLst>
            <pc:docMk/>
            <pc:sldMk cId="3389424709" sldId="263"/>
            <ac:spMk id="14" creationId="{DBCCABD7-3EDF-5494-1F8F-F4AFEB18BB11}"/>
          </ac:spMkLst>
        </pc:spChg>
        <pc:spChg chg="add mod">
          <ac:chgData name="Gaspar Alfaro García" userId="b9682869-b526-4b6d-8301-b00acddeffaf" providerId="ADAL" clId="{9F16C0B6-1760-4BCA-8131-AB4CDB426109}" dt="2025-02-19T09:35:28.602" v="451" actId="1076"/>
          <ac:spMkLst>
            <pc:docMk/>
            <pc:sldMk cId="3389424709" sldId="263"/>
            <ac:spMk id="15" creationId="{E97283B4-715F-C4B3-C7A4-12455111DBE0}"/>
          </ac:spMkLst>
        </pc:spChg>
        <pc:spChg chg="add mod">
          <ac:chgData name="Gaspar Alfaro García" userId="b9682869-b526-4b6d-8301-b00acddeffaf" providerId="ADAL" clId="{9F16C0B6-1760-4BCA-8131-AB4CDB426109}" dt="2025-02-19T09:35:28.602" v="451" actId="1076"/>
          <ac:spMkLst>
            <pc:docMk/>
            <pc:sldMk cId="3389424709" sldId="263"/>
            <ac:spMk id="16" creationId="{9F94777F-0546-8D30-664C-484DFDE68F0A}"/>
          </ac:spMkLst>
        </pc:spChg>
        <pc:spChg chg="add mod">
          <ac:chgData name="Gaspar Alfaro García" userId="b9682869-b526-4b6d-8301-b00acddeffaf" providerId="ADAL" clId="{9F16C0B6-1760-4BCA-8131-AB4CDB426109}" dt="2025-02-19T09:35:28.602" v="451" actId="1076"/>
          <ac:spMkLst>
            <pc:docMk/>
            <pc:sldMk cId="3389424709" sldId="263"/>
            <ac:spMk id="17" creationId="{CF83D416-5244-0EB8-D5F0-E7A42B15816E}"/>
          </ac:spMkLst>
        </pc:spChg>
        <pc:spChg chg="add mod">
          <ac:chgData name="Gaspar Alfaro García" userId="b9682869-b526-4b6d-8301-b00acddeffaf" providerId="ADAL" clId="{9F16C0B6-1760-4BCA-8131-AB4CDB426109}" dt="2025-02-19T09:34:14.015" v="438" actId="1076"/>
          <ac:spMkLst>
            <pc:docMk/>
            <pc:sldMk cId="3389424709" sldId="263"/>
            <ac:spMk id="18" creationId="{A1BB5016-CAED-F645-4B84-B7A3AC04ED8A}"/>
          </ac:spMkLst>
        </pc:spChg>
        <pc:spChg chg="add mod">
          <ac:chgData name="Gaspar Alfaro García" userId="b9682869-b526-4b6d-8301-b00acddeffaf" providerId="ADAL" clId="{9F16C0B6-1760-4BCA-8131-AB4CDB426109}" dt="2025-02-19T09:34:14.015" v="438" actId="1076"/>
          <ac:spMkLst>
            <pc:docMk/>
            <pc:sldMk cId="3389424709" sldId="263"/>
            <ac:spMk id="19" creationId="{00B5A258-9F9F-E02B-49AF-64E4545B3F4A}"/>
          </ac:spMkLst>
        </pc:spChg>
        <pc:spChg chg="add mod">
          <ac:chgData name="Gaspar Alfaro García" userId="b9682869-b526-4b6d-8301-b00acddeffaf" providerId="ADAL" clId="{9F16C0B6-1760-4BCA-8131-AB4CDB426109}" dt="2025-02-19T09:34:14.015" v="438" actId="1076"/>
          <ac:spMkLst>
            <pc:docMk/>
            <pc:sldMk cId="3389424709" sldId="263"/>
            <ac:spMk id="20" creationId="{9CDAB24B-E2EF-F011-2EBC-8F4B7E767433}"/>
          </ac:spMkLst>
        </pc:spChg>
        <pc:spChg chg="add mod">
          <ac:chgData name="Gaspar Alfaro García" userId="b9682869-b526-4b6d-8301-b00acddeffaf" providerId="ADAL" clId="{9F16C0B6-1760-4BCA-8131-AB4CDB426109}" dt="2025-02-19T09:34:26.158" v="439" actId="1076"/>
          <ac:spMkLst>
            <pc:docMk/>
            <pc:sldMk cId="3389424709" sldId="263"/>
            <ac:spMk id="21" creationId="{A13A7B3A-53FD-BFBB-F215-E2B30818BA62}"/>
          </ac:spMkLst>
        </pc:spChg>
        <pc:spChg chg="add mod">
          <ac:chgData name="Gaspar Alfaro García" userId="b9682869-b526-4b6d-8301-b00acddeffaf" providerId="ADAL" clId="{9F16C0B6-1760-4BCA-8131-AB4CDB426109}" dt="2025-02-19T09:34:26.158" v="439" actId="1076"/>
          <ac:spMkLst>
            <pc:docMk/>
            <pc:sldMk cId="3389424709" sldId="263"/>
            <ac:spMk id="22" creationId="{8A588AA6-65E8-F7D7-56BB-0F72CEA440D6}"/>
          </ac:spMkLst>
        </pc:spChg>
        <pc:spChg chg="add mod">
          <ac:chgData name="Gaspar Alfaro García" userId="b9682869-b526-4b6d-8301-b00acddeffaf" providerId="ADAL" clId="{9F16C0B6-1760-4BCA-8131-AB4CDB426109}" dt="2025-02-19T09:34:26.158" v="439" actId="1076"/>
          <ac:spMkLst>
            <pc:docMk/>
            <pc:sldMk cId="3389424709" sldId="263"/>
            <ac:spMk id="23" creationId="{87EA5A64-9E5D-C03B-9212-B84AC218EF1E}"/>
          </ac:spMkLst>
        </pc:spChg>
        <pc:spChg chg="add mod">
          <ac:chgData name="Gaspar Alfaro García" userId="b9682869-b526-4b6d-8301-b00acddeffaf" providerId="ADAL" clId="{9F16C0B6-1760-4BCA-8131-AB4CDB426109}" dt="2025-02-19T09:33:55.263" v="435" actId="571"/>
          <ac:spMkLst>
            <pc:docMk/>
            <pc:sldMk cId="3389424709" sldId="263"/>
            <ac:spMk id="24" creationId="{39D0397B-6A55-6F76-B633-CEA3476500D0}"/>
          </ac:spMkLst>
        </pc:spChg>
        <pc:spChg chg="add mod">
          <ac:chgData name="Gaspar Alfaro García" userId="b9682869-b526-4b6d-8301-b00acddeffaf" providerId="ADAL" clId="{9F16C0B6-1760-4BCA-8131-AB4CDB426109}" dt="2025-02-19T09:33:55.263" v="435" actId="571"/>
          <ac:spMkLst>
            <pc:docMk/>
            <pc:sldMk cId="3389424709" sldId="263"/>
            <ac:spMk id="25" creationId="{7ECBEC96-EA30-9220-1F3B-921DCA31E619}"/>
          </ac:spMkLst>
        </pc:spChg>
        <pc:spChg chg="add mod">
          <ac:chgData name="Gaspar Alfaro García" userId="b9682869-b526-4b6d-8301-b00acddeffaf" providerId="ADAL" clId="{9F16C0B6-1760-4BCA-8131-AB4CDB426109}" dt="2025-02-19T09:33:55.263" v="435" actId="571"/>
          <ac:spMkLst>
            <pc:docMk/>
            <pc:sldMk cId="3389424709" sldId="263"/>
            <ac:spMk id="26" creationId="{89DF4EC8-4310-B22C-E391-4B6E39056875}"/>
          </ac:spMkLst>
        </pc:spChg>
        <pc:spChg chg="add mod">
          <ac:chgData name="Gaspar Alfaro García" userId="b9682869-b526-4b6d-8301-b00acddeffaf" providerId="ADAL" clId="{9F16C0B6-1760-4BCA-8131-AB4CDB426109}" dt="2025-02-19T09:33:53.736" v="434" actId="1076"/>
          <ac:spMkLst>
            <pc:docMk/>
            <pc:sldMk cId="3389424709" sldId="263"/>
            <ac:spMk id="27" creationId="{91B09ACD-B897-5150-F9EE-5F45AAD27A8F}"/>
          </ac:spMkLst>
        </pc:spChg>
        <pc:spChg chg="add mod">
          <ac:chgData name="Gaspar Alfaro García" userId="b9682869-b526-4b6d-8301-b00acddeffaf" providerId="ADAL" clId="{9F16C0B6-1760-4BCA-8131-AB4CDB426109}" dt="2025-02-19T09:33:53.736" v="434" actId="1076"/>
          <ac:spMkLst>
            <pc:docMk/>
            <pc:sldMk cId="3389424709" sldId="263"/>
            <ac:spMk id="28" creationId="{2F108851-0199-8616-CA6F-F061FFF48D33}"/>
          </ac:spMkLst>
        </pc:spChg>
        <pc:spChg chg="add mod">
          <ac:chgData name="Gaspar Alfaro García" userId="b9682869-b526-4b6d-8301-b00acddeffaf" providerId="ADAL" clId="{9F16C0B6-1760-4BCA-8131-AB4CDB426109}" dt="2025-02-19T09:33:53.736" v="434" actId="1076"/>
          <ac:spMkLst>
            <pc:docMk/>
            <pc:sldMk cId="3389424709" sldId="263"/>
            <ac:spMk id="29" creationId="{1BC25329-90A0-5296-B0B8-32770D0DF308}"/>
          </ac:spMkLst>
        </pc:spChg>
        <pc:spChg chg="add mod">
          <ac:chgData name="Gaspar Alfaro García" userId="b9682869-b526-4b6d-8301-b00acddeffaf" providerId="ADAL" clId="{9F16C0B6-1760-4BCA-8131-AB4CDB426109}" dt="2025-02-19T09:34:31.730" v="441" actId="571"/>
          <ac:spMkLst>
            <pc:docMk/>
            <pc:sldMk cId="3389424709" sldId="263"/>
            <ac:spMk id="30" creationId="{D4510D7B-1344-C970-0C75-4C71D7EF5B5E}"/>
          </ac:spMkLst>
        </pc:spChg>
        <pc:spChg chg="add mod">
          <ac:chgData name="Gaspar Alfaro García" userId="b9682869-b526-4b6d-8301-b00acddeffaf" providerId="ADAL" clId="{9F16C0B6-1760-4BCA-8131-AB4CDB426109}" dt="2025-02-19T09:34:31.730" v="441" actId="571"/>
          <ac:spMkLst>
            <pc:docMk/>
            <pc:sldMk cId="3389424709" sldId="263"/>
            <ac:spMk id="31" creationId="{2B7D012C-147F-D0A7-CFDC-0589EC52123E}"/>
          </ac:spMkLst>
        </pc:spChg>
        <pc:spChg chg="add mod">
          <ac:chgData name="Gaspar Alfaro García" userId="b9682869-b526-4b6d-8301-b00acddeffaf" providerId="ADAL" clId="{9F16C0B6-1760-4BCA-8131-AB4CDB426109}" dt="2025-02-19T09:34:31.730" v="441" actId="571"/>
          <ac:spMkLst>
            <pc:docMk/>
            <pc:sldMk cId="3389424709" sldId="263"/>
            <ac:spMk id="32" creationId="{03DD8A50-D50F-68E4-F069-40FA2F73BFFE}"/>
          </ac:spMkLst>
        </pc:spChg>
        <pc:spChg chg="add mod">
          <ac:chgData name="Gaspar Alfaro García" userId="b9682869-b526-4b6d-8301-b00acddeffaf" providerId="ADAL" clId="{9F16C0B6-1760-4BCA-8131-AB4CDB426109}" dt="2025-02-19T09:35:33.128" v="452" actId="1076"/>
          <ac:spMkLst>
            <pc:docMk/>
            <pc:sldMk cId="3389424709" sldId="263"/>
            <ac:spMk id="33" creationId="{57C81F60-49A2-B163-9311-381219324612}"/>
          </ac:spMkLst>
        </pc:spChg>
        <pc:spChg chg="add mod">
          <ac:chgData name="Gaspar Alfaro García" userId="b9682869-b526-4b6d-8301-b00acddeffaf" providerId="ADAL" clId="{9F16C0B6-1760-4BCA-8131-AB4CDB426109}" dt="2025-02-19T09:35:33.128" v="452" actId="1076"/>
          <ac:spMkLst>
            <pc:docMk/>
            <pc:sldMk cId="3389424709" sldId="263"/>
            <ac:spMk id="34" creationId="{216AAE06-C333-DA6C-F3EB-5AFB62EF7E11}"/>
          </ac:spMkLst>
        </pc:spChg>
        <pc:spChg chg="add mod">
          <ac:chgData name="Gaspar Alfaro García" userId="b9682869-b526-4b6d-8301-b00acddeffaf" providerId="ADAL" clId="{9F16C0B6-1760-4BCA-8131-AB4CDB426109}" dt="2025-02-19T09:35:33.128" v="452" actId="1076"/>
          <ac:spMkLst>
            <pc:docMk/>
            <pc:sldMk cId="3389424709" sldId="263"/>
            <ac:spMk id="35" creationId="{4121A86C-2274-3EC3-EF40-7C4DCEFCFD92}"/>
          </ac:spMkLst>
        </pc:spChg>
        <pc:spChg chg="add mod">
          <ac:chgData name="Gaspar Alfaro García" userId="b9682869-b526-4b6d-8301-b00acddeffaf" providerId="ADAL" clId="{9F16C0B6-1760-4BCA-8131-AB4CDB426109}" dt="2025-02-19T09:34:45.442" v="445" actId="571"/>
          <ac:spMkLst>
            <pc:docMk/>
            <pc:sldMk cId="3389424709" sldId="263"/>
            <ac:spMk id="36" creationId="{1DC4B018-058A-0995-87BD-D8F9EA24AD79}"/>
          </ac:spMkLst>
        </pc:spChg>
        <pc:spChg chg="add mod">
          <ac:chgData name="Gaspar Alfaro García" userId="b9682869-b526-4b6d-8301-b00acddeffaf" providerId="ADAL" clId="{9F16C0B6-1760-4BCA-8131-AB4CDB426109}" dt="2025-02-19T09:34:45.442" v="445" actId="571"/>
          <ac:spMkLst>
            <pc:docMk/>
            <pc:sldMk cId="3389424709" sldId="263"/>
            <ac:spMk id="37" creationId="{F776512B-AFDA-7F33-E6AC-B010E1CFD93D}"/>
          </ac:spMkLst>
        </pc:spChg>
        <pc:spChg chg="add mod">
          <ac:chgData name="Gaspar Alfaro García" userId="b9682869-b526-4b6d-8301-b00acddeffaf" providerId="ADAL" clId="{9F16C0B6-1760-4BCA-8131-AB4CDB426109}" dt="2025-02-19T09:34:45.442" v="445" actId="571"/>
          <ac:spMkLst>
            <pc:docMk/>
            <pc:sldMk cId="3389424709" sldId="263"/>
            <ac:spMk id="38" creationId="{38F03188-7AEE-827A-3372-4D83D8542648}"/>
          </ac:spMkLst>
        </pc:spChg>
        <pc:spChg chg="add mod">
          <ac:chgData name="Gaspar Alfaro García" userId="b9682869-b526-4b6d-8301-b00acddeffaf" providerId="ADAL" clId="{9F16C0B6-1760-4BCA-8131-AB4CDB426109}" dt="2025-02-19T09:34:43.443" v="444"/>
          <ac:spMkLst>
            <pc:docMk/>
            <pc:sldMk cId="3389424709" sldId="263"/>
            <ac:spMk id="39" creationId="{035C2EE9-602E-83FD-02FD-3069BC8B4860}"/>
          </ac:spMkLst>
        </pc:spChg>
        <pc:spChg chg="add mod">
          <ac:chgData name="Gaspar Alfaro García" userId="b9682869-b526-4b6d-8301-b00acddeffaf" providerId="ADAL" clId="{9F16C0B6-1760-4BCA-8131-AB4CDB426109}" dt="2025-02-19T09:34:43.443" v="444"/>
          <ac:spMkLst>
            <pc:docMk/>
            <pc:sldMk cId="3389424709" sldId="263"/>
            <ac:spMk id="40" creationId="{6D840D58-EE9D-39D2-703F-6101B0AE0BE2}"/>
          </ac:spMkLst>
        </pc:spChg>
        <pc:spChg chg="add mod">
          <ac:chgData name="Gaspar Alfaro García" userId="b9682869-b526-4b6d-8301-b00acddeffaf" providerId="ADAL" clId="{9F16C0B6-1760-4BCA-8131-AB4CDB426109}" dt="2025-02-19T09:34:43.443" v="444"/>
          <ac:spMkLst>
            <pc:docMk/>
            <pc:sldMk cId="3389424709" sldId="263"/>
            <ac:spMk id="41" creationId="{C967401A-A674-656E-F875-6EB21EE342DE}"/>
          </ac:spMkLst>
        </pc:spChg>
        <pc:spChg chg="add mod">
          <ac:chgData name="Gaspar Alfaro García" userId="b9682869-b526-4b6d-8301-b00acddeffaf" providerId="ADAL" clId="{9F16C0B6-1760-4BCA-8131-AB4CDB426109}" dt="2025-02-19T09:34:46.807" v="446"/>
          <ac:spMkLst>
            <pc:docMk/>
            <pc:sldMk cId="3389424709" sldId="263"/>
            <ac:spMk id="42" creationId="{67C3043D-2E68-BF63-6FDD-9D237B014E12}"/>
          </ac:spMkLst>
        </pc:spChg>
        <pc:spChg chg="add mod">
          <ac:chgData name="Gaspar Alfaro García" userId="b9682869-b526-4b6d-8301-b00acddeffaf" providerId="ADAL" clId="{9F16C0B6-1760-4BCA-8131-AB4CDB426109}" dt="2025-02-19T09:34:46.807" v="446"/>
          <ac:spMkLst>
            <pc:docMk/>
            <pc:sldMk cId="3389424709" sldId="263"/>
            <ac:spMk id="43" creationId="{8B8F35CB-5D46-A473-3302-E42BFD4A4634}"/>
          </ac:spMkLst>
        </pc:spChg>
        <pc:spChg chg="add mod">
          <ac:chgData name="Gaspar Alfaro García" userId="b9682869-b526-4b6d-8301-b00acddeffaf" providerId="ADAL" clId="{9F16C0B6-1760-4BCA-8131-AB4CDB426109}" dt="2025-02-19T09:34:46.807" v="446"/>
          <ac:spMkLst>
            <pc:docMk/>
            <pc:sldMk cId="3389424709" sldId="263"/>
            <ac:spMk id="44" creationId="{A37E8182-396C-327B-466B-13D1CCD65F88}"/>
          </ac:spMkLst>
        </pc:spChg>
        <pc:spChg chg="add mod">
          <ac:chgData name="Gaspar Alfaro García" userId="b9682869-b526-4b6d-8301-b00acddeffaf" providerId="ADAL" clId="{9F16C0B6-1760-4BCA-8131-AB4CDB426109}" dt="2025-02-19T09:35:17.565" v="449" actId="1076"/>
          <ac:spMkLst>
            <pc:docMk/>
            <pc:sldMk cId="3389424709" sldId="263"/>
            <ac:spMk id="45" creationId="{76E30C0B-1C1B-44D2-D49E-37F82C0A594E}"/>
          </ac:spMkLst>
        </pc:spChg>
        <pc:spChg chg="add mod">
          <ac:chgData name="Gaspar Alfaro García" userId="b9682869-b526-4b6d-8301-b00acddeffaf" providerId="ADAL" clId="{9F16C0B6-1760-4BCA-8131-AB4CDB426109}" dt="2025-02-19T09:35:17.565" v="449" actId="1076"/>
          <ac:spMkLst>
            <pc:docMk/>
            <pc:sldMk cId="3389424709" sldId="263"/>
            <ac:spMk id="46" creationId="{97605659-071C-7B90-4A2F-883071F87F2D}"/>
          </ac:spMkLst>
        </pc:spChg>
        <pc:spChg chg="add mod">
          <ac:chgData name="Gaspar Alfaro García" userId="b9682869-b526-4b6d-8301-b00acddeffaf" providerId="ADAL" clId="{9F16C0B6-1760-4BCA-8131-AB4CDB426109}" dt="2025-02-19T09:35:17.565" v="449" actId="1076"/>
          <ac:spMkLst>
            <pc:docMk/>
            <pc:sldMk cId="3389424709" sldId="263"/>
            <ac:spMk id="47" creationId="{2DBD51CB-092E-23C1-4FFB-9FBA0BDC39D7}"/>
          </ac:spMkLst>
        </pc:spChg>
        <pc:spChg chg="add mod">
          <ac:chgData name="Gaspar Alfaro García" userId="b9682869-b526-4b6d-8301-b00acddeffaf" providerId="ADAL" clId="{9F16C0B6-1760-4BCA-8131-AB4CDB426109}" dt="2025-02-19T09:35:51.507" v="455" actId="1076"/>
          <ac:spMkLst>
            <pc:docMk/>
            <pc:sldMk cId="3389424709" sldId="263"/>
            <ac:spMk id="48" creationId="{E1258129-ABB5-0B8B-9D6E-86D2AAEC99B2}"/>
          </ac:spMkLst>
        </pc:spChg>
        <pc:spChg chg="add mod">
          <ac:chgData name="Gaspar Alfaro García" userId="b9682869-b526-4b6d-8301-b00acddeffaf" providerId="ADAL" clId="{9F16C0B6-1760-4BCA-8131-AB4CDB426109}" dt="2025-02-19T09:35:51.507" v="455" actId="1076"/>
          <ac:spMkLst>
            <pc:docMk/>
            <pc:sldMk cId="3389424709" sldId="263"/>
            <ac:spMk id="49" creationId="{B22DDD85-64CE-274B-C06D-97EEC791D953}"/>
          </ac:spMkLst>
        </pc:spChg>
        <pc:spChg chg="add mod">
          <ac:chgData name="Gaspar Alfaro García" userId="b9682869-b526-4b6d-8301-b00acddeffaf" providerId="ADAL" clId="{9F16C0B6-1760-4BCA-8131-AB4CDB426109}" dt="2025-02-19T09:35:51.507" v="455" actId="1076"/>
          <ac:spMkLst>
            <pc:docMk/>
            <pc:sldMk cId="3389424709" sldId="263"/>
            <ac:spMk id="50" creationId="{D08A8F85-665B-6E01-645F-29723708917D}"/>
          </ac:spMkLst>
        </pc:spChg>
        <pc:spChg chg="add mod">
          <ac:chgData name="Gaspar Alfaro García" userId="b9682869-b526-4b6d-8301-b00acddeffaf" providerId="ADAL" clId="{9F16C0B6-1760-4BCA-8131-AB4CDB426109}" dt="2025-02-19T09:35:56.902" v="457" actId="1076"/>
          <ac:spMkLst>
            <pc:docMk/>
            <pc:sldMk cId="3389424709" sldId="263"/>
            <ac:spMk id="51" creationId="{95A6329E-9AC3-E3D1-6DE4-D37D638066FE}"/>
          </ac:spMkLst>
        </pc:spChg>
        <pc:spChg chg="add mod">
          <ac:chgData name="Gaspar Alfaro García" userId="b9682869-b526-4b6d-8301-b00acddeffaf" providerId="ADAL" clId="{9F16C0B6-1760-4BCA-8131-AB4CDB426109}" dt="2025-02-19T09:35:56.902" v="457" actId="1076"/>
          <ac:spMkLst>
            <pc:docMk/>
            <pc:sldMk cId="3389424709" sldId="263"/>
            <ac:spMk id="52" creationId="{A89EE01B-5900-DD02-80DC-91507CF18B55}"/>
          </ac:spMkLst>
        </pc:spChg>
        <pc:spChg chg="add mod">
          <ac:chgData name="Gaspar Alfaro García" userId="b9682869-b526-4b6d-8301-b00acddeffaf" providerId="ADAL" clId="{9F16C0B6-1760-4BCA-8131-AB4CDB426109}" dt="2025-02-19T09:35:56.902" v="457" actId="1076"/>
          <ac:spMkLst>
            <pc:docMk/>
            <pc:sldMk cId="3389424709" sldId="263"/>
            <ac:spMk id="53" creationId="{106D7672-58C9-9379-1F85-70F1B554BDAE}"/>
          </ac:spMkLst>
        </pc:spChg>
        <pc:spChg chg="add mod">
          <ac:chgData name="Gaspar Alfaro García" userId="b9682869-b526-4b6d-8301-b00acddeffaf" providerId="ADAL" clId="{9F16C0B6-1760-4BCA-8131-AB4CDB426109}" dt="2025-02-19T09:36:08.183" v="459" actId="1076"/>
          <ac:spMkLst>
            <pc:docMk/>
            <pc:sldMk cId="3389424709" sldId="263"/>
            <ac:spMk id="54" creationId="{D563FB82-ECC4-B416-E938-86565848DC12}"/>
          </ac:spMkLst>
        </pc:spChg>
        <pc:spChg chg="add mod">
          <ac:chgData name="Gaspar Alfaro García" userId="b9682869-b526-4b6d-8301-b00acddeffaf" providerId="ADAL" clId="{9F16C0B6-1760-4BCA-8131-AB4CDB426109}" dt="2025-02-19T09:36:08.183" v="459" actId="1076"/>
          <ac:spMkLst>
            <pc:docMk/>
            <pc:sldMk cId="3389424709" sldId="263"/>
            <ac:spMk id="55" creationId="{502833A4-2D6E-78B7-BF3F-354568B76E85}"/>
          </ac:spMkLst>
        </pc:spChg>
        <pc:spChg chg="add mod">
          <ac:chgData name="Gaspar Alfaro García" userId="b9682869-b526-4b6d-8301-b00acddeffaf" providerId="ADAL" clId="{9F16C0B6-1760-4BCA-8131-AB4CDB426109}" dt="2025-02-19T09:36:11.300" v="464" actId="1076"/>
          <ac:spMkLst>
            <pc:docMk/>
            <pc:sldMk cId="3389424709" sldId="263"/>
            <ac:spMk id="56" creationId="{0D72AEC1-FA72-F9EF-A308-680A22894507}"/>
          </ac:spMkLst>
        </pc:spChg>
        <pc:spChg chg="add mod">
          <ac:chgData name="Gaspar Alfaro García" userId="b9682869-b526-4b6d-8301-b00acddeffaf" providerId="ADAL" clId="{9F16C0B6-1760-4BCA-8131-AB4CDB426109}" dt="2025-02-19T09:36:08.571" v="460"/>
          <ac:spMkLst>
            <pc:docMk/>
            <pc:sldMk cId="3389424709" sldId="263"/>
            <ac:spMk id="57" creationId="{12E7455E-49B4-867E-BECF-B446D3330896}"/>
          </ac:spMkLst>
        </pc:spChg>
        <pc:spChg chg="add mod">
          <ac:chgData name="Gaspar Alfaro García" userId="b9682869-b526-4b6d-8301-b00acddeffaf" providerId="ADAL" clId="{9F16C0B6-1760-4BCA-8131-AB4CDB426109}" dt="2025-02-19T09:36:08.571" v="460"/>
          <ac:spMkLst>
            <pc:docMk/>
            <pc:sldMk cId="3389424709" sldId="263"/>
            <ac:spMk id="58" creationId="{1E17392A-29C5-6115-8E41-56245422B2D5}"/>
          </ac:spMkLst>
        </pc:spChg>
        <pc:spChg chg="add mod">
          <ac:chgData name="Gaspar Alfaro García" userId="b9682869-b526-4b6d-8301-b00acddeffaf" providerId="ADAL" clId="{9F16C0B6-1760-4BCA-8131-AB4CDB426109}" dt="2025-02-19T09:36:08.571" v="460"/>
          <ac:spMkLst>
            <pc:docMk/>
            <pc:sldMk cId="3389424709" sldId="263"/>
            <ac:spMk id="59" creationId="{F4D2E50C-61AF-7406-66A9-7B8FE6CD3448}"/>
          </ac:spMkLst>
        </pc:spChg>
        <pc:spChg chg="add mod">
          <ac:chgData name="Gaspar Alfaro García" userId="b9682869-b526-4b6d-8301-b00acddeffaf" providerId="ADAL" clId="{9F16C0B6-1760-4BCA-8131-AB4CDB426109}" dt="2025-02-19T09:36:10.904" v="463" actId="571"/>
          <ac:spMkLst>
            <pc:docMk/>
            <pc:sldMk cId="3389424709" sldId="263"/>
            <ac:spMk id="60" creationId="{C83E4A2C-9E59-C222-877F-5092D658AB85}"/>
          </ac:spMkLst>
        </pc:spChg>
        <pc:spChg chg="add mod">
          <ac:chgData name="Gaspar Alfaro García" userId="b9682869-b526-4b6d-8301-b00acddeffaf" providerId="ADAL" clId="{9F16C0B6-1760-4BCA-8131-AB4CDB426109}" dt="2025-02-19T09:36:26.529" v="466" actId="1076"/>
          <ac:spMkLst>
            <pc:docMk/>
            <pc:sldMk cId="3389424709" sldId="263"/>
            <ac:spMk id="61" creationId="{DDA7CE8A-37A3-6AD3-B6ED-38B4A6C26E0B}"/>
          </ac:spMkLst>
        </pc:spChg>
        <pc:spChg chg="add mod">
          <ac:chgData name="Gaspar Alfaro García" userId="b9682869-b526-4b6d-8301-b00acddeffaf" providerId="ADAL" clId="{9F16C0B6-1760-4BCA-8131-AB4CDB426109}" dt="2025-02-19T09:36:26.529" v="466" actId="1076"/>
          <ac:spMkLst>
            <pc:docMk/>
            <pc:sldMk cId="3389424709" sldId="263"/>
            <ac:spMk id="62" creationId="{891D9316-A84C-39AE-F469-78C7B2E60A02}"/>
          </ac:spMkLst>
        </pc:spChg>
        <pc:spChg chg="add mod">
          <ac:chgData name="Gaspar Alfaro García" userId="b9682869-b526-4b6d-8301-b00acddeffaf" providerId="ADAL" clId="{9F16C0B6-1760-4BCA-8131-AB4CDB426109}" dt="2025-02-19T09:36:26.529" v="466" actId="1076"/>
          <ac:spMkLst>
            <pc:docMk/>
            <pc:sldMk cId="3389424709" sldId="263"/>
            <ac:spMk id="63" creationId="{EE5E0CF2-65F4-1BD3-83B5-56820707BEAC}"/>
          </ac:spMkLst>
        </pc:spChg>
        <pc:spChg chg="add mod">
          <ac:chgData name="Gaspar Alfaro García" userId="b9682869-b526-4b6d-8301-b00acddeffaf" providerId="ADAL" clId="{9F16C0B6-1760-4BCA-8131-AB4CDB426109}" dt="2025-02-19T09:36:29.070" v="467"/>
          <ac:spMkLst>
            <pc:docMk/>
            <pc:sldMk cId="3389424709" sldId="263"/>
            <ac:spMk id="64" creationId="{6BB47E8D-B259-EDD7-24E1-C046EB29F559}"/>
          </ac:spMkLst>
        </pc:spChg>
        <pc:spChg chg="add mod">
          <ac:chgData name="Gaspar Alfaro García" userId="b9682869-b526-4b6d-8301-b00acddeffaf" providerId="ADAL" clId="{9F16C0B6-1760-4BCA-8131-AB4CDB426109}" dt="2025-02-19T09:36:29.070" v="467"/>
          <ac:spMkLst>
            <pc:docMk/>
            <pc:sldMk cId="3389424709" sldId="263"/>
            <ac:spMk id="65" creationId="{3F9AE517-2B38-7DCD-8EE1-02E13283706B}"/>
          </ac:spMkLst>
        </pc:spChg>
        <pc:spChg chg="add mod">
          <ac:chgData name="Gaspar Alfaro García" userId="b9682869-b526-4b6d-8301-b00acddeffaf" providerId="ADAL" clId="{9F16C0B6-1760-4BCA-8131-AB4CDB426109}" dt="2025-02-19T09:36:29.070" v="467"/>
          <ac:spMkLst>
            <pc:docMk/>
            <pc:sldMk cId="3389424709" sldId="263"/>
            <ac:spMk id="66" creationId="{C0FA052F-8D23-4714-EECF-293A6652485D}"/>
          </ac:spMkLst>
        </pc:spChg>
        <pc:spChg chg="add mod">
          <ac:chgData name="Gaspar Alfaro García" userId="b9682869-b526-4b6d-8301-b00acddeffaf" providerId="ADAL" clId="{9F16C0B6-1760-4BCA-8131-AB4CDB426109}" dt="2025-02-19T09:36:43.243" v="469" actId="1076"/>
          <ac:spMkLst>
            <pc:docMk/>
            <pc:sldMk cId="3389424709" sldId="263"/>
            <ac:spMk id="67" creationId="{D8A720D1-A554-A88C-CA29-C81548F61E9F}"/>
          </ac:spMkLst>
        </pc:spChg>
        <pc:spChg chg="add mod">
          <ac:chgData name="Gaspar Alfaro García" userId="b9682869-b526-4b6d-8301-b00acddeffaf" providerId="ADAL" clId="{9F16C0B6-1760-4BCA-8131-AB4CDB426109}" dt="2025-02-19T09:36:43.243" v="469" actId="1076"/>
          <ac:spMkLst>
            <pc:docMk/>
            <pc:sldMk cId="3389424709" sldId="263"/>
            <ac:spMk id="68" creationId="{25657F27-5A4A-8F05-5EFC-61A1FA72CA42}"/>
          </ac:spMkLst>
        </pc:spChg>
        <pc:spChg chg="add mod">
          <ac:chgData name="Gaspar Alfaro García" userId="b9682869-b526-4b6d-8301-b00acddeffaf" providerId="ADAL" clId="{9F16C0B6-1760-4BCA-8131-AB4CDB426109}" dt="2025-02-19T09:36:43.243" v="469" actId="1076"/>
          <ac:spMkLst>
            <pc:docMk/>
            <pc:sldMk cId="3389424709" sldId="263"/>
            <ac:spMk id="69" creationId="{BF9E9456-D74D-5BA4-FFDC-978BEA35FA6C}"/>
          </ac:spMkLst>
        </pc:spChg>
        <pc:spChg chg="add mod">
          <ac:chgData name="Gaspar Alfaro García" userId="b9682869-b526-4b6d-8301-b00acddeffaf" providerId="ADAL" clId="{9F16C0B6-1760-4BCA-8131-AB4CDB426109}" dt="2025-02-19T09:37:09.656" v="471" actId="1076"/>
          <ac:spMkLst>
            <pc:docMk/>
            <pc:sldMk cId="3389424709" sldId="263"/>
            <ac:spMk id="70" creationId="{4DB800ED-0CB9-9068-C238-D53A9045C03F}"/>
          </ac:spMkLst>
        </pc:spChg>
        <pc:spChg chg="add mod">
          <ac:chgData name="Gaspar Alfaro García" userId="b9682869-b526-4b6d-8301-b00acddeffaf" providerId="ADAL" clId="{9F16C0B6-1760-4BCA-8131-AB4CDB426109}" dt="2025-02-19T09:37:09.656" v="471" actId="1076"/>
          <ac:spMkLst>
            <pc:docMk/>
            <pc:sldMk cId="3389424709" sldId="263"/>
            <ac:spMk id="71" creationId="{4E68264F-91D7-C636-44F2-00388113B40C}"/>
          </ac:spMkLst>
        </pc:spChg>
        <pc:spChg chg="add mod">
          <ac:chgData name="Gaspar Alfaro García" userId="b9682869-b526-4b6d-8301-b00acddeffaf" providerId="ADAL" clId="{9F16C0B6-1760-4BCA-8131-AB4CDB426109}" dt="2025-02-19T09:37:09.656" v="471" actId="1076"/>
          <ac:spMkLst>
            <pc:docMk/>
            <pc:sldMk cId="3389424709" sldId="263"/>
            <ac:spMk id="72" creationId="{3CFC014E-9888-23A7-25AE-74E7297EF7A8}"/>
          </ac:spMkLst>
        </pc:spChg>
      </pc:sldChg>
      <pc:sldChg chg="addSp modSp mod">
        <pc:chgData name="Gaspar Alfaro García" userId="b9682869-b526-4b6d-8301-b00acddeffaf" providerId="ADAL" clId="{9F16C0B6-1760-4BCA-8131-AB4CDB426109}" dt="2025-02-19T10:51:20.596" v="597" actId="1076"/>
        <pc:sldMkLst>
          <pc:docMk/>
          <pc:sldMk cId="2890661790" sldId="264"/>
        </pc:sldMkLst>
        <pc:spChg chg="mod">
          <ac:chgData name="Gaspar Alfaro García" userId="b9682869-b526-4b6d-8301-b00acddeffaf" providerId="ADAL" clId="{9F16C0B6-1760-4BCA-8131-AB4CDB426109}" dt="2025-02-19T10:48:52.234" v="590" actId="20577"/>
          <ac:spMkLst>
            <pc:docMk/>
            <pc:sldMk cId="2890661790" sldId="264"/>
            <ac:spMk id="2" creationId="{DF44F10F-9BA7-D2BC-D4F6-676D28C4B621}"/>
          </ac:spMkLst>
        </pc:spChg>
        <pc:picChg chg="add mod">
          <ac:chgData name="Gaspar Alfaro García" userId="b9682869-b526-4b6d-8301-b00acddeffaf" providerId="ADAL" clId="{9F16C0B6-1760-4BCA-8131-AB4CDB426109}" dt="2025-02-19T10:51:20.596" v="597" actId="1076"/>
          <ac:picMkLst>
            <pc:docMk/>
            <pc:sldMk cId="2890661790" sldId="264"/>
            <ac:picMk id="5" creationId="{11462FF4-8D93-6D63-0C20-58CFE65562E2}"/>
          </ac:picMkLst>
        </pc:picChg>
      </pc:sldChg>
      <pc:sldChg chg="addSp delSp modSp mod">
        <pc:chgData name="Gaspar Alfaro García" userId="b9682869-b526-4b6d-8301-b00acddeffaf" providerId="ADAL" clId="{9F16C0B6-1760-4BCA-8131-AB4CDB426109}" dt="2025-02-19T16:23:58.408" v="1472" actId="1076"/>
        <pc:sldMkLst>
          <pc:docMk/>
          <pc:sldMk cId="1062350203" sldId="265"/>
        </pc:sldMkLst>
        <pc:spChg chg="mod">
          <ac:chgData name="Gaspar Alfaro García" userId="b9682869-b526-4b6d-8301-b00acddeffaf" providerId="ADAL" clId="{9F16C0B6-1760-4BCA-8131-AB4CDB426109}" dt="2025-02-19T10:48:46.683" v="589" actId="20577"/>
          <ac:spMkLst>
            <pc:docMk/>
            <pc:sldMk cId="1062350203" sldId="265"/>
            <ac:spMk id="2" creationId="{6FD1A3C1-1E12-6982-C3AC-2A64548BA31D}"/>
          </ac:spMkLst>
        </pc:spChg>
        <pc:picChg chg="add del mod">
          <ac:chgData name="Gaspar Alfaro García" userId="b9682869-b526-4b6d-8301-b00acddeffaf" providerId="ADAL" clId="{9F16C0B6-1760-4BCA-8131-AB4CDB426109}" dt="2025-02-19T16:23:16.919" v="1460" actId="478"/>
          <ac:picMkLst>
            <pc:docMk/>
            <pc:sldMk cId="1062350203" sldId="265"/>
            <ac:picMk id="5" creationId="{4C400EF0-B752-AC3C-45D6-2E10C9BE99D8}"/>
          </ac:picMkLst>
        </pc:picChg>
        <pc:picChg chg="add del mod">
          <ac:chgData name="Gaspar Alfaro García" userId="b9682869-b526-4b6d-8301-b00acddeffaf" providerId="ADAL" clId="{9F16C0B6-1760-4BCA-8131-AB4CDB426109}" dt="2025-02-19T12:16:30.482" v="1182" actId="478"/>
          <ac:picMkLst>
            <pc:docMk/>
            <pc:sldMk cId="1062350203" sldId="265"/>
            <ac:picMk id="7" creationId="{10E1BE18-74DD-4D12-526C-8E64A2ABA75C}"/>
          </ac:picMkLst>
        </pc:picChg>
        <pc:picChg chg="add mod">
          <ac:chgData name="Gaspar Alfaro García" userId="b9682869-b526-4b6d-8301-b00acddeffaf" providerId="ADAL" clId="{9F16C0B6-1760-4BCA-8131-AB4CDB426109}" dt="2025-02-19T12:16:22.675" v="1166"/>
          <ac:picMkLst>
            <pc:docMk/>
            <pc:sldMk cId="1062350203" sldId="265"/>
            <ac:picMk id="9" creationId="{6ABD16AE-38A2-56BD-F39D-2AAC53128ECE}"/>
          </ac:picMkLst>
        </pc:picChg>
        <pc:picChg chg="add del mod">
          <ac:chgData name="Gaspar Alfaro García" userId="b9682869-b526-4b6d-8301-b00acddeffaf" providerId="ADAL" clId="{9F16C0B6-1760-4BCA-8131-AB4CDB426109}" dt="2025-02-19T16:23:22.379" v="1464" actId="478"/>
          <ac:picMkLst>
            <pc:docMk/>
            <pc:sldMk cId="1062350203" sldId="265"/>
            <ac:picMk id="11" creationId="{74F4F45B-E336-E221-847A-D2CB64C3BE36}"/>
          </ac:picMkLst>
        </pc:picChg>
        <pc:picChg chg="add mod">
          <ac:chgData name="Gaspar Alfaro García" userId="b9682869-b526-4b6d-8301-b00acddeffaf" providerId="ADAL" clId="{9F16C0B6-1760-4BCA-8131-AB4CDB426109}" dt="2025-02-19T16:23:58.408" v="1472" actId="1076"/>
          <ac:picMkLst>
            <pc:docMk/>
            <pc:sldMk cId="1062350203" sldId="265"/>
            <ac:picMk id="13" creationId="{EEC8EC79-97E5-34FA-0398-F2D1F7635F94}"/>
          </ac:picMkLst>
        </pc:picChg>
      </pc:sldChg>
      <pc:sldChg chg="modSp mod">
        <pc:chgData name="Gaspar Alfaro García" userId="b9682869-b526-4b6d-8301-b00acddeffaf" providerId="ADAL" clId="{9F16C0B6-1760-4BCA-8131-AB4CDB426109}" dt="2025-02-19T10:48:41.329" v="588" actId="20577"/>
        <pc:sldMkLst>
          <pc:docMk/>
          <pc:sldMk cId="2650089999" sldId="266"/>
        </pc:sldMkLst>
        <pc:spChg chg="mod">
          <ac:chgData name="Gaspar Alfaro García" userId="b9682869-b526-4b6d-8301-b00acddeffaf" providerId="ADAL" clId="{9F16C0B6-1760-4BCA-8131-AB4CDB426109}" dt="2025-02-19T10:48:41.329" v="588" actId="20577"/>
          <ac:spMkLst>
            <pc:docMk/>
            <pc:sldMk cId="2650089999" sldId="266"/>
            <ac:spMk id="2" creationId="{7D46FEB8-F976-B2EF-1E4F-2C00D0189796}"/>
          </ac:spMkLst>
        </pc:spChg>
      </pc:sldChg>
      <pc:sldChg chg="addSp modSp mod">
        <pc:chgData name="Gaspar Alfaro García" userId="b9682869-b526-4b6d-8301-b00acddeffaf" providerId="ADAL" clId="{9F16C0B6-1760-4BCA-8131-AB4CDB426109}" dt="2025-02-19T19:09:30.296" v="2269" actId="1076"/>
        <pc:sldMkLst>
          <pc:docMk/>
          <pc:sldMk cId="989284931" sldId="267"/>
        </pc:sldMkLst>
        <pc:spChg chg="mod">
          <ac:chgData name="Gaspar Alfaro García" userId="b9682869-b526-4b6d-8301-b00acddeffaf" providerId="ADAL" clId="{9F16C0B6-1760-4BCA-8131-AB4CDB426109}" dt="2025-02-19T10:49:20.371" v="593" actId="20577"/>
          <ac:spMkLst>
            <pc:docMk/>
            <pc:sldMk cId="989284931" sldId="267"/>
            <ac:spMk id="2" creationId="{971E3D19-A3B1-C218-7672-F183DC68A9E9}"/>
          </ac:spMkLst>
        </pc:spChg>
        <pc:picChg chg="add mod">
          <ac:chgData name="Gaspar Alfaro García" userId="b9682869-b526-4b6d-8301-b00acddeffaf" providerId="ADAL" clId="{9F16C0B6-1760-4BCA-8131-AB4CDB426109}" dt="2025-02-19T19:09:30.296" v="2269" actId="1076"/>
          <ac:picMkLst>
            <pc:docMk/>
            <pc:sldMk cId="989284931" sldId="267"/>
            <ac:picMk id="5" creationId="{A00D1A27-D8DD-7200-8837-48C763DF3249}"/>
          </ac:picMkLst>
        </pc:picChg>
      </pc:sldChg>
      <pc:sldChg chg="addSp delSp modSp mod">
        <pc:chgData name="Gaspar Alfaro García" userId="b9682869-b526-4b6d-8301-b00acddeffaf" providerId="ADAL" clId="{9F16C0B6-1760-4BCA-8131-AB4CDB426109}" dt="2025-02-19T09:27:10.795" v="411" actId="1076"/>
        <pc:sldMkLst>
          <pc:docMk/>
          <pc:sldMk cId="3963325245" sldId="268"/>
        </pc:sldMkLst>
        <pc:spChg chg="mod">
          <ac:chgData name="Gaspar Alfaro García" userId="b9682869-b526-4b6d-8301-b00acddeffaf" providerId="ADAL" clId="{9F16C0B6-1760-4BCA-8131-AB4CDB426109}" dt="2025-02-18T17:59:22.272" v="163" actId="207"/>
          <ac:spMkLst>
            <pc:docMk/>
            <pc:sldMk cId="3963325245" sldId="268"/>
            <ac:spMk id="2" creationId="{3C9247D7-1612-E136-6C0C-B0BE64BC90E9}"/>
          </ac:spMkLst>
        </pc:spChg>
        <pc:spChg chg="add mod">
          <ac:chgData name="Gaspar Alfaro García" userId="b9682869-b526-4b6d-8301-b00acddeffaf" providerId="ADAL" clId="{9F16C0B6-1760-4BCA-8131-AB4CDB426109}" dt="2025-02-18T18:09:47.197" v="275" actId="207"/>
          <ac:spMkLst>
            <pc:docMk/>
            <pc:sldMk cId="3963325245" sldId="268"/>
            <ac:spMk id="3" creationId="{277F0E43-E61B-4CDF-75DA-6C0133C8FD97}"/>
          </ac:spMkLst>
        </pc:spChg>
        <pc:spChg chg="add mod">
          <ac:chgData name="Gaspar Alfaro García" userId="b9682869-b526-4b6d-8301-b00acddeffaf" providerId="ADAL" clId="{9F16C0B6-1760-4BCA-8131-AB4CDB426109}" dt="2025-02-18T18:09:51.442" v="276" actId="207"/>
          <ac:spMkLst>
            <pc:docMk/>
            <pc:sldMk cId="3963325245" sldId="268"/>
            <ac:spMk id="5" creationId="{53F317F5-E355-8DC9-DC02-231B1C61C40B}"/>
          </ac:spMkLst>
        </pc:spChg>
        <pc:spChg chg="add mod">
          <ac:chgData name="Gaspar Alfaro García" userId="b9682869-b526-4b6d-8301-b00acddeffaf" providerId="ADAL" clId="{9F16C0B6-1760-4BCA-8131-AB4CDB426109}" dt="2025-02-18T18:12:42.766" v="334" actId="207"/>
          <ac:spMkLst>
            <pc:docMk/>
            <pc:sldMk cId="3963325245" sldId="268"/>
            <ac:spMk id="8" creationId="{132D9AA6-104F-106C-84BA-0DF2BFC17536}"/>
          </ac:spMkLst>
        </pc:spChg>
        <pc:spChg chg="add mod">
          <ac:chgData name="Gaspar Alfaro García" userId="b9682869-b526-4b6d-8301-b00acddeffaf" providerId="ADAL" clId="{9F16C0B6-1760-4BCA-8131-AB4CDB426109}" dt="2025-02-18T18:12:46.147" v="335" actId="207"/>
          <ac:spMkLst>
            <pc:docMk/>
            <pc:sldMk cId="3963325245" sldId="268"/>
            <ac:spMk id="9" creationId="{F0513A18-9959-C5FD-D0CF-ED0D1916E096}"/>
          </ac:spMkLst>
        </pc:spChg>
        <pc:spChg chg="add mod">
          <ac:chgData name="Gaspar Alfaro García" userId="b9682869-b526-4b6d-8301-b00acddeffaf" providerId="ADAL" clId="{9F16C0B6-1760-4BCA-8131-AB4CDB426109}" dt="2025-02-18T18:14:13.855" v="373" actId="1076"/>
          <ac:spMkLst>
            <pc:docMk/>
            <pc:sldMk cId="3963325245" sldId="268"/>
            <ac:spMk id="12" creationId="{484E749A-AEF7-F277-9037-EBCF68863547}"/>
          </ac:spMkLst>
        </pc:spChg>
        <pc:picChg chg="add mod">
          <ac:chgData name="Gaspar Alfaro García" userId="b9682869-b526-4b6d-8301-b00acddeffaf" providerId="ADAL" clId="{9F16C0B6-1760-4BCA-8131-AB4CDB426109}" dt="2025-02-19T09:25:03.919" v="390" actId="1076"/>
          <ac:picMkLst>
            <pc:docMk/>
            <pc:sldMk cId="3963325245" sldId="268"/>
            <ac:picMk id="10" creationId="{E779DAF9-F9AC-2618-1841-AE7175A11493}"/>
          </ac:picMkLst>
        </pc:picChg>
        <pc:picChg chg="add del mod">
          <ac:chgData name="Gaspar Alfaro García" userId="b9682869-b526-4b6d-8301-b00acddeffaf" providerId="ADAL" clId="{9F16C0B6-1760-4BCA-8131-AB4CDB426109}" dt="2025-02-19T09:25:42.296" v="396" actId="22"/>
          <ac:picMkLst>
            <pc:docMk/>
            <pc:sldMk cId="3963325245" sldId="268"/>
            <ac:picMk id="15" creationId="{CDA5C8E6-1E97-8457-021F-A6978EC6EA84}"/>
          </ac:picMkLst>
        </pc:picChg>
        <pc:picChg chg="add del mod">
          <ac:chgData name="Gaspar Alfaro García" userId="b9682869-b526-4b6d-8301-b00acddeffaf" providerId="ADAL" clId="{9F16C0B6-1760-4BCA-8131-AB4CDB426109}" dt="2025-02-19T09:26:05.037" v="400" actId="22"/>
          <ac:picMkLst>
            <pc:docMk/>
            <pc:sldMk cId="3963325245" sldId="268"/>
            <ac:picMk id="17" creationId="{E5540FB0-917F-10BB-2969-1E8589C96E93}"/>
          </ac:picMkLst>
        </pc:picChg>
        <pc:picChg chg="add mod">
          <ac:chgData name="Gaspar Alfaro García" userId="b9682869-b526-4b6d-8301-b00acddeffaf" providerId="ADAL" clId="{9F16C0B6-1760-4BCA-8131-AB4CDB426109}" dt="2025-02-19T09:26:44.282" v="406" actId="1076"/>
          <ac:picMkLst>
            <pc:docMk/>
            <pc:sldMk cId="3963325245" sldId="268"/>
            <ac:picMk id="19" creationId="{32674367-BEF8-AFEA-290D-DC9878A9AA60}"/>
          </ac:picMkLst>
        </pc:picChg>
        <pc:picChg chg="add mod">
          <ac:chgData name="Gaspar Alfaro García" userId="b9682869-b526-4b6d-8301-b00acddeffaf" providerId="ADAL" clId="{9F16C0B6-1760-4BCA-8131-AB4CDB426109}" dt="2025-02-19T09:27:10.795" v="411" actId="1076"/>
          <ac:picMkLst>
            <pc:docMk/>
            <pc:sldMk cId="3963325245" sldId="268"/>
            <ac:picMk id="21" creationId="{E4421A86-9490-ED3F-0659-FCD1F9E2B7EB}"/>
          </ac:picMkLst>
        </pc:picChg>
        <pc:cxnChg chg="add mod">
          <ac:chgData name="Gaspar Alfaro García" userId="b9682869-b526-4b6d-8301-b00acddeffaf" providerId="ADAL" clId="{9F16C0B6-1760-4BCA-8131-AB4CDB426109}" dt="2025-02-18T18:15:20.421" v="383" actId="1076"/>
          <ac:cxnSpMkLst>
            <pc:docMk/>
            <pc:sldMk cId="3963325245" sldId="268"/>
            <ac:cxnSpMk id="7" creationId="{355CC1C1-CECC-9E54-30DA-A125A5325176}"/>
          </ac:cxnSpMkLst>
        </pc:cxnChg>
        <pc:cxnChg chg="add mod">
          <ac:chgData name="Gaspar Alfaro García" userId="b9682869-b526-4b6d-8301-b00acddeffaf" providerId="ADAL" clId="{9F16C0B6-1760-4BCA-8131-AB4CDB426109}" dt="2025-02-18T18:12:37.184" v="333" actId="208"/>
          <ac:cxnSpMkLst>
            <pc:docMk/>
            <pc:sldMk cId="3963325245" sldId="268"/>
            <ac:cxnSpMk id="11" creationId="{D9C55E56-2F90-59F9-E356-D2DE11B0376F}"/>
          </ac:cxnSpMkLst>
        </pc:cxnChg>
        <pc:cxnChg chg="add mod">
          <ac:chgData name="Gaspar Alfaro García" userId="b9682869-b526-4b6d-8301-b00acddeffaf" providerId="ADAL" clId="{9F16C0B6-1760-4BCA-8131-AB4CDB426109}" dt="2025-02-18T18:15:24.456" v="385" actId="14100"/>
          <ac:cxnSpMkLst>
            <pc:docMk/>
            <pc:sldMk cId="3963325245" sldId="268"/>
            <ac:cxnSpMk id="13" creationId="{FC0A184A-EDBD-F2B7-559D-306ADB2A47DE}"/>
          </ac:cxnSpMkLst>
        </pc:cxnChg>
      </pc:sldChg>
      <pc:sldChg chg="modSp mod">
        <pc:chgData name="Gaspar Alfaro García" userId="b9682869-b526-4b6d-8301-b00acddeffaf" providerId="ADAL" clId="{9F16C0B6-1760-4BCA-8131-AB4CDB426109}" dt="2025-02-18T18:01:09.743" v="168" actId="403"/>
        <pc:sldMkLst>
          <pc:docMk/>
          <pc:sldMk cId="4071041900" sldId="269"/>
        </pc:sldMkLst>
        <pc:spChg chg="mod">
          <ac:chgData name="Gaspar Alfaro García" userId="b9682869-b526-4b6d-8301-b00acddeffaf" providerId="ADAL" clId="{9F16C0B6-1760-4BCA-8131-AB4CDB426109}" dt="2025-02-18T17:56:25.113" v="140" actId="14100"/>
          <ac:spMkLst>
            <pc:docMk/>
            <pc:sldMk cId="4071041900" sldId="269"/>
            <ac:spMk id="2" creationId="{8F1F6FD5-4484-A88D-08CE-DCF5ECEB98E1}"/>
          </ac:spMkLst>
        </pc:spChg>
        <pc:spChg chg="mod">
          <ac:chgData name="Gaspar Alfaro García" userId="b9682869-b526-4b6d-8301-b00acddeffaf" providerId="ADAL" clId="{9F16C0B6-1760-4BCA-8131-AB4CDB426109}" dt="2025-02-18T18:01:09.743" v="168" actId="403"/>
          <ac:spMkLst>
            <pc:docMk/>
            <pc:sldMk cId="4071041900" sldId="269"/>
            <ac:spMk id="17" creationId="{CCAE57F1-494E-2910-74A3-2A26339222ED}"/>
          </ac:spMkLst>
        </pc:spChg>
        <pc:spChg chg="mod">
          <ac:chgData name="Gaspar Alfaro García" userId="b9682869-b526-4b6d-8301-b00acddeffaf" providerId="ADAL" clId="{9F16C0B6-1760-4BCA-8131-AB4CDB426109}" dt="2025-02-18T17:56:01.997" v="135" actId="2711"/>
          <ac:spMkLst>
            <pc:docMk/>
            <pc:sldMk cId="4071041900" sldId="269"/>
            <ac:spMk id="21" creationId="{9E21D34F-B914-C019-CDAC-B64EA769BCE7}"/>
          </ac:spMkLst>
        </pc:spChg>
        <pc:spChg chg="mod">
          <ac:chgData name="Gaspar Alfaro García" userId="b9682869-b526-4b6d-8301-b00acddeffaf" providerId="ADAL" clId="{9F16C0B6-1760-4BCA-8131-AB4CDB426109}" dt="2025-02-18T17:56:10.246" v="137" actId="2711"/>
          <ac:spMkLst>
            <pc:docMk/>
            <pc:sldMk cId="4071041900" sldId="269"/>
            <ac:spMk id="53" creationId="{9F1E1BE8-A3A2-15E9-08C6-629B1807736D}"/>
          </ac:spMkLst>
        </pc:spChg>
        <pc:spChg chg="mod">
          <ac:chgData name="Gaspar Alfaro García" userId="b9682869-b526-4b6d-8301-b00acddeffaf" providerId="ADAL" clId="{9F16C0B6-1760-4BCA-8131-AB4CDB426109}" dt="2025-02-18T17:56:16.009" v="138" actId="2711"/>
          <ac:spMkLst>
            <pc:docMk/>
            <pc:sldMk cId="4071041900" sldId="269"/>
            <ac:spMk id="54" creationId="{85208F92-5545-0AFE-D274-619BF58F29C0}"/>
          </ac:spMkLst>
        </pc:spChg>
      </pc:sldChg>
      <pc:sldChg chg="addSp modSp mod">
        <pc:chgData name="Gaspar Alfaro García" userId="b9682869-b526-4b6d-8301-b00acddeffaf" providerId="ADAL" clId="{9F16C0B6-1760-4BCA-8131-AB4CDB426109}" dt="2025-02-19T10:33:59.777" v="503" actId="1076"/>
        <pc:sldMkLst>
          <pc:docMk/>
          <pc:sldMk cId="3340830351" sldId="270"/>
        </pc:sldMkLst>
        <pc:spChg chg="mod">
          <ac:chgData name="Gaspar Alfaro García" userId="b9682869-b526-4b6d-8301-b00acddeffaf" providerId="ADAL" clId="{9F16C0B6-1760-4BCA-8131-AB4CDB426109}" dt="2025-02-18T17:53:38.139" v="115" actId="14100"/>
          <ac:spMkLst>
            <pc:docMk/>
            <pc:sldMk cId="3340830351" sldId="270"/>
            <ac:spMk id="2" creationId="{7E23C3A6-5244-5954-F770-F346F925F5CD}"/>
          </ac:spMkLst>
        </pc:spChg>
        <pc:picChg chg="add mod">
          <ac:chgData name="Gaspar Alfaro García" userId="b9682869-b526-4b6d-8301-b00acddeffaf" providerId="ADAL" clId="{9F16C0B6-1760-4BCA-8131-AB4CDB426109}" dt="2025-02-19T10:29:34.807" v="491" actId="1076"/>
          <ac:picMkLst>
            <pc:docMk/>
            <pc:sldMk cId="3340830351" sldId="270"/>
            <ac:picMk id="5" creationId="{AA48265B-42D6-D11B-FCD4-EBDE63A5A33B}"/>
          </ac:picMkLst>
        </pc:picChg>
        <pc:picChg chg="add mod">
          <ac:chgData name="Gaspar Alfaro García" userId="b9682869-b526-4b6d-8301-b00acddeffaf" providerId="ADAL" clId="{9F16C0B6-1760-4BCA-8131-AB4CDB426109}" dt="2025-02-19T10:33:26.216" v="497" actId="14100"/>
          <ac:picMkLst>
            <pc:docMk/>
            <pc:sldMk cId="3340830351" sldId="270"/>
            <ac:picMk id="7" creationId="{754F9C51-2933-D385-43D3-A5A1A8A57F9F}"/>
          </ac:picMkLst>
        </pc:picChg>
        <pc:picChg chg="add mod">
          <ac:chgData name="Gaspar Alfaro García" userId="b9682869-b526-4b6d-8301-b00acddeffaf" providerId="ADAL" clId="{9F16C0B6-1760-4BCA-8131-AB4CDB426109}" dt="2025-02-19T10:33:59.777" v="503" actId="1076"/>
          <ac:picMkLst>
            <pc:docMk/>
            <pc:sldMk cId="3340830351" sldId="270"/>
            <ac:picMk id="9" creationId="{A9A3E93B-2F5A-C9B1-F7C6-B381F169AAE2}"/>
          </ac:picMkLst>
        </pc:picChg>
      </pc:sldChg>
      <pc:sldChg chg="addSp delSp modSp mod">
        <pc:chgData name="Gaspar Alfaro García" userId="b9682869-b526-4b6d-8301-b00acddeffaf" providerId="ADAL" clId="{9F16C0B6-1760-4BCA-8131-AB4CDB426109}" dt="2025-02-19T10:45:22.393" v="584" actId="1076"/>
        <pc:sldMkLst>
          <pc:docMk/>
          <pc:sldMk cId="1841713362" sldId="271"/>
        </pc:sldMkLst>
        <pc:spChg chg="mod">
          <ac:chgData name="Gaspar Alfaro García" userId="b9682869-b526-4b6d-8301-b00acddeffaf" providerId="ADAL" clId="{9F16C0B6-1760-4BCA-8131-AB4CDB426109}" dt="2025-02-18T17:53:30.383" v="113" actId="14100"/>
          <ac:spMkLst>
            <pc:docMk/>
            <pc:sldMk cId="1841713362" sldId="271"/>
            <ac:spMk id="2" creationId="{CB22DEA8-4917-1894-153B-EDBF8C5B4C27}"/>
          </ac:spMkLst>
        </pc:spChg>
        <pc:spChg chg="add del">
          <ac:chgData name="Gaspar Alfaro García" userId="b9682869-b526-4b6d-8301-b00acddeffaf" providerId="ADAL" clId="{9F16C0B6-1760-4BCA-8131-AB4CDB426109}" dt="2025-02-19T10:41:08.669" v="530" actId="478"/>
          <ac:spMkLst>
            <pc:docMk/>
            <pc:sldMk cId="1841713362" sldId="271"/>
            <ac:spMk id="4" creationId="{BBC4B959-A8EE-65C3-7E48-7695F1C0CD14}"/>
          </ac:spMkLst>
        </pc:spChg>
        <pc:spChg chg="add del mod">
          <ac:chgData name="Gaspar Alfaro García" userId="b9682869-b526-4b6d-8301-b00acddeffaf" providerId="ADAL" clId="{9F16C0B6-1760-4BCA-8131-AB4CDB426109}" dt="2025-02-19T10:42:06.104" v="546" actId="767"/>
          <ac:spMkLst>
            <pc:docMk/>
            <pc:sldMk cId="1841713362" sldId="271"/>
            <ac:spMk id="10" creationId="{B9725788-498B-C3EB-15BE-02DDB4FAE276}"/>
          </ac:spMkLst>
        </pc:spChg>
        <pc:spChg chg="add del mod">
          <ac:chgData name="Gaspar Alfaro García" userId="b9682869-b526-4b6d-8301-b00acddeffaf" providerId="ADAL" clId="{9F16C0B6-1760-4BCA-8131-AB4CDB426109}" dt="2025-02-19T10:43:37.777" v="574" actId="1076"/>
          <ac:spMkLst>
            <pc:docMk/>
            <pc:sldMk cId="1841713362" sldId="271"/>
            <ac:spMk id="11" creationId="{D3C7A1BA-6BD7-55A1-6076-214C30A60C87}"/>
          </ac:spMkLst>
        </pc:spChg>
        <pc:picChg chg="add mod">
          <ac:chgData name="Gaspar Alfaro García" userId="b9682869-b526-4b6d-8301-b00acddeffaf" providerId="ADAL" clId="{9F16C0B6-1760-4BCA-8131-AB4CDB426109}" dt="2025-02-19T10:41:24.981" v="537" actId="1076"/>
          <ac:picMkLst>
            <pc:docMk/>
            <pc:sldMk cId="1841713362" sldId="271"/>
            <ac:picMk id="5" creationId="{C08BF4CB-2367-5446-9D77-EB78C5CC18CC}"/>
          </ac:picMkLst>
        </pc:picChg>
        <pc:picChg chg="add del mod">
          <ac:chgData name="Gaspar Alfaro García" userId="b9682869-b526-4b6d-8301-b00acddeffaf" providerId="ADAL" clId="{9F16C0B6-1760-4BCA-8131-AB4CDB426109}" dt="2025-02-19T10:39:47.244" v="514" actId="478"/>
          <ac:picMkLst>
            <pc:docMk/>
            <pc:sldMk cId="1841713362" sldId="271"/>
            <ac:picMk id="7" creationId="{822D2C26-8F6A-B70B-D046-B06F9CAF5328}"/>
          </ac:picMkLst>
        </pc:picChg>
        <pc:picChg chg="add del mod">
          <ac:chgData name="Gaspar Alfaro García" userId="b9682869-b526-4b6d-8301-b00acddeffaf" providerId="ADAL" clId="{9F16C0B6-1760-4BCA-8131-AB4CDB426109}" dt="2025-02-19T10:45:00.612" v="575" actId="478"/>
          <ac:picMkLst>
            <pc:docMk/>
            <pc:sldMk cId="1841713362" sldId="271"/>
            <ac:picMk id="9" creationId="{382755B7-53E4-CF12-59C7-09B6A3C75269}"/>
          </ac:picMkLst>
        </pc:picChg>
        <pc:picChg chg="add mod ord">
          <ac:chgData name="Gaspar Alfaro García" userId="b9682869-b526-4b6d-8301-b00acddeffaf" providerId="ADAL" clId="{9F16C0B6-1760-4BCA-8131-AB4CDB426109}" dt="2025-02-19T10:45:22.393" v="584" actId="1076"/>
          <ac:picMkLst>
            <pc:docMk/>
            <pc:sldMk cId="1841713362" sldId="271"/>
            <ac:picMk id="13" creationId="{E71D051E-F6A6-98F1-BC3C-85F895808501}"/>
          </ac:picMkLst>
        </pc:picChg>
      </pc:sldChg>
      <pc:sldChg chg="modSp del mod">
        <pc:chgData name="Gaspar Alfaro García" userId="b9682869-b526-4b6d-8301-b00acddeffaf" providerId="ADAL" clId="{9F16C0B6-1760-4BCA-8131-AB4CDB426109}" dt="2025-02-19T10:51:31.108" v="598" actId="2696"/>
        <pc:sldMkLst>
          <pc:docMk/>
          <pc:sldMk cId="4277888041" sldId="272"/>
        </pc:sldMkLst>
        <pc:spChg chg="mod">
          <ac:chgData name="Gaspar Alfaro García" userId="b9682869-b526-4b6d-8301-b00acddeffaf" providerId="ADAL" clId="{9F16C0B6-1760-4BCA-8131-AB4CDB426109}" dt="2025-02-18T17:53:12.165" v="109" actId="6549"/>
          <ac:spMkLst>
            <pc:docMk/>
            <pc:sldMk cId="4277888041" sldId="272"/>
            <ac:spMk id="2" creationId="{C47F4B93-BCF0-879D-4BEF-79AA9184B42A}"/>
          </ac:spMkLst>
        </pc:spChg>
      </pc:sldChg>
      <pc:sldChg chg="addSp delSp modSp mod">
        <pc:chgData name="Gaspar Alfaro García" userId="b9682869-b526-4b6d-8301-b00acddeffaf" providerId="ADAL" clId="{9F16C0B6-1760-4BCA-8131-AB4CDB426109}" dt="2025-02-19T11:01:16.344" v="623" actId="207"/>
        <pc:sldMkLst>
          <pc:docMk/>
          <pc:sldMk cId="3023332872" sldId="273"/>
        </pc:sldMkLst>
        <pc:spChg chg="mod">
          <ac:chgData name="Gaspar Alfaro García" userId="b9682869-b526-4b6d-8301-b00acddeffaf" providerId="ADAL" clId="{9F16C0B6-1760-4BCA-8131-AB4CDB426109}" dt="2025-02-18T17:50:20.604" v="101" actId="14100"/>
          <ac:spMkLst>
            <pc:docMk/>
            <pc:sldMk cId="3023332872" sldId="273"/>
            <ac:spMk id="2" creationId="{694A30DA-3BB6-2649-EC33-EF65423153EE}"/>
          </ac:spMkLst>
        </pc:spChg>
        <pc:spChg chg="mod">
          <ac:chgData name="Gaspar Alfaro García" userId="b9682869-b526-4b6d-8301-b00acddeffaf" providerId="ADAL" clId="{9F16C0B6-1760-4BCA-8131-AB4CDB426109}" dt="2025-02-19T11:01:09.971" v="621" actId="207"/>
          <ac:spMkLst>
            <pc:docMk/>
            <pc:sldMk cId="3023332872" sldId="273"/>
            <ac:spMk id="15" creationId="{625DFA94-F235-1072-3418-11DF5C6687FE}"/>
          </ac:spMkLst>
        </pc:spChg>
        <pc:spChg chg="mod">
          <ac:chgData name="Gaspar Alfaro García" userId="b9682869-b526-4b6d-8301-b00acddeffaf" providerId="ADAL" clId="{9F16C0B6-1760-4BCA-8131-AB4CDB426109}" dt="2025-02-19T11:01:13.153" v="622" actId="207"/>
          <ac:spMkLst>
            <pc:docMk/>
            <pc:sldMk cId="3023332872" sldId="273"/>
            <ac:spMk id="16" creationId="{F1A10CFE-5490-C6B1-E1DB-8E07727F9384}"/>
          </ac:spMkLst>
        </pc:spChg>
        <pc:spChg chg="mod">
          <ac:chgData name="Gaspar Alfaro García" userId="b9682869-b526-4b6d-8301-b00acddeffaf" providerId="ADAL" clId="{9F16C0B6-1760-4BCA-8131-AB4CDB426109}" dt="2025-02-19T11:01:16.344" v="623" actId="207"/>
          <ac:spMkLst>
            <pc:docMk/>
            <pc:sldMk cId="3023332872" sldId="273"/>
            <ac:spMk id="18" creationId="{8DEBA0DB-98AF-E948-1778-0FE172341A12}"/>
          </ac:spMkLst>
        </pc:spChg>
        <pc:spChg chg="mod">
          <ac:chgData name="Gaspar Alfaro García" userId="b9682869-b526-4b6d-8301-b00acddeffaf" providerId="ADAL" clId="{9F16C0B6-1760-4BCA-8131-AB4CDB426109}" dt="2025-02-18T17:50:40.012" v="105" actId="2711"/>
          <ac:spMkLst>
            <pc:docMk/>
            <pc:sldMk cId="3023332872" sldId="273"/>
            <ac:spMk id="20" creationId="{9FC6A3E0-5DB6-6EBB-3CA1-D12AA20EB32E}"/>
          </ac:spMkLst>
        </pc:spChg>
        <pc:spChg chg="mod">
          <ac:chgData name="Gaspar Alfaro García" userId="b9682869-b526-4b6d-8301-b00acddeffaf" providerId="ADAL" clId="{9F16C0B6-1760-4BCA-8131-AB4CDB426109}" dt="2025-02-18T17:50:45.754" v="106" actId="2711"/>
          <ac:spMkLst>
            <pc:docMk/>
            <pc:sldMk cId="3023332872" sldId="273"/>
            <ac:spMk id="21" creationId="{BBD2E9F9-937F-035D-C0EF-F7B70C71AA4D}"/>
          </ac:spMkLst>
        </pc:spChg>
        <pc:picChg chg="add mod">
          <ac:chgData name="Gaspar Alfaro García" userId="b9682869-b526-4b6d-8301-b00acddeffaf" providerId="ADAL" clId="{9F16C0B6-1760-4BCA-8131-AB4CDB426109}" dt="2025-02-19T11:00:16.668" v="616" actId="1076"/>
          <ac:picMkLst>
            <pc:docMk/>
            <pc:sldMk cId="3023332872" sldId="273"/>
            <ac:picMk id="4" creationId="{39CB1958-03ED-9A17-6FBA-6BB44D8BBC8E}"/>
          </ac:picMkLst>
        </pc:picChg>
        <pc:picChg chg="add mod">
          <ac:chgData name="Gaspar Alfaro García" userId="b9682869-b526-4b6d-8301-b00acddeffaf" providerId="ADAL" clId="{9F16C0B6-1760-4BCA-8131-AB4CDB426109}" dt="2025-02-19T11:00:33.145" v="618" actId="1076"/>
          <ac:picMkLst>
            <pc:docMk/>
            <pc:sldMk cId="3023332872" sldId="273"/>
            <ac:picMk id="6" creationId="{ACE4699C-282F-8163-2EFB-8FCA57036C8C}"/>
          </ac:picMkLst>
        </pc:picChg>
        <pc:picChg chg="add mod">
          <ac:chgData name="Gaspar Alfaro García" userId="b9682869-b526-4b6d-8301-b00acddeffaf" providerId="ADAL" clId="{9F16C0B6-1760-4BCA-8131-AB4CDB426109}" dt="2025-02-19T11:00:48.193" v="619" actId="1076"/>
          <ac:picMkLst>
            <pc:docMk/>
            <pc:sldMk cId="3023332872" sldId="273"/>
            <ac:picMk id="8" creationId="{E7F7B2AE-CEA1-694E-F5AB-D435D80E56B9}"/>
          </ac:picMkLst>
        </pc:picChg>
        <pc:picChg chg="del">
          <ac:chgData name="Gaspar Alfaro García" userId="b9682869-b526-4b6d-8301-b00acddeffaf" providerId="ADAL" clId="{9F16C0B6-1760-4BCA-8131-AB4CDB426109}" dt="2025-02-19T10:58:01.811" v="600" actId="478"/>
          <ac:picMkLst>
            <pc:docMk/>
            <pc:sldMk cId="3023332872" sldId="273"/>
            <ac:picMk id="19" creationId="{6D9AF30E-6B50-9ECB-5FE7-DABFFD87AA29}"/>
          </ac:picMkLst>
        </pc:picChg>
        <pc:picChg chg="del">
          <ac:chgData name="Gaspar Alfaro García" userId="b9682869-b526-4b6d-8301-b00acddeffaf" providerId="ADAL" clId="{9F16C0B6-1760-4BCA-8131-AB4CDB426109}" dt="2025-02-19T10:59:40.943" v="601" actId="478"/>
          <ac:picMkLst>
            <pc:docMk/>
            <pc:sldMk cId="3023332872" sldId="273"/>
            <ac:picMk id="23" creationId="{7B36E1F3-C31F-09ED-AB5E-C4AFB86F7CAE}"/>
          </ac:picMkLst>
        </pc:picChg>
        <pc:picChg chg="del">
          <ac:chgData name="Gaspar Alfaro García" userId="b9682869-b526-4b6d-8301-b00acddeffaf" providerId="ADAL" clId="{9F16C0B6-1760-4BCA-8131-AB4CDB426109}" dt="2025-02-19T10:59:41.460" v="602" actId="478"/>
          <ac:picMkLst>
            <pc:docMk/>
            <pc:sldMk cId="3023332872" sldId="273"/>
            <ac:picMk id="25" creationId="{9ADD9452-363C-C5D7-9C3C-F795C20CBC0F}"/>
          </ac:picMkLst>
        </pc:picChg>
        <pc:cxnChg chg="mod">
          <ac:chgData name="Gaspar Alfaro García" userId="b9682869-b526-4b6d-8301-b00acddeffaf" providerId="ADAL" clId="{9F16C0B6-1760-4BCA-8131-AB4CDB426109}" dt="2025-02-18T18:10:10.931" v="279" actId="208"/>
          <ac:cxnSpMkLst>
            <pc:docMk/>
            <pc:sldMk cId="3023332872" sldId="273"/>
            <ac:cxnSpMk id="14" creationId="{745468B1-4AC1-6950-06D9-1460F6F19A09}"/>
          </ac:cxnSpMkLst>
        </pc:cxnChg>
        <pc:cxnChg chg="mod">
          <ac:chgData name="Gaspar Alfaro García" userId="b9682869-b526-4b6d-8301-b00acddeffaf" providerId="ADAL" clId="{9F16C0B6-1760-4BCA-8131-AB4CDB426109}" dt="2025-02-18T18:10:07.455" v="278" actId="208"/>
          <ac:cxnSpMkLst>
            <pc:docMk/>
            <pc:sldMk cId="3023332872" sldId="273"/>
            <ac:cxnSpMk id="17" creationId="{9530294A-2CB2-0A74-7E42-B7A63F4CF895}"/>
          </ac:cxnSpMkLst>
        </pc:cxnChg>
      </pc:sldChg>
      <pc:sldChg chg="addSp modSp mod">
        <pc:chgData name="Gaspar Alfaro García" userId="b9682869-b526-4b6d-8301-b00acddeffaf" providerId="ADAL" clId="{9F16C0B6-1760-4BCA-8131-AB4CDB426109}" dt="2025-02-19T11:07:15.815" v="1042" actId="14100"/>
        <pc:sldMkLst>
          <pc:docMk/>
          <pc:sldMk cId="452117435" sldId="274"/>
        </pc:sldMkLst>
        <pc:spChg chg="mod">
          <ac:chgData name="Gaspar Alfaro García" userId="b9682869-b526-4b6d-8301-b00acddeffaf" providerId="ADAL" clId="{9F16C0B6-1760-4BCA-8131-AB4CDB426109}" dt="2025-02-18T17:50:13.476" v="99" actId="14100"/>
          <ac:spMkLst>
            <pc:docMk/>
            <pc:sldMk cId="452117435" sldId="274"/>
            <ac:spMk id="2" creationId="{51AA301B-0B07-6CFC-316F-C8B2A9F8664C}"/>
          </ac:spMkLst>
        </pc:spChg>
        <pc:spChg chg="add mod">
          <ac:chgData name="Gaspar Alfaro García" userId="b9682869-b526-4b6d-8301-b00acddeffaf" providerId="ADAL" clId="{9F16C0B6-1760-4BCA-8131-AB4CDB426109}" dt="2025-02-19T11:06:23.276" v="905" actId="14100"/>
          <ac:spMkLst>
            <pc:docMk/>
            <pc:sldMk cId="452117435" sldId="274"/>
            <ac:spMk id="6" creationId="{2D8B6E1A-BCAA-8B28-C6BC-21F2434AA3D6}"/>
          </ac:spMkLst>
        </pc:spChg>
        <pc:spChg chg="add mod">
          <ac:chgData name="Gaspar Alfaro García" userId="b9682869-b526-4b6d-8301-b00acddeffaf" providerId="ADAL" clId="{9F16C0B6-1760-4BCA-8131-AB4CDB426109}" dt="2025-02-19T11:04:07.943" v="679" actId="767"/>
          <ac:spMkLst>
            <pc:docMk/>
            <pc:sldMk cId="452117435" sldId="274"/>
            <ac:spMk id="7" creationId="{5EC78C07-856F-B561-E4F7-DB01752F59B9}"/>
          </ac:spMkLst>
        </pc:spChg>
        <pc:spChg chg="add mod">
          <ac:chgData name="Gaspar Alfaro García" userId="b9682869-b526-4b6d-8301-b00acddeffaf" providerId="ADAL" clId="{9F16C0B6-1760-4BCA-8131-AB4CDB426109}" dt="2025-02-19T11:06:20.181" v="904" actId="14100"/>
          <ac:spMkLst>
            <pc:docMk/>
            <pc:sldMk cId="452117435" sldId="274"/>
            <ac:spMk id="8" creationId="{6FCFC21E-E84F-8F09-5A48-747FDD2E0ACE}"/>
          </ac:spMkLst>
        </pc:spChg>
        <pc:spChg chg="add mod">
          <ac:chgData name="Gaspar Alfaro García" userId="b9682869-b526-4b6d-8301-b00acddeffaf" providerId="ADAL" clId="{9F16C0B6-1760-4BCA-8131-AB4CDB426109}" dt="2025-02-19T11:06:11.616" v="902" actId="14100"/>
          <ac:spMkLst>
            <pc:docMk/>
            <pc:sldMk cId="452117435" sldId="274"/>
            <ac:spMk id="9" creationId="{FCB60D6D-D4B6-9F85-FF05-508580B04DE7}"/>
          </ac:spMkLst>
        </pc:spChg>
        <pc:spChg chg="add mod">
          <ac:chgData name="Gaspar Alfaro García" userId="b9682869-b526-4b6d-8301-b00acddeffaf" providerId="ADAL" clId="{9F16C0B6-1760-4BCA-8131-AB4CDB426109}" dt="2025-02-19T11:06:16.206" v="903" actId="14100"/>
          <ac:spMkLst>
            <pc:docMk/>
            <pc:sldMk cId="452117435" sldId="274"/>
            <ac:spMk id="10" creationId="{DA04F022-5D51-6874-D3B2-53FE1A0E1DCF}"/>
          </ac:spMkLst>
        </pc:spChg>
        <pc:spChg chg="add mod">
          <ac:chgData name="Gaspar Alfaro García" userId="b9682869-b526-4b6d-8301-b00acddeffaf" providerId="ADAL" clId="{9F16C0B6-1760-4BCA-8131-AB4CDB426109}" dt="2025-02-19T11:06:28.681" v="906"/>
          <ac:spMkLst>
            <pc:docMk/>
            <pc:sldMk cId="452117435" sldId="274"/>
            <ac:spMk id="11" creationId="{1F3ADDAF-D597-0C1B-3A87-9AD4465F5452}"/>
          </ac:spMkLst>
        </pc:spChg>
        <pc:spChg chg="add mod">
          <ac:chgData name="Gaspar Alfaro García" userId="b9682869-b526-4b6d-8301-b00acddeffaf" providerId="ADAL" clId="{9F16C0B6-1760-4BCA-8131-AB4CDB426109}" dt="2025-02-19T11:07:15.815" v="1042" actId="14100"/>
          <ac:spMkLst>
            <pc:docMk/>
            <pc:sldMk cId="452117435" sldId="274"/>
            <ac:spMk id="12" creationId="{2C21732F-E3C7-1FBE-E8E8-0DA033E282CA}"/>
          </ac:spMkLst>
        </pc:spChg>
        <pc:cxnChg chg="add mod">
          <ac:chgData name="Gaspar Alfaro García" userId="b9682869-b526-4b6d-8301-b00acddeffaf" providerId="ADAL" clId="{9F16C0B6-1760-4BCA-8131-AB4CDB426109}" dt="2025-02-19T11:03:11.664" v="626" actId="14100"/>
          <ac:cxnSpMkLst>
            <pc:docMk/>
            <pc:sldMk cId="452117435" sldId="274"/>
            <ac:cxnSpMk id="3" creationId="{CEA2BF25-5E39-DDDE-53AA-C116974BB5DA}"/>
          </ac:cxnSpMkLst>
        </pc:cxnChg>
      </pc:sldChg>
      <pc:sldChg chg="addSp delSp modSp mod modAnim">
        <pc:chgData name="Gaspar Alfaro García" userId="b9682869-b526-4b6d-8301-b00acddeffaf" providerId="ADAL" clId="{9F16C0B6-1760-4BCA-8131-AB4CDB426109}" dt="2025-02-19T11:23:19.157" v="1076"/>
        <pc:sldMkLst>
          <pc:docMk/>
          <pc:sldMk cId="2004228562" sldId="275"/>
        </pc:sldMkLst>
        <pc:spChg chg="mod">
          <ac:chgData name="Gaspar Alfaro García" userId="b9682869-b526-4b6d-8301-b00acddeffaf" providerId="ADAL" clId="{9F16C0B6-1760-4BCA-8131-AB4CDB426109}" dt="2025-02-18T17:50:01.591" v="97" actId="14100"/>
          <ac:spMkLst>
            <pc:docMk/>
            <pc:sldMk cId="2004228562" sldId="275"/>
            <ac:spMk id="2" creationId="{4130A799-C7A4-BB68-09FE-396392804B99}"/>
          </ac:spMkLst>
        </pc:spChg>
        <pc:picChg chg="add del mod">
          <ac:chgData name="Gaspar Alfaro García" userId="b9682869-b526-4b6d-8301-b00acddeffaf" providerId="ADAL" clId="{9F16C0B6-1760-4BCA-8131-AB4CDB426109}" dt="2025-02-19T11:15:06.613" v="1048" actId="478"/>
          <ac:picMkLst>
            <pc:docMk/>
            <pc:sldMk cId="2004228562" sldId="275"/>
            <ac:picMk id="5" creationId="{1FB08B8B-A19E-D007-41D1-557BD9427C6D}"/>
          </ac:picMkLst>
        </pc:picChg>
        <pc:picChg chg="add mod">
          <ac:chgData name="Gaspar Alfaro García" userId="b9682869-b526-4b6d-8301-b00acddeffaf" providerId="ADAL" clId="{9F16C0B6-1760-4BCA-8131-AB4CDB426109}" dt="2025-02-19T11:16:51.557" v="1064" actId="1076"/>
          <ac:picMkLst>
            <pc:docMk/>
            <pc:sldMk cId="2004228562" sldId="275"/>
            <ac:picMk id="7" creationId="{6350297A-2D78-5FFC-7D5C-69A20D203C60}"/>
          </ac:picMkLst>
        </pc:picChg>
        <pc:picChg chg="add mod">
          <ac:chgData name="Gaspar Alfaro García" userId="b9682869-b526-4b6d-8301-b00acddeffaf" providerId="ADAL" clId="{9F16C0B6-1760-4BCA-8131-AB4CDB426109}" dt="2025-02-19T11:16:37.943" v="1062" actId="14100"/>
          <ac:picMkLst>
            <pc:docMk/>
            <pc:sldMk cId="2004228562" sldId="275"/>
            <ac:picMk id="9" creationId="{EB783F31-183C-ADCA-0C99-63CCF9F2A0B7}"/>
          </ac:picMkLst>
        </pc:picChg>
        <pc:picChg chg="add mod">
          <ac:chgData name="Gaspar Alfaro García" userId="b9682869-b526-4b6d-8301-b00acddeffaf" providerId="ADAL" clId="{9F16C0B6-1760-4BCA-8131-AB4CDB426109}" dt="2025-02-19T11:16:24.696" v="1058" actId="1076"/>
          <ac:picMkLst>
            <pc:docMk/>
            <pc:sldMk cId="2004228562" sldId="275"/>
            <ac:picMk id="11" creationId="{C3272CDE-D839-846E-7196-96CE6A86E196}"/>
          </ac:picMkLst>
        </pc:picChg>
        <pc:picChg chg="add mod">
          <ac:chgData name="Gaspar Alfaro García" userId="b9682869-b526-4b6d-8301-b00acddeffaf" providerId="ADAL" clId="{9F16C0B6-1760-4BCA-8131-AB4CDB426109}" dt="2025-02-19T11:21:09.431" v="1067" actId="1076"/>
          <ac:picMkLst>
            <pc:docMk/>
            <pc:sldMk cId="2004228562" sldId="275"/>
            <ac:picMk id="13" creationId="{3E2C8038-16A7-945F-E1FB-C54297D1B06D}"/>
          </ac:picMkLst>
        </pc:picChg>
      </pc:sldChg>
      <pc:sldChg chg="addSp delSp modSp mod">
        <pc:chgData name="Gaspar Alfaro García" userId="b9682869-b526-4b6d-8301-b00acddeffaf" providerId="ADAL" clId="{9F16C0B6-1760-4BCA-8131-AB4CDB426109}" dt="2025-02-19T11:29:06.368" v="1115" actId="1076"/>
        <pc:sldMkLst>
          <pc:docMk/>
          <pc:sldMk cId="3099465262" sldId="276"/>
        </pc:sldMkLst>
        <pc:spChg chg="mod">
          <ac:chgData name="Gaspar Alfaro García" userId="b9682869-b526-4b6d-8301-b00acddeffaf" providerId="ADAL" clId="{9F16C0B6-1760-4BCA-8131-AB4CDB426109}" dt="2025-02-18T17:49:50.791" v="95" actId="14100"/>
          <ac:spMkLst>
            <pc:docMk/>
            <pc:sldMk cId="3099465262" sldId="276"/>
            <ac:spMk id="2" creationId="{39305A55-8465-9250-6D5C-A59B31CFCDB9}"/>
          </ac:spMkLst>
        </pc:spChg>
        <pc:picChg chg="add mod">
          <ac:chgData name="Gaspar Alfaro García" userId="b9682869-b526-4b6d-8301-b00acddeffaf" providerId="ADAL" clId="{9F16C0B6-1760-4BCA-8131-AB4CDB426109}" dt="2025-02-19T11:26:49.485" v="1090" actId="14100"/>
          <ac:picMkLst>
            <pc:docMk/>
            <pc:sldMk cId="3099465262" sldId="276"/>
            <ac:picMk id="5" creationId="{DF27DD44-D63D-D1DF-A16C-C9A9C1FA9C26}"/>
          </ac:picMkLst>
        </pc:picChg>
        <pc:picChg chg="add mod">
          <ac:chgData name="Gaspar Alfaro García" userId="b9682869-b526-4b6d-8301-b00acddeffaf" providerId="ADAL" clId="{9F16C0B6-1760-4BCA-8131-AB4CDB426109}" dt="2025-02-19T11:26:53.772" v="1092" actId="14100"/>
          <ac:picMkLst>
            <pc:docMk/>
            <pc:sldMk cId="3099465262" sldId="276"/>
            <ac:picMk id="7" creationId="{5C81A61C-06A5-7F39-025B-F6CDE15A5678}"/>
          </ac:picMkLst>
        </pc:picChg>
        <pc:picChg chg="add del mod">
          <ac:chgData name="Gaspar Alfaro García" userId="b9682869-b526-4b6d-8301-b00acddeffaf" providerId="ADAL" clId="{9F16C0B6-1760-4BCA-8131-AB4CDB426109}" dt="2025-02-19T11:28:38.851" v="1104" actId="478"/>
          <ac:picMkLst>
            <pc:docMk/>
            <pc:sldMk cId="3099465262" sldId="276"/>
            <ac:picMk id="9" creationId="{40AFE42A-D429-BA79-A275-1597FE8D4843}"/>
          </ac:picMkLst>
        </pc:picChg>
        <pc:picChg chg="add mod">
          <ac:chgData name="Gaspar Alfaro García" userId="b9682869-b526-4b6d-8301-b00acddeffaf" providerId="ADAL" clId="{9F16C0B6-1760-4BCA-8131-AB4CDB426109}" dt="2025-02-19T11:29:06.368" v="1115" actId="1076"/>
          <ac:picMkLst>
            <pc:docMk/>
            <pc:sldMk cId="3099465262" sldId="276"/>
            <ac:picMk id="11" creationId="{FD64B6ED-8C6F-4152-5912-5AFFBE8706AB}"/>
          </ac:picMkLst>
        </pc:picChg>
        <pc:picChg chg="add mod">
          <ac:chgData name="Gaspar Alfaro García" userId="b9682869-b526-4b6d-8301-b00acddeffaf" providerId="ADAL" clId="{9F16C0B6-1760-4BCA-8131-AB4CDB426109}" dt="2025-02-19T11:29:04.705" v="1114" actId="1076"/>
          <ac:picMkLst>
            <pc:docMk/>
            <pc:sldMk cId="3099465262" sldId="276"/>
            <ac:picMk id="13" creationId="{CBB3A7A6-D22B-6A63-0125-B3E7FA12B497}"/>
          </ac:picMkLst>
        </pc:picChg>
      </pc:sldChg>
      <pc:sldChg chg="modSp del mod">
        <pc:chgData name="Gaspar Alfaro García" userId="b9682869-b526-4b6d-8301-b00acddeffaf" providerId="ADAL" clId="{9F16C0B6-1760-4BCA-8131-AB4CDB426109}" dt="2025-02-19T15:40:51.161" v="1192" actId="2696"/>
        <pc:sldMkLst>
          <pc:docMk/>
          <pc:sldMk cId="1539452418" sldId="277"/>
        </pc:sldMkLst>
        <pc:spChg chg="mod">
          <ac:chgData name="Gaspar Alfaro García" userId="b9682869-b526-4b6d-8301-b00acddeffaf" providerId="ADAL" clId="{9F16C0B6-1760-4BCA-8131-AB4CDB426109}" dt="2025-02-18T17:49:33.756" v="91" actId="14100"/>
          <ac:spMkLst>
            <pc:docMk/>
            <pc:sldMk cId="1539452418" sldId="277"/>
            <ac:spMk id="2" creationId="{1F935723-647F-9248-D692-7A67CBF7B887}"/>
          </ac:spMkLst>
        </pc:spChg>
      </pc:sldChg>
      <pc:sldChg chg="addSp delSp modSp mod">
        <pc:chgData name="Gaspar Alfaro García" userId="b9682869-b526-4b6d-8301-b00acddeffaf" providerId="ADAL" clId="{9F16C0B6-1760-4BCA-8131-AB4CDB426109}" dt="2025-02-19T17:20:27.902" v="2225" actId="207"/>
        <pc:sldMkLst>
          <pc:docMk/>
          <pc:sldMk cId="2414250116" sldId="278"/>
        </pc:sldMkLst>
        <pc:spChg chg="mod">
          <ac:chgData name="Gaspar Alfaro García" userId="b9682869-b526-4b6d-8301-b00acddeffaf" providerId="ADAL" clId="{9F16C0B6-1760-4BCA-8131-AB4CDB426109}" dt="2025-02-19T15:41:48.493" v="1200" actId="14100"/>
          <ac:spMkLst>
            <pc:docMk/>
            <pc:sldMk cId="2414250116" sldId="278"/>
            <ac:spMk id="2" creationId="{86AD81E0-0D37-3C9E-FE81-778EC2AAD0FC}"/>
          </ac:spMkLst>
        </pc:spChg>
        <pc:spChg chg="add mod">
          <ac:chgData name="Gaspar Alfaro García" userId="b9682869-b526-4b6d-8301-b00acddeffaf" providerId="ADAL" clId="{9F16C0B6-1760-4BCA-8131-AB4CDB426109}" dt="2025-02-19T17:20:27.902" v="2225" actId="207"/>
          <ac:spMkLst>
            <pc:docMk/>
            <pc:sldMk cId="2414250116" sldId="278"/>
            <ac:spMk id="3" creationId="{E6D2378B-74B5-6AC8-F8E1-E7CE30F63FBE}"/>
          </ac:spMkLst>
        </pc:spChg>
        <pc:spChg chg="add mod">
          <ac:chgData name="Gaspar Alfaro García" userId="b9682869-b526-4b6d-8301-b00acddeffaf" providerId="ADAL" clId="{9F16C0B6-1760-4BCA-8131-AB4CDB426109}" dt="2025-02-19T16:29:06.850" v="1645" actId="207"/>
          <ac:spMkLst>
            <pc:docMk/>
            <pc:sldMk cId="2414250116" sldId="278"/>
            <ac:spMk id="5" creationId="{EFC8D879-C881-1B90-E2CC-DCFF983D93DF}"/>
          </ac:spMkLst>
        </pc:spChg>
        <pc:spChg chg="add del mod">
          <ac:chgData name="Gaspar Alfaro García" userId="b9682869-b526-4b6d-8301-b00acddeffaf" providerId="ADAL" clId="{9F16C0B6-1760-4BCA-8131-AB4CDB426109}" dt="2025-02-19T16:13:03.884" v="1424" actId="478"/>
          <ac:spMkLst>
            <pc:docMk/>
            <pc:sldMk cId="2414250116" sldId="278"/>
            <ac:spMk id="6" creationId="{97B24C60-F019-9DD0-FD3B-90AE8A680844}"/>
          </ac:spMkLst>
        </pc:spChg>
        <pc:spChg chg="add del mod">
          <ac:chgData name="Gaspar Alfaro García" userId="b9682869-b526-4b6d-8301-b00acddeffaf" providerId="ADAL" clId="{9F16C0B6-1760-4BCA-8131-AB4CDB426109}" dt="2025-02-19T16:13:02.164" v="1423" actId="478"/>
          <ac:spMkLst>
            <pc:docMk/>
            <pc:sldMk cId="2414250116" sldId="278"/>
            <ac:spMk id="7" creationId="{2A5FE936-5B10-3C16-1022-3C2AE38F6C16}"/>
          </ac:spMkLst>
        </pc:spChg>
        <pc:spChg chg="add mod">
          <ac:chgData name="Gaspar Alfaro García" userId="b9682869-b526-4b6d-8301-b00acddeffaf" providerId="ADAL" clId="{9F16C0B6-1760-4BCA-8131-AB4CDB426109}" dt="2025-02-19T16:16:03.945" v="1453" actId="1076"/>
          <ac:spMkLst>
            <pc:docMk/>
            <pc:sldMk cId="2414250116" sldId="278"/>
            <ac:spMk id="8" creationId="{B736B465-92A7-D7D0-740A-7015D9A7FC6E}"/>
          </ac:spMkLst>
        </pc:spChg>
        <pc:spChg chg="add mod">
          <ac:chgData name="Gaspar Alfaro García" userId="b9682869-b526-4b6d-8301-b00acddeffaf" providerId="ADAL" clId="{9F16C0B6-1760-4BCA-8131-AB4CDB426109}" dt="2025-02-19T16:16:03.945" v="1453" actId="1076"/>
          <ac:spMkLst>
            <pc:docMk/>
            <pc:sldMk cId="2414250116" sldId="278"/>
            <ac:spMk id="9" creationId="{8AB18011-0FED-E475-36E2-935779B831ED}"/>
          </ac:spMkLst>
        </pc:spChg>
        <pc:spChg chg="add mod">
          <ac:chgData name="Gaspar Alfaro García" userId="b9682869-b526-4b6d-8301-b00acddeffaf" providerId="ADAL" clId="{9F16C0B6-1760-4BCA-8131-AB4CDB426109}" dt="2025-02-19T16:16:03.945" v="1453" actId="1076"/>
          <ac:spMkLst>
            <pc:docMk/>
            <pc:sldMk cId="2414250116" sldId="278"/>
            <ac:spMk id="10" creationId="{7E0C649F-14BE-3278-27A5-231808925B05}"/>
          </ac:spMkLst>
        </pc:spChg>
        <pc:spChg chg="add mod">
          <ac:chgData name="Gaspar Alfaro García" userId="b9682869-b526-4b6d-8301-b00acddeffaf" providerId="ADAL" clId="{9F16C0B6-1760-4BCA-8131-AB4CDB426109}" dt="2025-02-19T16:16:03.945" v="1453" actId="1076"/>
          <ac:spMkLst>
            <pc:docMk/>
            <pc:sldMk cId="2414250116" sldId="278"/>
            <ac:spMk id="11" creationId="{41933D6A-661F-B146-6B42-42F3FCDC4588}"/>
          </ac:spMkLst>
        </pc:spChg>
        <pc:spChg chg="add mod">
          <ac:chgData name="Gaspar Alfaro García" userId="b9682869-b526-4b6d-8301-b00acddeffaf" providerId="ADAL" clId="{9F16C0B6-1760-4BCA-8131-AB4CDB426109}" dt="2025-02-19T16:16:03.945" v="1453" actId="1076"/>
          <ac:spMkLst>
            <pc:docMk/>
            <pc:sldMk cId="2414250116" sldId="278"/>
            <ac:spMk id="12" creationId="{1656A5A4-11CC-7CAA-5731-46FBCF6C084F}"/>
          </ac:spMkLst>
        </pc:spChg>
        <pc:spChg chg="add mod">
          <ac:chgData name="Gaspar Alfaro García" userId="b9682869-b526-4b6d-8301-b00acddeffaf" providerId="ADAL" clId="{9F16C0B6-1760-4BCA-8131-AB4CDB426109}" dt="2025-02-19T16:16:03.945" v="1453" actId="1076"/>
          <ac:spMkLst>
            <pc:docMk/>
            <pc:sldMk cId="2414250116" sldId="278"/>
            <ac:spMk id="13" creationId="{FF27564B-0D67-B204-D906-73586D7A45AA}"/>
          </ac:spMkLst>
        </pc:spChg>
        <pc:spChg chg="add mod">
          <ac:chgData name="Gaspar Alfaro García" userId="b9682869-b526-4b6d-8301-b00acddeffaf" providerId="ADAL" clId="{9F16C0B6-1760-4BCA-8131-AB4CDB426109}" dt="2025-02-19T16:16:03.945" v="1453" actId="1076"/>
          <ac:spMkLst>
            <pc:docMk/>
            <pc:sldMk cId="2414250116" sldId="278"/>
            <ac:spMk id="14" creationId="{12BFD4D0-50A0-62C6-C3BF-A4B0C1E802EE}"/>
          </ac:spMkLst>
        </pc:spChg>
        <pc:picChg chg="add mod">
          <ac:chgData name="Gaspar Alfaro García" userId="b9682869-b526-4b6d-8301-b00acddeffaf" providerId="ADAL" clId="{9F16C0B6-1760-4BCA-8131-AB4CDB426109}" dt="2025-02-19T16:15:26.716" v="1449" actId="1076"/>
          <ac:picMkLst>
            <pc:docMk/>
            <pc:sldMk cId="2414250116" sldId="278"/>
            <ac:picMk id="16" creationId="{7CED3547-EF43-05A7-7BCE-13BD988D4710}"/>
          </ac:picMkLst>
        </pc:picChg>
        <pc:picChg chg="add mod">
          <ac:chgData name="Gaspar Alfaro García" userId="b9682869-b526-4b6d-8301-b00acddeffaf" providerId="ADAL" clId="{9F16C0B6-1760-4BCA-8131-AB4CDB426109}" dt="2025-02-19T16:16:03.945" v="1453" actId="1076"/>
          <ac:picMkLst>
            <pc:docMk/>
            <pc:sldMk cId="2414250116" sldId="278"/>
            <ac:picMk id="18" creationId="{B944D4CE-1830-80FE-F1C6-270A82226C7B}"/>
          </ac:picMkLst>
        </pc:picChg>
        <pc:picChg chg="add mod">
          <ac:chgData name="Gaspar Alfaro García" userId="b9682869-b526-4b6d-8301-b00acddeffaf" providerId="ADAL" clId="{9F16C0B6-1760-4BCA-8131-AB4CDB426109}" dt="2025-02-19T16:15:17.924" v="1447" actId="1076"/>
          <ac:picMkLst>
            <pc:docMk/>
            <pc:sldMk cId="2414250116" sldId="278"/>
            <ac:picMk id="20" creationId="{3DF6A238-7A36-B6EF-02E7-A10C2D730F53}"/>
          </ac:picMkLst>
        </pc:picChg>
        <pc:picChg chg="add mod">
          <ac:chgData name="Gaspar Alfaro García" userId="b9682869-b526-4b6d-8301-b00acddeffaf" providerId="ADAL" clId="{9F16C0B6-1760-4BCA-8131-AB4CDB426109}" dt="2025-02-19T16:15:17.924" v="1447" actId="1076"/>
          <ac:picMkLst>
            <pc:docMk/>
            <pc:sldMk cId="2414250116" sldId="278"/>
            <ac:picMk id="22" creationId="{878ECEF3-C7F9-C322-BB41-66259CE0C560}"/>
          </ac:picMkLst>
        </pc:picChg>
        <pc:picChg chg="add mod">
          <ac:chgData name="Gaspar Alfaro García" userId="b9682869-b526-4b6d-8301-b00acddeffaf" providerId="ADAL" clId="{9F16C0B6-1760-4BCA-8131-AB4CDB426109}" dt="2025-02-19T16:16:03.945" v="1453" actId="1076"/>
          <ac:picMkLst>
            <pc:docMk/>
            <pc:sldMk cId="2414250116" sldId="278"/>
            <ac:picMk id="24" creationId="{288C7AB0-13FC-CDF9-75C8-804971EFBF78}"/>
          </ac:picMkLst>
        </pc:picChg>
        <pc:picChg chg="add mod">
          <ac:chgData name="Gaspar Alfaro García" userId="b9682869-b526-4b6d-8301-b00acddeffaf" providerId="ADAL" clId="{9F16C0B6-1760-4BCA-8131-AB4CDB426109}" dt="2025-02-19T16:14:51.607" v="1443" actId="1076"/>
          <ac:picMkLst>
            <pc:docMk/>
            <pc:sldMk cId="2414250116" sldId="278"/>
            <ac:picMk id="26" creationId="{FDC07D17-B53B-BCD2-9738-FE55EF278AF4}"/>
          </ac:picMkLst>
        </pc:picChg>
        <pc:picChg chg="add mod">
          <ac:chgData name="Gaspar Alfaro García" userId="b9682869-b526-4b6d-8301-b00acddeffaf" providerId="ADAL" clId="{9F16C0B6-1760-4BCA-8131-AB4CDB426109}" dt="2025-02-19T16:14:48.640" v="1442" actId="1076"/>
          <ac:picMkLst>
            <pc:docMk/>
            <pc:sldMk cId="2414250116" sldId="278"/>
            <ac:picMk id="28" creationId="{CCE875A3-DBDE-1126-360C-CDDF4E984F98}"/>
          </ac:picMkLst>
        </pc:picChg>
        <pc:picChg chg="add mod">
          <ac:chgData name="Gaspar Alfaro García" userId="b9682869-b526-4b6d-8301-b00acddeffaf" providerId="ADAL" clId="{9F16C0B6-1760-4BCA-8131-AB4CDB426109}" dt="2025-02-19T16:14:46.695" v="1441" actId="1076"/>
          <ac:picMkLst>
            <pc:docMk/>
            <pc:sldMk cId="2414250116" sldId="278"/>
            <ac:picMk id="30" creationId="{1C7BB401-6D56-024F-18D5-061C0F7833AB}"/>
          </ac:picMkLst>
        </pc:picChg>
        <pc:picChg chg="add mod">
          <ac:chgData name="Gaspar Alfaro García" userId="b9682869-b526-4b6d-8301-b00acddeffaf" providerId="ADAL" clId="{9F16C0B6-1760-4BCA-8131-AB4CDB426109}" dt="2025-02-19T16:21:56.673" v="1459" actId="14100"/>
          <ac:picMkLst>
            <pc:docMk/>
            <pc:sldMk cId="2414250116" sldId="278"/>
            <ac:picMk id="32" creationId="{A6095D4F-B924-C555-40DA-5C66C8F42334}"/>
          </ac:picMkLst>
        </pc:picChg>
      </pc:sldChg>
      <pc:sldChg chg="addSp modSp mod">
        <pc:chgData name="Gaspar Alfaro García" userId="b9682869-b526-4b6d-8301-b00acddeffaf" providerId="ADAL" clId="{9F16C0B6-1760-4BCA-8131-AB4CDB426109}" dt="2025-02-19T16:36:49.841" v="1938" actId="115"/>
        <pc:sldMkLst>
          <pc:docMk/>
          <pc:sldMk cId="4011732783" sldId="279"/>
        </pc:sldMkLst>
        <pc:spChg chg="mod">
          <ac:chgData name="Gaspar Alfaro García" userId="b9682869-b526-4b6d-8301-b00acddeffaf" providerId="ADAL" clId="{9F16C0B6-1760-4BCA-8131-AB4CDB426109}" dt="2025-02-19T15:41:08.232" v="1197" actId="403"/>
          <ac:spMkLst>
            <pc:docMk/>
            <pc:sldMk cId="4011732783" sldId="279"/>
            <ac:spMk id="2" creationId="{7BAF9812-0E81-BD58-B3B5-61C385F5B012}"/>
          </ac:spMkLst>
        </pc:spChg>
        <pc:spChg chg="add mod">
          <ac:chgData name="Gaspar Alfaro García" userId="b9682869-b526-4b6d-8301-b00acddeffaf" providerId="ADAL" clId="{9F16C0B6-1760-4BCA-8131-AB4CDB426109}" dt="2025-02-19T16:36:49.841" v="1938" actId="115"/>
          <ac:spMkLst>
            <pc:docMk/>
            <pc:sldMk cId="4011732783" sldId="279"/>
            <ac:spMk id="6" creationId="{8563F3EE-729A-B74B-D5C5-313D18EB0651}"/>
          </ac:spMkLst>
        </pc:spChg>
        <pc:spChg chg="add mod">
          <ac:chgData name="Gaspar Alfaro García" userId="b9682869-b526-4b6d-8301-b00acddeffaf" providerId="ADAL" clId="{9F16C0B6-1760-4BCA-8131-AB4CDB426109}" dt="2025-02-19T16:36:08.151" v="1934" actId="1076"/>
          <ac:spMkLst>
            <pc:docMk/>
            <pc:sldMk cId="4011732783" sldId="279"/>
            <ac:spMk id="7" creationId="{55C9628B-BCE7-8BA6-0E72-C74C7F18D3B1}"/>
          </ac:spMkLst>
        </pc:spChg>
        <pc:spChg chg="add mod">
          <ac:chgData name="Gaspar Alfaro García" userId="b9682869-b526-4b6d-8301-b00acddeffaf" providerId="ADAL" clId="{9F16C0B6-1760-4BCA-8131-AB4CDB426109}" dt="2025-02-19T16:36:19.831" v="1935" actId="1076"/>
          <ac:spMkLst>
            <pc:docMk/>
            <pc:sldMk cId="4011732783" sldId="279"/>
            <ac:spMk id="8" creationId="{FB84446A-3EE6-5F5A-6172-427FC39044A7}"/>
          </ac:spMkLst>
        </pc:spChg>
        <pc:spChg chg="add mod">
          <ac:chgData name="Gaspar Alfaro García" userId="b9682869-b526-4b6d-8301-b00acddeffaf" providerId="ADAL" clId="{9F16C0B6-1760-4BCA-8131-AB4CDB426109}" dt="2025-02-19T16:36:24.894" v="1936" actId="1076"/>
          <ac:spMkLst>
            <pc:docMk/>
            <pc:sldMk cId="4011732783" sldId="279"/>
            <ac:spMk id="9" creationId="{BD6BC006-51E1-171D-3F22-49A589B35E1D}"/>
          </ac:spMkLst>
        </pc:spChg>
        <pc:picChg chg="add mod">
          <ac:chgData name="Gaspar Alfaro García" userId="b9682869-b526-4b6d-8301-b00acddeffaf" providerId="ADAL" clId="{9F16C0B6-1760-4BCA-8131-AB4CDB426109}" dt="2025-02-19T16:25:22.023" v="1479" actId="1076"/>
          <ac:picMkLst>
            <pc:docMk/>
            <pc:sldMk cId="4011732783" sldId="279"/>
            <ac:picMk id="5" creationId="{7FB9A730-90D8-A7E1-E61A-308CA2D2E8BB}"/>
          </ac:picMkLst>
        </pc:picChg>
      </pc:sldChg>
      <pc:sldChg chg="modSp del mod">
        <pc:chgData name="Gaspar Alfaro García" userId="b9682869-b526-4b6d-8301-b00acddeffaf" providerId="ADAL" clId="{9F16C0B6-1760-4BCA-8131-AB4CDB426109}" dt="2025-02-19T16:37:09.351" v="1939" actId="47"/>
        <pc:sldMkLst>
          <pc:docMk/>
          <pc:sldMk cId="1985436084" sldId="280"/>
        </pc:sldMkLst>
        <pc:spChg chg="mod">
          <ac:chgData name="Gaspar Alfaro García" userId="b9682869-b526-4b6d-8301-b00acddeffaf" providerId="ADAL" clId="{9F16C0B6-1760-4BCA-8131-AB4CDB426109}" dt="2025-02-18T17:49:08.608" v="85" actId="14100"/>
          <ac:spMkLst>
            <pc:docMk/>
            <pc:sldMk cId="1985436084" sldId="280"/>
            <ac:spMk id="2" creationId="{E16A88DD-8823-D7FC-C5C0-F536540B8B3A}"/>
          </ac:spMkLst>
        </pc:spChg>
      </pc:sldChg>
      <pc:sldChg chg="addSp delSp modSp mod modAnim">
        <pc:chgData name="Gaspar Alfaro García" userId="b9682869-b526-4b6d-8301-b00acddeffaf" providerId="ADAL" clId="{9F16C0B6-1760-4BCA-8131-AB4CDB426109}" dt="2025-02-19T17:18:53.168" v="2224"/>
        <pc:sldMkLst>
          <pc:docMk/>
          <pc:sldMk cId="3139110563" sldId="281"/>
        </pc:sldMkLst>
        <pc:spChg chg="mod">
          <ac:chgData name="Gaspar Alfaro García" userId="b9682869-b526-4b6d-8301-b00acddeffaf" providerId="ADAL" clId="{9F16C0B6-1760-4BCA-8131-AB4CDB426109}" dt="2025-02-19T16:53:58.496" v="2059" actId="14100"/>
          <ac:spMkLst>
            <pc:docMk/>
            <pc:sldMk cId="3139110563" sldId="281"/>
            <ac:spMk id="2" creationId="{B53D1766-F321-BC7A-7768-C43BCF6F8A03}"/>
          </ac:spMkLst>
        </pc:spChg>
        <pc:spChg chg="add mod">
          <ac:chgData name="Gaspar Alfaro García" userId="b9682869-b526-4b6d-8301-b00acddeffaf" providerId="ADAL" clId="{9F16C0B6-1760-4BCA-8131-AB4CDB426109}" dt="2025-02-19T16:50:20.514" v="2033" actId="1076"/>
          <ac:spMkLst>
            <pc:docMk/>
            <pc:sldMk cId="3139110563" sldId="281"/>
            <ac:spMk id="9" creationId="{1330C399-C72A-9DF2-3380-03F623DD835F}"/>
          </ac:spMkLst>
        </pc:spChg>
        <pc:spChg chg="add del">
          <ac:chgData name="Gaspar Alfaro García" userId="b9682869-b526-4b6d-8301-b00acddeffaf" providerId="ADAL" clId="{9F16C0B6-1760-4BCA-8131-AB4CDB426109}" dt="2025-02-19T16:41:45.006" v="1959" actId="22"/>
          <ac:spMkLst>
            <pc:docMk/>
            <pc:sldMk cId="3139110563" sldId="281"/>
            <ac:spMk id="11" creationId="{380924EC-6DD0-C8EA-749E-2C42B63F354F}"/>
          </ac:spMkLst>
        </pc:spChg>
        <pc:spChg chg="add mod">
          <ac:chgData name="Gaspar Alfaro García" userId="b9682869-b526-4b6d-8301-b00acddeffaf" providerId="ADAL" clId="{9F16C0B6-1760-4BCA-8131-AB4CDB426109}" dt="2025-02-19T16:44:08.472" v="1984" actId="1076"/>
          <ac:spMkLst>
            <pc:docMk/>
            <pc:sldMk cId="3139110563" sldId="281"/>
            <ac:spMk id="18" creationId="{E0663A59-3AAB-4B48-77BA-42FBB98FB6F4}"/>
          </ac:spMkLst>
        </pc:spChg>
        <pc:spChg chg="add mod">
          <ac:chgData name="Gaspar Alfaro García" userId="b9682869-b526-4b6d-8301-b00acddeffaf" providerId="ADAL" clId="{9F16C0B6-1760-4BCA-8131-AB4CDB426109}" dt="2025-02-19T16:44:06.614" v="1982" actId="1076"/>
          <ac:spMkLst>
            <pc:docMk/>
            <pc:sldMk cId="3139110563" sldId="281"/>
            <ac:spMk id="22" creationId="{4958A468-CE2D-B643-6101-5573984925CF}"/>
          </ac:spMkLst>
        </pc:spChg>
        <pc:spChg chg="add mod">
          <ac:chgData name="Gaspar Alfaro García" userId="b9682869-b526-4b6d-8301-b00acddeffaf" providerId="ADAL" clId="{9F16C0B6-1760-4BCA-8131-AB4CDB426109}" dt="2025-02-19T16:44:32.171" v="1990" actId="1076"/>
          <ac:spMkLst>
            <pc:docMk/>
            <pc:sldMk cId="3139110563" sldId="281"/>
            <ac:spMk id="23" creationId="{77B5BCA4-3CE7-C8A1-F41A-B2B5E4374905}"/>
          </ac:spMkLst>
        </pc:spChg>
        <pc:spChg chg="add mod">
          <ac:chgData name="Gaspar Alfaro García" userId="b9682869-b526-4b6d-8301-b00acddeffaf" providerId="ADAL" clId="{9F16C0B6-1760-4BCA-8131-AB4CDB426109}" dt="2025-02-19T16:50:20.774" v="2034" actId="1076"/>
          <ac:spMkLst>
            <pc:docMk/>
            <pc:sldMk cId="3139110563" sldId="281"/>
            <ac:spMk id="26" creationId="{3EEDF7B0-B38A-20AD-2106-A4740F80A57F}"/>
          </ac:spMkLst>
        </pc:spChg>
        <pc:spChg chg="add mod">
          <ac:chgData name="Gaspar Alfaro García" userId="b9682869-b526-4b6d-8301-b00acddeffaf" providerId="ADAL" clId="{9F16C0B6-1760-4BCA-8131-AB4CDB426109}" dt="2025-02-19T16:49:59.984" v="2030" actId="1076"/>
          <ac:spMkLst>
            <pc:docMk/>
            <pc:sldMk cId="3139110563" sldId="281"/>
            <ac:spMk id="30" creationId="{0EA2E83F-7AE3-CD58-A188-EE3A7FA84F93}"/>
          </ac:spMkLst>
        </pc:spChg>
        <pc:spChg chg="add mod">
          <ac:chgData name="Gaspar Alfaro García" userId="b9682869-b526-4b6d-8301-b00acddeffaf" providerId="ADAL" clId="{9F16C0B6-1760-4BCA-8131-AB4CDB426109}" dt="2025-02-19T16:49:59.984" v="2030" actId="1076"/>
          <ac:spMkLst>
            <pc:docMk/>
            <pc:sldMk cId="3139110563" sldId="281"/>
            <ac:spMk id="31" creationId="{7903A846-4304-8593-6588-4CFCB0FEC0DE}"/>
          </ac:spMkLst>
        </pc:spChg>
        <pc:spChg chg="add mod">
          <ac:chgData name="Gaspar Alfaro García" userId="b9682869-b526-4b6d-8301-b00acddeffaf" providerId="ADAL" clId="{9F16C0B6-1760-4BCA-8131-AB4CDB426109}" dt="2025-02-19T16:49:59.984" v="2030" actId="1076"/>
          <ac:spMkLst>
            <pc:docMk/>
            <pc:sldMk cId="3139110563" sldId="281"/>
            <ac:spMk id="34" creationId="{478C9214-A3DC-A45F-C442-D51EBC4D55FC}"/>
          </ac:spMkLst>
        </pc:spChg>
        <pc:spChg chg="add mod">
          <ac:chgData name="Gaspar Alfaro García" userId="b9682869-b526-4b6d-8301-b00acddeffaf" providerId="ADAL" clId="{9F16C0B6-1760-4BCA-8131-AB4CDB426109}" dt="2025-02-19T16:51:32.507" v="2038" actId="208"/>
          <ac:spMkLst>
            <pc:docMk/>
            <pc:sldMk cId="3139110563" sldId="281"/>
            <ac:spMk id="35" creationId="{5C8AB7C6-49C3-290E-2D90-A8B59EB1E099}"/>
          </ac:spMkLst>
        </pc:spChg>
        <pc:spChg chg="add mod">
          <ac:chgData name="Gaspar Alfaro García" userId="b9682869-b526-4b6d-8301-b00acddeffaf" providerId="ADAL" clId="{9F16C0B6-1760-4BCA-8131-AB4CDB426109}" dt="2025-02-19T16:52:09.477" v="2044" actId="14100"/>
          <ac:spMkLst>
            <pc:docMk/>
            <pc:sldMk cId="3139110563" sldId="281"/>
            <ac:spMk id="36" creationId="{3C588DDD-09EC-B35C-ED1A-B9696718B37D}"/>
          </ac:spMkLst>
        </pc:spChg>
        <pc:spChg chg="add mod">
          <ac:chgData name="Gaspar Alfaro García" userId="b9682869-b526-4b6d-8301-b00acddeffaf" providerId="ADAL" clId="{9F16C0B6-1760-4BCA-8131-AB4CDB426109}" dt="2025-02-19T17:17:16.178" v="2203" actId="1076"/>
          <ac:spMkLst>
            <pc:docMk/>
            <pc:sldMk cId="3139110563" sldId="281"/>
            <ac:spMk id="37" creationId="{9D98A965-23C0-89FB-FB04-189767932DCC}"/>
          </ac:spMkLst>
        </pc:spChg>
        <pc:spChg chg="add mod">
          <ac:chgData name="Gaspar Alfaro García" userId="b9682869-b526-4b6d-8301-b00acddeffaf" providerId="ADAL" clId="{9F16C0B6-1760-4BCA-8131-AB4CDB426109}" dt="2025-02-19T16:52:58.824" v="2050" actId="14100"/>
          <ac:spMkLst>
            <pc:docMk/>
            <pc:sldMk cId="3139110563" sldId="281"/>
            <ac:spMk id="38" creationId="{5A75C9AD-C0CF-5004-1C5C-0DAA93EE71A7}"/>
          </ac:spMkLst>
        </pc:spChg>
        <pc:picChg chg="add del mod">
          <ac:chgData name="Gaspar Alfaro García" userId="b9682869-b526-4b6d-8301-b00acddeffaf" providerId="ADAL" clId="{9F16C0B6-1760-4BCA-8131-AB4CDB426109}" dt="2025-02-19T16:39:49.367" v="1949" actId="478"/>
          <ac:picMkLst>
            <pc:docMk/>
            <pc:sldMk cId="3139110563" sldId="281"/>
            <ac:picMk id="5" creationId="{08339AFE-937E-5058-CDD2-47182B121C10}"/>
          </ac:picMkLst>
        </pc:picChg>
        <pc:picChg chg="add del mod">
          <ac:chgData name="Gaspar Alfaro García" userId="b9682869-b526-4b6d-8301-b00acddeffaf" providerId="ADAL" clId="{9F16C0B6-1760-4BCA-8131-AB4CDB426109}" dt="2025-02-19T16:41:42.138" v="1957" actId="478"/>
          <ac:picMkLst>
            <pc:docMk/>
            <pc:sldMk cId="3139110563" sldId="281"/>
            <ac:picMk id="7" creationId="{9C8A1945-965C-0FAF-96CB-5C8272D34DFE}"/>
          </ac:picMkLst>
        </pc:picChg>
        <pc:picChg chg="add mod">
          <ac:chgData name="Gaspar Alfaro García" userId="b9682869-b526-4b6d-8301-b00acddeffaf" providerId="ADAL" clId="{9F16C0B6-1760-4BCA-8131-AB4CDB426109}" dt="2025-02-19T16:41:58.041" v="1961" actId="1076"/>
          <ac:picMkLst>
            <pc:docMk/>
            <pc:sldMk cId="3139110563" sldId="281"/>
            <ac:picMk id="13" creationId="{9D28DAC7-7DB2-72D2-FCA2-5CC0E0D94B17}"/>
          </ac:picMkLst>
        </pc:picChg>
        <pc:picChg chg="add mod">
          <ac:chgData name="Gaspar Alfaro García" userId="b9682869-b526-4b6d-8301-b00acddeffaf" providerId="ADAL" clId="{9F16C0B6-1760-4BCA-8131-AB4CDB426109}" dt="2025-02-19T16:42:25.352" v="1963" actId="1076"/>
          <ac:picMkLst>
            <pc:docMk/>
            <pc:sldMk cId="3139110563" sldId="281"/>
            <ac:picMk id="15" creationId="{FBD34EA2-622E-DDEC-FBBC-822E9EBCFA11}"/>
          </ac:picMkLst>
        </pc:picChg>
        <pc:picChg chg="add mod">
          <ac:chgData name="Gaspar Alfaro García" userId="b9682869-b526-4b6d-8301-b00acddeffaf" providerId="ADAL" clId="{9F16C0B6-1760-4BCA-8131-AB4CDB426109}" dt="2025-02-19T16:42:46.005" v="1965" actId="1076"/>
          <ac:picMkLst>
            <pc:docMk/>
            <pc:sldMk cId="3139110563" sldId="281"/>
            <ac:picMk id="17" creationId="{98368D61-59FB-5FA1-B2EB-01C261991525}"/>
          </ac:picMkLst>
        </pc:picChg>
        <pc:picChg chg="add mod">
          <ac:chgData name="Gaspar Alfaro García" userId="b9682869-b526-4b6d-8301-b00acddeffaf" providerId="ADAL" clId="{9F16C0B6-1760-4BCA-8131-AB4CDB426109}" dt="2025-02-19T16:45:05.147" v="1992" actId="1076"/>
          <ac:picMkLst>
            <pc:docMk/>
            <pc:sldMk cId="3139110563" sldId="281"/>
            <ac:picMk id="25" creationId="{72E0740A-733A-0EE3-ED9C-1C840E51F4E0}"/>
          </ac:picMkLst>
        </pc:picChg>
        <pc:picChg chg="add mod">
          <ac:chgData name="Gaspar Alfaro García" userId="b9682869-b526-4b6d-8301-b00acddeffaf" providerId="ADAL" clId="{9F16C0B6-1760-4BCA-8131-AB4CDB426109}" dt="2025-02-19T16:46:05.428" v="2001" actId="1076"/>
          <ac:picMkLst>
            <pc:docMk/>
            <pc:sldMk cId="3139110563" sldId="281"/>
            <ac:picMk id="28" creationId="{CF29ADA3-973E-38D7-E5E4-72FC54F0FDCC}"/>
          </ac:picMkLst>
        </pc:picChg>
        <pc:picChg chg="add mod">
          <ac:chgData name="Gaspar Alfaro García" userId="b9682869-b526-4b6d-8301-b00acddeffaf" providerId="ADAL" clId="{9F16C0B6-1760-4BCA-8131-AB4CDB426109}" dt="2025-02-19T16:49:32.994" v="2023" actId="1076"/>
          <ac:picMkLst>
            <pc:docMk/>
            <pc:sldMk cId="3139110563" sldId="281"/>
            <ac:picMk id="33" creationId="{426A9471-940A-44A5-5953-3D33D00E0936}"/>
          </ac:picMkLst>
        </pc:picChg>
        <pc:cxnChg chg="add mod">
          <ac:chgData name="Gaspar Alfaro García" userId="b9682869-b526-4b6d-8301-b00acddeffaf" providerId="ADAL" clId="{9F16C0B6-1760-4BCA-8131-AB4CDB426109}" dt="2025-02-19T16:43:48.151" v="1975" actId="1076"/>
          <ac:cxnSpMkLst>
            <pc:docMk/>
            <pc:sldMk cId="3139110563" sldId="281"/>
            <ac:cxnSpMk id="19" creationId="{F85079A2-8B29-9A4A-4AD3-641A1342AE54}"/>
          </ac:cxnSpMkLst>
        </pc:cxnChg>
        <pc:cxnChg chg="add mod">
          <ac:chgData name="Gaspar Alfaro García" userId="b9682869-b526-4b6d-8301-b00acddeffaf" providerId="ADAL" clId="{9F16C0B6-1760-4BCA-8131-AB4CDB426109}" dt="2025-02-19T16:49:59.984" v="2030" actId="1076"/>
          <ac:cxnSpMkLst>
            <pc:docMk/>
            <pc:sldMk cId="3139110563" sldId="281"/>
            <ac:cxnSpMk id="29" creationId="{D2DB309B-3CC7-12FD-C86C-06BC849BE4EF}"/>
          </ac:cxnSpMkLst>
        </pc:cxnChg>
      </pc:sldChg>
      <pc:sldChg chg="modSp mod">
        <pc:chgData name="Gaspar Alfaro García" userId="b9682869-b526-4b6d-8301-b00acddeffaf" providerId="ADAL" clId="{9F16C0B6-1760-4BCA-8131-AB4CDB426109}" dt="2025-02-18T17:48:34.853" v="79" actId="14100"/>
        <pc:sldMkLst>
          <pc:docMk/>
          <pc:sldMk cId="3787584783" sldId="282"/>
        </pc:sldMkLst>
        <pc:spChg chg="mod">
          <ac:chgData name="Gaspar Alfaro García" userId="b9682869-b526-4b6d-8301-b00acddeffaf" providerId="ADAL" clId="{9F16C0B6-1760-4BCA-8131-AB4CDB426109}" dt="2025-02-18T17:48:34.853" v="79" actId="14100"/>
          <ac:spMkLst>
            <pc:docMk/>
            <pc:sldMk cId="3787584783" sldId="282"/>
            <ac:spMk id="2" creationId="{B35C75B0-7B40-B48A-77F4-0CDE631AEC98}"/>
          </ac:spMkLst>
        </pc:spChg>
      </pc:sldChg>
      <pc:sldChg chg="modSp mod">
        <pc:chgData name="Gaspar Alfaro García" userId="b9682869-b526-4b6d-8301-b00acddeffaf" providerId="ADAL" clId="{9F16C0B6-1760-4BCA-8131-AB4CDB426109}" dt="2025-02-18T17:48:24.921" v="77" actId="14100"/>
        <pc:sldMkLst>
          <pc:docMk/>
          <pc:sldMk cId="524273588" sldId="283"/>
        </pc:sldMkLst>
        <pc:spChg chg="mod">
          <ac:chgData name="Gaspar Alfaro García" userId="b9682869-b526-4b6d-8301-b00acddeffaf" providerId="ADAL" clId="{9F16C0B6-1760-4BCA-8131-AB4CDB426109}" dt="2025-02-18T17:48:24.921" v="77" actId="14100"/>
          <ac:spMkLst>
            <pc:docMk/>
            <pc:sldMk cId="524273588" sldId="283"/>
            <ac:spMk id="2" creationId="{71ECC673-F159-5D89-1C35-BD7570F2614F}"/>
          </ac:spMkLst>
        </pc:spChg>
      </pc:sldChg>
      <pc:sldChg chg="modSp mod">
        <pc:chgData name="Gaspar Alfaro García" userId="b9682869-b526-4b6d-8301-b00acddeffaf" providerId="ADAL" clId="{9F16C0B6-1760-4BCA-8131-AB4CDB426109}" dt="2025-02-18T17:48:16.259" v="75" actId="14100"/>
        <pc:sldMkLst>
          <pc:docMk/>
          <pc:sldMk cId="342697199" sldId="284"/>
        </pc:sldMkLst>
        <pc:spChg chg="mod">
          <ac:chgData name="Gaspar Alfaro García" userId="b9682869-b526-4b6d-8301-b00acddeffaf" providerId="ADAL" clId="{9F16C0B6-1760-4BCA-8131-AB4CDB426109}" dt="2025-02-18T17:48:16.259" v="75" actId="14100"/>
          <ac:spMkLst>
            <pc:docMk/>
            <pc:sldMk cId="342697199" sldId="284"/>
            <ac:spMk id="2" creationId="{02431D93-4B67-1076-B505-C1EEC7DBEBCA}"/>
          </ac:spMkLst>
        </pc:spChg>
      </pc:sldChg>
      <pc:sldChg chg="modSp mod">
        <pc:chgData name="Gaspar Alfaro García" userId="b9682869-b526-4b6d-8301-b00acddeffaf" providerId="ADAL" clId="{9F16C0B6-1760-4BCA-8131-AB4CDB426109}" dt="2025-02-18T17:48:09.198" v="73" actId="14100"/>
        <pc:sldMkLst>
          <pc:docMk/>
          <pc:sldMk cId="196771031" sldId="285"/>
        </pc:sldMkLst>
        <pc:spChg chg="mod">
          <ac:chgData name="Gaspar Alfaro García" userId="b9682869-b526-4b6d-8301-b00acddeffaf" providerId="ADAL" clId="{9F16C0B6-1760-4BCA-8131-AB4CDB426109}" dt="2025-02-18T17:48:09.198" v="73" actId="14100"/>
          <ac:spMkLst>
            <pc:docMk/>
            <pc:sldMk cId="196771031" sldId="285"/>
            <ac:spMk id="2" creationId="{B9B16F9C-8728-0DB4-A00E-CAFB2827993A}"/>
          </ac:spMkLst>
        </pc:spChg>
      </pc:sldChg>
      <pc:sldChg chg="modSp mod">
        <pc:chgData name="Gaspar Alfaro García" userId="b9682869-b526-4b6d-8301-b00acddeffaf" providerId="ADAL" clId="{9F16C0B6-1760-4BCA-8131-AB4CDB426109}" dt="2025-02-19T15:42:50.382" v="1206" actId="403"/>
        <pc:sldMkLst>
          <pc:docMk/>
          <pc:sldMk cId="4005934160" sldId="286"/>
        </pc:sldMkLst>
        <pc:spChg chg="mod">
          <ac:chgData name="Gaspar Alfaro García" userId="b9682869-b526-4b6d-8301-b00acddeffaf" providerId="ADAL" clId="{9F16C0B6-1760-4BCA-8131-AB4CDB426109}" dt="2025-02-19T15:42:50.382" v="1206" actId="403"/>
          <ac:spMkLst>
            <pc:docMk/>
            <pc:sldMk cId="4005934160" sldId="286"/>
            <ac:spMk id="2" creationId="{EB85019A-A8E3-ADE7-E150-4E89D40028A2}"/>
          </ac:spMkLst>
        </pc:spChg>
      </pc:sldChg>
      <pc:sldChg chg="modSp mod">
        <pc:chgData name="Gaspar Alfaro García" userId="b9682869-b526-4b6d-8301-b00acddeffaf" providerId="ADAL" clId="{9F16C0B6-1760-4BCA-8131-AB4CDB426109}" dt="2025-02-19T15:42:54.887" v="1208" actId="403"/>
        <pc:sldMkLst>
          <pc:docMk/>
          <pc:sldMk cId="4246178381" sldId="287"/>
        </pc:sldMkLst>
        <pc:spChg chg="mod">
          <ac:chgData name="Gaspar Alfaro García" userId="b9682869-b526-4b6d-8301-b00acddeffaf" providerId="ADAL" clId="{9F16C0B6-1760-4BCA-8131-AB4CDB426109}" dt="2025-02-19T15:42:54.887" v="1208" actId="403"/>
          <ac:spMkLst>
            <pc:docMk/>
            <pc:sldMk cId="4246178381" sldId="287"/>
            <ac:spMk id="2" creationId="{A72FB096-B259-2ECF-06D6-FABFC1500524}"/>
          </ac:spMkLst>
        </pc:spChg>
      </pc:sldChg>
      <pc:sldChg chg="modSp mod">
        <pc:chgData name="Gaspar Alfaro García" userId="b9682869-b526-4b6d-8301-b00acddeffaf" providerId="ADAL" clId="{9F16C0B6-1760-4BCA-8131-AB4CDB426109}" dt="2025-02-19T15:43:03.557" v="1211" actId="14100"/>
        <pc:sldMkLst>
          <pc:docMk/>
          <pc:sldMk cId="3691565165" sldId="288"/>
        </pc:sldMkLst>
        <pc:spChg chg="mod">
          <ac:chgData name="Gaspar Alfaro García" userId="b9682869-b526-4b6d-8301-b00acddeffaf" providerId="ADAL" clId="{9F16C0B6-1760-4BCA-8131-AB4CDB426109}" dt="2025-02-19T15:43:03.557" v="1211" actId="14100"/>
          <ac:spMkLst>
            <pc:docMk/>
            <pc:sldMk cId="3691565165" sldId="288"/>
            <ac:spMk id="2" creationId="{C2AC1B47-F56C-2BCD-D503-81E29EE35804}"/>
          </ac:spMkLst>
        </pc:spChg>
      </pc:sldChg>
      <pc:sldChg chg="addSp modSp add del mod">
        <pc:chgData name="Gaspar Alfaro García" userId="b9682869-b526-4b6d-8301-b00acddeffaf" providerId="ADAL" clId="{9F16C0B6-1760-4BCA-8131-AB4CDB426109}" dt="2025-02-19T19:22:26.969" v="2666" actId="20577"/>
        <pc:sldMkLst>
          <pc:docMk/>
          <pc:sldMk cId="3845432740" sldId="289"/>
        </pc:sldMkLst>
        <pc:spChg chg="mod">
          <ac:chgData name="Gaspar Alfaro García" userId="b9682869-b526-4b6d-8301-b00acddeffaf" providerId="ADAL" clId="{9F16C0B6-1760-4BCA-8131-AB4CDB426109}" dt="2025-02-19T19:20:39.021" v="2589" actId="1076"/>
          <ac:spMkLst>
            <pc:docMk/>
            <pc:sldMk cId="3845432740" sldId="289"/>
            <ac:spMk id="2" creationId="{A55AE8B1-607A-F6DA-BDE4-3EA0809FB5A1}"/>
          </ac:spMkLst>
        </pc:spChg>
        <pc:spChg chg="add mod">
          <ac:chgData name="Gaspar Alfaro García" userId="b9682869-b526-4b6d-8301-b00acddeffaf" providerId="ADAL" clId="{9F16C0B6-1760-4BCA-8131-AB4CDB426109}" dt="2025-02-19T19:20:44.906" v="2590" actId="1076"/>
          <ac:spMkLst>
            <pc:docMk/>
            <pc:sldMk cId="3845432740" sldId="289"/>
            <ac:spMk id="3" creationId="{DF5954BC-FD8B-F74F-10A6-CCF90FF94E55}"/>
          </ac:spMkLst>
        </pc:spChg>
        <pc:spChg chg="add mod">
          <ac:chgData name="Gaspar Alfaro García" userId="b9682869-b526-4b6d-8301-b00acddeffaf" providerId="ADAL" clId="{9F16C0B6-1760-4BCA-8131-AB4CDB426109}" dt="2025-02-19T19:20:44.906" v="2590" actId="1076"/>
          <ac:spMkLst>
            <pc:docMk/>
            <pc:sldMk cId="3845432740" sldId="289"/>
            <ac:spMk id="5" creationId="{62F5ECED-CEEC-531A-1751-67B41069014D}"/>
          </ac:spMkLst>
        </pc:spChg>
        <pc:spChg chg="add mod">
          <ac:chgData name="Gaspar Alfaro García" userId="b9682869-b526-4b6d-8301-b00acddeffaf" providerId="ADAL" clId="{9F16C0B6-1760-4BCA-8131-AB4CDB426109}" dt="2025-02-19T19:19:14.239" v="2574" actId="207"/>
          <ac:spMkLst>
            <pc:docMk/>
            <pc:sldMk cId="3845432740" sldId="289"/>
            <ac:spMk id="6" creationId="{B518DD7C-02C2-ADE2-C1C6-75386BCF6448}"/>
          </ac:spMkLst>
        </pc:spChg>
        <pc:spChg chg="add mod">
          <ac:chgData name="Gaspar Alfaro García" userId="b9682869-b526-4b6d-8301-b00acddeffaf" providerId="ADAL" clId="{9F16C0B6-1760-4BCA-8131-AB4CDB426109}" dt="2025-02-19T19:22:26.969" v="2666" actId="20577"/>
          <ac:spMkLst>
            <pc:docMk/>
            <pc:sldMk cId="3845432740" sldId="289"/>
            <ac:spMk id="7" creationId="{1437960A-AEB4-92F6-09AB-63798C779C5C}"/>
          </ac:spMkLst>
        </pc:spChg>
        <pc:spChg chg="add mod">
          <ac:chgData name="Gaspar Alfaro García" userId="b9682869-b526-4b6d-8301-b00acddeffaf" providerId="ADAL" clId="{9F16C0B6-1760-4BCA-8131-AB4CDB426109}" dt="2025-02-19T19:20:44.906" v="2590" actId="1076"/>
          <ac:spMkLst>
            <pc:docMk/>
            <pc:sldMk cId="3845432740" sldId="289"/>
            <ac:spMk id="8" creationId="{72BBF885-CB79-BE0F-AC6E-9C01364C607D}"/>
          </ac:spMkLst>
        </pc:spChg>
        <pc:spChg chg="add mod">
          <ac:chgData name="Gaspar Alfaro García" userId="b9682869-b526-4b6d-8301-b00acddeffaf" providerId="ADAL" clId="{9F16C0B6-1760-4BCA-8131-AB4CDB426109}" dt="2025-02-19T19:20:44.906" v="2590" actId="1076"/>
          <ac:spMkLst>
            <pc:docMk/>
            <pc:sldMk cId="3845432740" sldId="289"/>
            <ac:spMk id="10" creationId="{211C0DD7-D7C3-9601-1CEB-51A6A679B086}"/>
          </ac:spMkLst>
        </pc:spChg>
        <pc:spChg chg="add mod">
          <ac:chgData name="Gaspar Alfaro García" userId="b9682869-b526-4b6d-8301-b00acddeffaf" providerId="ADAL" clId="{9F16C0B6-1760-4BCA-8131-AB4CDB426109}" dt="2025-02-19T19:20:44.906" v="2590" actId="1076"/>
          <ac:spMkLst>
            <pc:docMk/>
            <pc:sldMk cId="3845432740" sldId="289"/>
            <ac:spMk id="11" creationId="{48A748B8-0C27-0E8D-E871-EBFD94561951}"/>
          </ac:spMkLst>
        </pc:spChg>
        <pc:spChg chg="add mod">
          <ac:chgData name="Gaspar Alfaro García" userId="b9682869-b526-4b6d-8301-b00acddeffaf" providerId="ADAL" clId="{9F16C0B6-1760-4BCA-8131-AB4CDB426109}" dt="2025-02-19T19:20:44.906" v="2590" actId="1076"/>
          <ac:spMkLst>
            <pc:docMk/>
            <pc:sldMk cId="3845432740" sldId="289"/>
            <ac:spMk id="12" creationId="{419A2855-A8BF-85D2-4366-B59CA07CA47A}"/>
          </ac:spMkLst>
        </pc:spChg>
        <pc:spChg chg="add mod">
          <ac:chgData name="Gaspar Alfaro García" userId="b9682869-b526-4b6d-8301-b00acddeffaf" providerId="ADAL" clId="{9F16C0B6-1760-4BCA-8131-AB4CDB426109}" dt="2025-02-19T19:15:31.533" v="2453"/>
          <ac:spMkLst>
            <pc:docMk/>
            <pc:sldMk cId="3845432740" sldId="289"/>
            <ac:spMk id="13" creationId="{62ACE95E-DC17-C32F-8927-679B36726DDA}"/>
          </ac:spMkLst>
        </pc:spChg>
        <pc:spChg chg="add mod">
          <ac:chgData name="Gaspar Alfaro García" userId="b9682869-b526-4b6d-8301-b00acddeffaf" providerId="ADAL" clId="{9F16C0B6-1760-4BCA-8131-AB4CDB426109}" dt="2025-02-19T19:15:31.533" v="2453"/>
          <ac:spMkLst>
            <pc:docMk/>
            <pc:sldMk cId="3845432740" sldId="289"/>
            <ac:spMk id="14" creationId="{7EE2CE08-DB6C-D037-3D59-48B8BB49EE50}"/>
          </ac:spMkLst>
        </pc:spChg>
        <pc:spChg chg="add mod">
          <ac:chgData name="Gaspar Alfaro García" userId="b9682869-b526-4b6d-8301-b00acddeffaf" providerId="ADAL" clId="{9F16C0B6-1760-4BCA-8131-AB4CDB426109}" dt="2025-02-19T19:20:44.906" v="2590" actId="1076"/>
          <ac:spMkLst>
            <pc:docMk/>
            <pc:sldMk cId="3845432740" sldId="289"/>
            <ac:spMk id="15" creationId="{A9493EC3-776D-74F4-1DA1-9EC85E58C1DE}"/>
          </ac:spMkLst>
        </pc:spChg>
        <pc:spChg chg="add mod">
          <ac:chgData name="Gaspar Alfaro García" userId="b9682869-b526-4b6d-8301-b00acddeffaf" providerId="ADAL" clId="{9F16C0B6-1760-4BCA-8131-AB4CDB426109}" dt="2025-02-19T19:20:44.906" v="2590" actId="1076"/>
          <ac:spMkLst>
            <pc:docMk/>
            <pc:sldMk cId="3845432740" sldId="289"/>
            <ac:spMk id="16" creationId="{FF104609-C724-CBBA-F852-658D7BF74D6B}"/>
          </ac:spMkLst>
        </pc:spChg>
        <pc:spChg chg="add mod">
          <ac:chgData name="Gaspar Alfaro García" userId="b9682869-b526-4b6d-8301-b00acddeffaf" providerId="ADAL" clId="{9F16C0B6-1760-4BCA-8131-AB4CDB426109}" dt="2025-02-19T19:20:44.906" v="2590" actId="1076"/>
          <ac:spMkLst>
            <pc:docMk/>
            <pc:sldMk cId="3845432740" sldId="289"/>
            <ac:spMk id="17" creationId="{3A1ECC79-387B-7E61-356F-3F86C9AD9D85}"/>
          </ac:spMkLst>
        </pc:spChg>
        <pc:spChg chg="add mod">
          <ac:chgData name="Gaspar Alfaro García" userId="b9682869-b526-4b6d-8301-b00acddeffaf" providerId="ADAL" clId="{9F16C0B6-1760-4BCA-8131-AB4CDB426109}" dt="2025-02-19T19:21:27.103" v="2657" actId="14100"/>
          <ac:spMkLst>
            <pc:docMk/>
            <pc:sldMk cId="3845432740" sldId="289"/>
            <ac:spMk id="18" creationId="{6E321DF5-6ABB-8045-40B6-DFAC1F9A7E2C}"/>
          </ac:spMkLst>
        </pc:spChg>
      </pc:sldChg>
      <pc:sldChg chg="addSp delSp modSp mod">
        <pc:chgData name="Gaspar Alfaro García" userId="b9682869-b526-4b6d-8301-b00acddeffaf" providerId="ADAL" clId="{9F16C0B6-1760-4BCA-8131-AB4CDB426109}" dt="2025-02-19T19:32:08.593" v="2730" actId="1076"/>
        <pc:sldMkLst>
          <pc:docMk/>
          <pc:sldMk cId="799153369" sldId="290"/>
        </pc:sldMkLst>
        <pc:spChg chg="mod">
          <ac:chgData name="Gaspar Alfaro García" userId="b9682869-b526-4b6d-8301-b00acddeffaf" providerId="ADAL" clId="{9F16C0B6-1760-4BCA-8131-AB4CDB426109}" dt="2025-02-18T17:47:14.741" v="61" actId="14100"/>
          <ac:spMkLst>
            <pc:docMk/>
            <pc:sldMk cId="799153369" sldId="290"/>
            <ac:spMk id="2" creationId="{D65C210E-F82B-2AEE-AFD7-BB4FAAFDAE41}"/>
          </ac:spMkLst>
        </pc:spChg>
        <pc:spChg chg="mod">
          <ac:chgData name="Gaspar Alfaro García" userId="b9682869-b526-4b6d-8301-b00acddeffaf" providerId="ADAL" clId="{9F16C0B6-1760-4BCA-8131-AB4CDB426109}" dt="2025-02-19T19:31:41.574" v="2725" actId="1076"/>
          <ac:spMkLst>
            <pc:docMk/>
            <pc:sldMk cId="799153369" sldId="290"/>
            <ac:spMk id="4" creationId="{DE49E4BF-EE0D-77ED-CF70-39BB9E0E81E8}"/>
          </ac:spMkLst>
        </pc:spChg>
        <pc:spChg chg="add mod">
          <ac:chgData name="Gaspar Alfaro García" userId="b9682869-b526-4b6d-8301-b00acddeffaf" providerId="ADAL" clId="{9F16C0B6-1760-4BCA-8131-AB4CDB426109}" dt="2025-02-19T19:32:08.593" v="2730" actId="1076"/>
          <ac:spMkLst>
            <pc:docMk/>
            <pc:sldMk cId="799153369" sldId="290"/>
            <ac:spMk id="13" creationId="{BF9A2E2B-A833-16F1-B0B9-038B10A4950A}"/>
          </ac:spMkLst>
        </pc:spChg>
        <pc:picChg chg="add del mod">
          <ac:chgData name="Gaspar Alfaro García" userId="b9682869-b526-4b6d-8301-b00acddeffaf" providerId="ADAL" clId="{9F16C0B6-1760-4BCA-8131-AB4CDB426109}" dt="2025-02-19T19:09:26.679" v="2266"/>
          <ac:picMkLst>
            <pc:docMk/>
            <pc:sldMk cId="799153369" sldId="290"/>
            <ac:picMk id="5" creationId="{937C0644-247B-DF2A-AD33-3002439A4F72}"/>
          </ac:picMkLst>
        </pc:picChg>
        <pc:picChg chg="add mod">
          <ac:chgData name="Gaspar Alfaro García" userId="b9682869-b526-4b6d-8301-b00acddeffaf" providerId="ADAL" clId="{9F16C0B6-1760-4BCA-8131-AB4CDB426109}" dt="2025-02-19T19:09:24.999" v="2262"/>
          <ac:picMkLst>
            <pc:docMk/>
            <pc:sldMk cId="799153369" sldId="290"/>
            <ac:picMk id="7" creationId="{11870D37-498A-CCEA-5AFC-7422C1D4FAA9}"/>
          </ac:picMkLst>
        </pc:picChg>
        <pc:picChg chg="add mod">
          <ac:chgData name="Gaspar Alfaro García" userId="b9682869-b526-4b6d-8301-b00acddeffaf" providerId="ADAL" clId="{9F16C0B6-1760-4BCA-8131-AB4CDB426109}" dt="2025-02-19T19:28:14.476" v="2694" actId="1076"/>
          <ac:picMkLst>
            <pc:docMk/>
            <pc:sldMk cId="799153369" sldId="290"/>
            <ac:picMk id="9" creationId="{8565D8AE-DA7C-7997-7C76-890A9C6F11EA}"/>
          </ac:picMkLst>
        </pc:picChg>
        <pc:picChg chg="add mod">
          <ac:chgData name="Gaspar Alfaro García" userId="b9682869-b526-4b6d-8301-b00acddeffaf" providerId="ADAL" clId="{9F16C0B6-1760-4BCA-8131-AB4CDB426109}" dt="2025-02-19T19:32:08.593" v="2730" actId="1076"/>
          <ac:picMkLst>
            <pc:docMk/>
            <pc:sldMk cId="799153369" sldId="290"/>
            <ac:picMk id="11" creationId="{EA81E040-DECF-AF52-F8D2-31A5178DF602}"/>
          </ac:picMkLst>
        </pc:picChg>
        <pc:picChg chg="add del mod">
          <ac:chgData name="Gaspar Alfaro García" userId="b9682869-b526-4b6d-8301-b00acddeffaf" providerId="ADAL" clId="{9F16C0B6-1760-4BCA-8131-AB4CDB426109}" dt="2025-02-19T19:31:21.272" v="2722" actId="478"/>
          <ac:picMkLst>
            <pc:docMk/>
            <pc:sldMk cId="799153369" sldId="290"/>
            <ac:picMk id="12" creationId="{DBBCFFBD-9398-7457-50CB-958CD33A4410}"/>
          </ac:picMkLst>
        </pc:picChg>
      </pc:sldChg>
      <pc:sldChg chg="addSp modSp mod">
        <pc:chgData name="Gaspar Alfaro García" userId="b9682869-b526-4b6d-8301-b00acddeffaf" providerId="ADAL" clId="{9F16C0B6-1760-4BCA-8131-AB4CDB426109}" dt="2025-02-19T19:26:16.694" v="2693" actId="1076"/>
        <pc:sldMkLst>
          <pc:docMk/>
          <pc:sldMk cId="95646963" sldId="291"/>
        </pc:sldMkLst>
        <pc:spChg chg="mod">
          <ac:chgData name="Gaspar Alfaro García" userId="b9682869-b526-4b6d-8301-b00acddeffaf" providerId="ADAL" clId="{9F16C0B6-1760-4BCA-8131-AB4CDB426109}" dt="2025-02-18T17:47:04.253" v="59" actId="2711"/>
          <ac:spMkLst>
            <pc:docMk/>
            <pc:sldMk cId="95646963" sldId="291"/>
            <ac:spMk id="2" creationId="{7AF645D3-C1E9-D0F1-41F1-1428021D51BB}"/>
          </ac:spMkLst>
        </pc:spChg>
        <pc:spChg chg="ord">
          <ac:chgData name="Gaspar Alfaro García" userId="b9682869-b526-4b6d-8301-b00acddeffaf" providerId="ADAL" clId="{9F16C0B6-1760-4BCA-8131-AB4CDB426109}" dt="2025-02-19T19:26:07.787" v="2692" actId="166"/>
          <ac:spMkLst>
            <pc:docMk/>
            <pc:sldMk cId="95646963" sldId="291"/>
            <ac:spMk id="4" creationId="{8A735ADB-7EF2-389E-6C1B-D77C02D7CEC8}"/>
          </ac:spMkLst>
        </pc:spChg>
        <pc:picChg chg="add mod">
          <ac:chgData name="Gaspar Alfaro García" userId="b9682869-b526-4b6d-8301-b00acddeffaf" providerId="ADAL" clId="{9F16C0B6-1760-4BCA-8131-AB4CDB426109}" dt="2025-02-19T19:26:16.694" v="2693" actId="1076"/>
          <ac:picMkLst>
            <pc:docMk/>
            <pc:sldMk cId="95646963" sldId="291"/>
            <ac:picMk id="5" creationId="{1CD02853-839A-397C-E9CC-6BA6892EBC29}"/>
          </ac:picMkLst>
        </pc:picChg>
      </pc:sldChg>
      <pc:sldChg chg="addSp delSp modSp mod">
        <pc:chgData name="Gaspar Alfaro García" userId="b9682869-b526-4b6d-8301-b00acddeffaf" providerId="ADAL" clId="{9F16C0B6-1760-4BCA-8131-AB4CDB426109}" dt="2025-02-19T19:37:55.325" v="2835" actId="207"/>
        <pc:sldMkLst>
          <pc:docMk/>
          <pc:sldMk cId="1132360792" sldId="292"/>
        </pc:sldMkLst>
        <pc:spChg chg="mod">
          <ac:chgData name="Gaspar Alfaro García" userId="b9682869-b526-4b6d-8301-b00acddeffaf" providerId="ADAL" clId="{9F16C0B6-1760-4BCA-8131-AB4CDB426109}" dt="2025-02-18T17:46:44.405" v="57" actId="113"/>
          <ac:spMkLst>
            <pc:docMk/>
            <pc:sldMk cId="1132360792" sldId="292"/>
            <ac:spMk id="2" creationId="{79352C1E-C1CA-89CE-44DE-158595782FEA}"/>
          </ac:spMkLst>
        </pc:spChg>
        <pc:spChg chg="add mod">
          <ac:chgData name="Gaspar Alfaro García" userId="b9682869-b526-4b6d-8301-b00acddeffaf" providerId="ADAL" clId="{9F16C0B6-1760-4BCA-8131-AB4CDB426109}" dt="2025-02-19T19:37:55.325" v="2835" actId="207"/>
          <ac:spMkLst>
            <pc:docMk/>
            <pc:sldMk cId="1132360792" sldId="292"/>
            <ac:spMk id="15" creationId="{73E39DB7-C164-EB92-0298-E3B9DD37ECEC}"/>
          </ac:spMkLst>
        </pc:spChg>
        <pc:picChg chg="add mod">
          <ac:chgData name="Gaspar Alfaro García" userId="b9682869-b526-4b6d-8301-b00acddeffaf" providerId="ADAL" clId="{9F16C0B6-1760-4BCA-8131-AB4CDB426109}" dt="2025-02-19T19:33:03.738" v="2734" actId="1076"/>
          <ac:picMkLst>
            <pc:docMk/>
            <pc:sldMk cId="1132360792" sldId="292"/>
            <ac:picMk id="5" creationId="{C6214DDB-FDBC-8F84-65CC-E03E95B1A97E}"/>
          </ac:picMkLst>
        </pc:picChg>
        <pc:picChg chg="add del mod">
          <ac:chgData name="Gaspar Alfaro García" userId="b9682869-b526-4b6d-8301-b00acddeffaf" providerId="ADAL" clId="{9F16C0B6-1760-4BCA-8131-AB4CDB426109}" dt="2025-02-19T19:33:51.984" v="2740" actId="478"/>
          <ac:picMkLst>
            <pc:docMk/>
            <pc:sldMk cId="1132360792" sldId="292"/>
            <ac:picMk id="7" creationId="{2AF93492-125E-1CAF-FFFC-D3EAD9DE4578}"/>
          </ac:picMkLst>
        </pc:picChg>
        <pc:picChg chg="add mod">
          <ac:chgData name="Gaspar Alfaro García" userId="b9682869-b526-4b6d-8301-b00acddeffaf" providerId="ADAL" clId="{9F16C0B6-1760-4BCA-8131-AB4CDB426109}" dt="2025-02-19T19:35:03.695" v="2747" actId="1076"/>
          <ac:picMkLst>
            <pc:docMk/>
            <pc:sldMk cId="1132360792" sldId="292"/>
            <ac:picMk id="9" creationId="{8AF7D4AD-C299-89D1-79E9-4FBEFC12C9A8}"/>
          </ac:picMkLst>
        </pc:picChg>
        <pc:picChg chg="add mod">
          <ac:chgData name="Gaspar Alfaro García" userId="b9682869-b526-4b6d-8301-b00acddeffaf" providerId="ADAL" clId="{9F16C0B6-1760-4BCA-8131-AB4CDB426109}" dt="2025-02-19T19:36:31.776" v="2767" actId="1076"/>
          <ac:picMkLst>
            <pc:docMk/>
            <pc:sldMk cId="1132360792" sldId="292"/>
            <ac:picMk id="11" creationId="{DDBE9A8E-6968-C033-0F8A-8A546B1DFE0B}"/>
          </ac:picMkLst>
        </pc:picChg>
        <pc:picChg chg="add mod">
          <ac:chgData name="Gaspar Alfaro García" userId="b9682869-b526-4b6d-8301-b00acddeffaf" providerId="ADAL" clId="{9F16C0B6-1760-4BCA-8131-AB4CDB426109}" dt="2025-02-19T19:36:21.537" v="2764" actId="571"/>
          <ac:picMkLst>
            <pc:docMk/>
            <pc:sldMk cId="1132360792" sldId="292"/>
            <ac:picMk id="12" creationId="{258F240E-3D8B-52F7-2303-66BAE2CD8BA0}"/>
          </ac:picMkLst>
        </pc:picChg>
        <pc:cxnChg chg="add mod">
          <ac:chgData name="Gaspar Alfaro García" userId="b9682869-b526-4b6d-8301-b00acddeffaf" providerId="ADAL" clId="{9F16C0B6-1760-4BCA-8131-AB4CDB426109}" dt="2025-02-19T19:36:59.911" v="2771" actId="208"/>
          <ac:cxnSpMkLst>
            <pc:docMk/>
            <pc:sldMk cId="1132360792" sldId="292"/>
            <ac:cxnSpMk id="14" creationId="{FA4AE5FD-358E-63E5-CCAD-67279544EAD2}"/>
          </ac:cxnSpMkLst>
        </pc:cxnChg>
      </pc:sldChg>
      <pc:sldChg chg="modSp mod">
        <pc:chgData name="Gaspar Alfaro García" userId="b9682869-b526-4b6d-8301-b00acddeffaf" providerId="ADAL" clId="{9F16C0B6-1760-4BCA-8131-AB4CDB426109}" dt="2025-02-18T17:46:31.439" v="51" actId="14100"/>
        <pc:sldMkLst>
          <pc:docMk/>
          <pc:sldMk cId="912149332" sldId="293"/>
        </pc:sldMkLst>
        <pc:spChg chg="mod">
          <ac:chgData name="Gaspar Alfaro García" userId="b9682869-b526-4b6d-8301-b00acddeffaf" providerId="ADAL" clId="{9F16C0B6-1760-4BCA-8131-AB4CDB426109}" dt="2025-02-18T17:46:31.439" v="51" actId="14100"/>
          <ac:spMkLst>
            <pc:docMk/>
            <pc:sldMk cId="912149332" sldId="293"/>
            <ac:spMk id="2" creationId="{5A9C397D-97E8-2046-DEE5-4A22DBBF4632}"/>
          </ac:spMkLst>
        </pc:spChg>
        <pc:spChg chg="mod">
          <ac:chgData name="Gaspar Alfaro García" userId="b9682869-b526-4b6d-8301-b00acddeffaf" providerId="ADAL" clId="{9F16C0B6-1760-4BCA-8131-AB4CDB426109}" dt="2025-02-18T17:43:10.649" v="8" actId="2711"/>
          <ac:spMkLst>
            <pc:docMk/>
            <pc:sldMk cId="912149332" sldId="293"/>
            <ac:spMk id="5" creationId="{65DDF733-946E-1C96-F8BF-935078365456}"/>
          </ac:spMkLst>
        </pc:spChg>
        <pc:spChg chg="mod">
          <ac:chgData name="Gaspar Alfaro García" userId="b9682869-b526-4b6d-8301-b00acddeffaf" providerId="ADAL" clId="{9F16C0B6-1760-4BCA-8131-AB4CDB426109}" dt="2025-02-18T17:43:27.621" v="10" actId="207"/>
          <ac:spMkLst>
            <pc:docMk/>
            <pc:sldMk cId="912149332" sldId="293"/>
            <ac:spMk id="7" creationId="{52CCF704-81C4-8EB3-1195-581FBCC3BB75}"/>
          </ac:spMkLst>
        </pc:spChg>
      </pc:sldChg>
      <pc:sldChg chg="modSp mod">
        <pc:chgData name="Gaspar Alfaro García" userId="b9682869-b526-4b6d-8301-b00acddeffaf" providerId="ADAL" clId="{9F16C0B6-1760-4BCA-8131-AB4CDB426109}" dt="2025-02-19T16:28:44.849" v="1642" actId="207"/>
        <pc:sldMkLst>
          <pc:docMk/>
          <pc:sldMk cId="2578959350" sldId="296"/>
        </pc:sldMkLst>
        <pc:spChg chg="mod">
          <ac:chgData name="Gaspar Alfaro García" userId="b9682869-b526-4b6d-8301-b00acddeffaf" providerId="ADAL" clId="{9F16C0B6-1760-4BCA-8131-AB4CDB426109}" dt="2025-02-18T17:46:34.970" v="52" actId="14100"/>
          <ac:spMkLst>
            <pc:docMk/>
            <pc:sldMk cId="2578959350" sldId="296"/>
            <ac:spMk id="2" creationId="{D48236CD-E53E-096B-E3D5-5CDF5544A0DF}"/>
          </ac:spMkLst>
        </pc:spChg>
        <pc:spChg chg="mod">
          <ac:chgData name="Gaspar Alfaro García" userId="b9682869-b526-4b6d-8301-b00acddeffaf" providerId="ADAL" clId="{9F16C0B6-1760-4BCA-8131-AB4CDB426109}" dt="2025-02-18T17:45:46.185" v="44" actId="2711"/>
          <ac:spMkLst>
            <pc:docMk/>
            <pc:sldMk cId="2578959350" sldId="296"/>
            <ac:spMk id="5" creationId="{E20AD514-02AF-313B-F8FD-D9A7646509AA}"/>
          </ac:spMkLst>
        </pc:spChg>
        <pc:spChg chg="mod">
          <ac:chgData name="Gaspar Alfaro García" userId="b9682869-b526-4b6d-8301-b00acddeffaf" providerId="ADAL" clId="{9F16C0B6-1760-4BCA-8131-AB4CDB426109}" dt="2025-02-19T16:28:44.849" v="1642" actId="207"/>
          <ac:spMkLst>
            <pc:docMk/>
            <pc:sldMk cId="2578959350" sldId="296"/>
            <ac:spMk id="7" creationId="{D323B2C5-C591-8ABC-1E3B-72C4BB6A9977}"/>
          </ac:spMkLst>
        </pc:spChg>
      </pc:sldChg>
      <pc:sldChg chg="modSp mod">
        <pc:chgData name="Gaspar Alfaro García" userId="b9682869-b526-4b6d-8301-b00acddeffaf" providerId="ADAL" clId="{9F16C0B6-1760-4BCA-8131-AB4CDB426109}" dt="2025-02-18T17:46:38.881" v="53" actId="14100"/>
        <pc:sldMkLst>
          <pc:docMk/>
          <pc:sldMk cId="3997911892" sldId="297"/>
        </pc:sldMkLst>
        <pc:spChg chg="mod">
          <ac:chgData name="Gaspar Alfaro García" userId="b9682869-b526-4b6d-8301-b00acddeffaf" providerId="ADAL" clId="{9F16C0B6-1760-4BCA-8131-AB4CDB426109}" dt="2025-02-18T17:46:38.881" v="53" actId="14100"/>
          <ac:spMkLst>
            <pc:docMk/>
            <pc:sldMk cId="3997911892" sldId="297"/>
            <ac:spMk id="2" creationId="{321CAE58-BFAD-85F6-9C84-B8BEB4739E22}"/>
          </ac:spMkLst>
        </pc:spChg>
        <pc:spChg chg="mod">
          <ac:chgData name="Gaspar Alfaro García" userId="b9682869-b526-4b6d-8301-b00acddeffaf" providerId="ADAL" clId="{9F16C0B6-1760-4BCA-8131-AB4CDB426109}" dt="2025-02-18T17:45:55.717" v="45" actId="2711"/>
          <ac:spMkLst>
            <pc:docMk/>
            <pc:sldMk cId="3997911892" sldId="297"/>
            <ac:spMk id="7" creationId="{F8CB079C-BE9A-B46C-6DB1-4EE46201EDBC}"/>
          </ac:spMkLst>
        </pc:spChg>
      </pc:sldChg>
      <pc:sldChg chg="modSp mod">
        <pc:chgData name="Gaspar Alfaro García" userId="b9682869-b526-4b6d-8301-b00acddeffaf" providerId="ADAL" clId="{9F16C0B6-1760-4BCA-8131-AB4CDB426109}" dt="2025-02-18T17:55:51.912" v="134" actId="2711"/>
        <pc:sldMkLst>
          <pc:docMk/>
          <pc:sldMk cId="3194772664" sldId="298"/>
        </pc:sldMkLst>
        <pc:spChg chg="mod">
          <ac:chgData name="Gaspar Alfaro García" userId="b9682869-b526-4b6d-8301-b00acddeffaf" providerId="ADAL" clId="{9F16C0B6-1760-4BCA-8131-AB4CDB426109}" dt="2025-02-18T17:53:43.987" v="117" actId="14100"/>
          <ac:spMkLst>
            <pc:docMk/>
            <pc:sldMk cId="3194772664" sldId="298"/>
            <ac:spMk id="2" creationId="{553DEFD5-505A-B707-8BE5-26C93AD74A0E}"/>
          </ac:spMkLst>
        </pc:spChg>
        <pc:spChg chg="mod">
          <ac:chgData name="Gaspar Alfaro García" userId="b9682869-b526-4b6d-8301-b00acddeffaf" providerId="ADAL" clId="{9F16C0B6-1760-4BCA-8131-AB4CDB426109}" dt="2025-02-18T17:55:43.479" v="133" actId="2711"/>
          <ac:spMkLst>
            <pc:docMk/>
            <pc:sldMk cId="3194772664" sldId="298"/>
            <ac:spMk id="3" creationId="{BE3DA543-3ABC-BF2D-8A08-0CEC5361CBBE}"/>
          </ac:spMkLst>
        </pc:spChg>
        <pc:spChg chg="mod">
          <ac:chgData name="Gaspar Alfaro García" userId="b9682869-b526-4b6d-8301-b00acddeffaf" providerId="ADAL" clId="{9F16C0B6-1760-4BCA-8131-AB4CDB426109}" dt="2025-02-18T17:55:51.912" v="134" actId="2711"/>
          <ac:spMkLst>
            <pc:docMk/>
            <pc:sldMk cId="3194772664" sldId="298"/>
            <ac:spMk id="8" creationId="{6B8C650D-7812-B7D8-0B8C-38281E4E7561}"/>
          </ac:spMkLst>
        </pc:spChg>
        <pc:spChg chg="mod">
          <ac:chgData name="Gaspar Alfaro García" userId="b9682869-b526-4b6d-8301-b00acddeffaf" providerId="ADAL" clId="{9F16C0B6-1760-4BCA-8131-AB4CDB426109}" dt="2025-02-18T17:55:16.778" v="131" actId="2711"/>
          <ac:spMkLst>
            <pc:docMk/>
            <pc:sldMk cId="3194772664" sldId="298"/>
            <ac:spMk id="9" creationId="{B52F0D91-F8EB-C9D6-BC5F-CD9B2960A5EE}"/>
          </ac:spMkLst>
        </pc:spChg>
        <pc:spChg chg="mod">
          <ac:chgData name="Gaspar Alfaro García" userId="b9682869-b526-4b6d-8301-b00acddeffaf" providerId="ADAL" clId="{9F16C0B6-1760-4BCA-8131-AB4CDB426109}" dt="2025-02-18T17:55:07.459" v="130" actId="2711"/>
          <ac:spMkLst>
            <pc:docMk/>
            <pc:sldMk cId="3194772664" sldId="298"/>
            <ac:spMk id="13" creationId="{02F57465-F952-FC4C-A309-39E8D0099A12}"/>
          </ac:spMkLst>
        </pc:spChg>
        <pc:spChg chg="mod">
          <ac:chgData name="Gaspar Alfaro García" userId="b9682869-b526-4b6d-8301-b00acddeffaf" providerId="ADAL" clId="{9F16C0B6-1760-4BCA-8131-AB4CDB426109}" dt="2025-02-18T17:55:03.411" v="129" actId="2711"/>
          <ac:spMkLst>
            <pc:docMk/>
            <pc:sldMk cId="3194772664" sldId="298"/>
            <ac:spMk id="17" creationId="{1588969B-99C1-3736-F9DF-73D0F37D070A}"/>
          </ac:spMkLst>
        </pc:spChg>
        <pc:spChg chg="mod">
          <ac:chgData name="Gaspar Alfaro García" userId="b9682869-b526-4b6d-8301-b00acddeffaf" providerId="ADAL" clId="{9F16C0B6-1760-4BCA-8131-AB4CDB426109}" dt="2025-02-18T17:54:45.406" v="128" actId="2711"/>
          <ac:spMkLst>
            <pc:docMk/>
            <pc:sldMk cId="3194772664" sldId="298"/>
            <ac:spMk id="18" creationId="{54B87944-D307-77B5-4BAA-B4DE43E7AB12}"/>
          </ac:spMkLst>
        </pc:spChg>
        <pc:spChg chg="mod">
          <ac:chgData name="Gaspar Alfaro García" userId="b9682869-b526-4b6d-8301-b00acddeffaf" providerId="ADAL" clId="{9F16C0B6-1760-4BCA-8131-AB4CDB426109}" dt="2025-02-18T17:54:30.397" v="123" actId="2711"/>
          <ac:spMkLst>
            <pc:docMk/>
            <pc:sldMk cId="3194772664" sldId="298"/>
            <ac:spMk id="43" creationId="{1A12D714-8998-8120-C206-81022116D112}"/>
          </ac:spMkLst>
        </pc:spChg>
        <pc:spChg chg="mod">
          <ac:chgData name="Gaspar Alfaro García" userId="b9682869-b526-4b6d-8301-b00acddeffaf" providerId="ADAL" clId="{9F16C0B6-1760-4BCA-8131-AB4CDB426109}" dt="2025-02-18T17:55:25.172" v="132" actId="2711"/>
          <ac:spMkLst>
            <pc:docMk/>
            <pc:sldMk cId="3194772664" sldId="298"/>
            <ac:spMk id="44" creationId="{17A862A6-F4DC-B287-52EC-3EBED75526D1}"/>
          </ac:spMkLst>
        </pc:spChg>
        <pc:spChg chg="mod">
          <ac:chgData name="Gaspar Alfaro García" userId="b9682869-b526-4b6d-8301-b00acddeffaf" providerId="ADAL" clId="{9F16C0B6-1760-4BCA-8131-AB4CDB426109}" dt="2025-02-18T17:54:39.989" v="127" actId="255"/>
          <ac:spMkLst>
            <pc:docMk/>
            <pc:sldMk cId="3194772664" sldId="298"/>
            <ac:spMk id="50" creationId="{53C0CF0B-61D9-6A2D-10BB-D2EE376D076C}"/>
          </ac:spMkLst>
        </pc:spChg>
        <pc:spChg chg="mod">
          <ac:chgData name="Gaspar Alfaro García" userId="b9682869-b526-4b6d-8301-b00acddeffaf" providerId="ADAL" clId="{9F16C0B6-1760-4BCA-8131-AB4CDB426109}" dt="2025-02-18T17:54:16.880" v="121" actId="255"/>
          <ac:spMkLst>
            <pc:docMk/>
            <pc:sldMk cId="3194772664" sldId="298"/>
            <ac:spMk id="51" creationId="{2DEE40CE-0898-D762-F366-AD1FB59E1A79}"/>
          </ac:spMkLst>
        </pc:spChg>
        <pc:spChg chg="mod">
          <ac:chgData name="Gaspar Alfaro García" userId="b9682869-b526-4b6d-8301-b00acddeffaf" providerId="ADAL" clId="{9F16C0B6-1760-4BCA-8131-AB4CDB426109}" dt="2025-02-18T17:54:03.421" v="120" actId="404"/>
          <ac:spMkLst>
            <pc:docMk/>
            <pc:sldMk cId="3194772664" sldId="298"/>
            <ac:spMk id="52" creationId="{4AF9455E-0F01-36EE-6678-A1E70AC4A211}"/>
          </ac:spMkLst>
        </pc:spChg>
      </pc:sldChg>
      <pc:sldChg chg="addSp delSp modSp new mod ord">
        <pc:chgData name="Gaspar Alfaro García" userId="b9682869-b526-4b6d-8301-b00acddeffaf" providerId="ADAL" clId="{9F16C0B6-1760-4BCA-8131-AB4CDB426109}" dt="2025-02-19T11:31:42.306" v="1128" actId="1076"/>
        <pc:sldMkLst>
          <pc:docMk/>
          <pc:sldMk cId="3431720624" sldId="299"/>
        </pc:sldMkLst>
        <pc:spChg chg="del">
          <ac:chgData name="Gaspar Alfaro García" userId="b9682869-b526-4b6d-8301-b00acddeffaf" providerId="ADAL" clId="{9F16C0B6-1760-4BCA-8131-AB4CDB426109}" dt="2025-02-19T11:30:44.133" v="1117" actId="478"/>
          <ac:spMkLst>
            <pc:docMk/>
            <pc:sldMk cId="3431720624" sldId="299"/>
            <ac:spMk id="2" creationId="{3C0B8171-8342-E60F-8F54-4952ACA2EDA2}"/>
          </ac:spMkLst>
        </pc:spChg>
        <pc:spChg chg="del">
          <ac:chgData name="Gaspar Alfaro García" userId="b9682869-b526-4b6d-8301-b00acddeffaf" providerId="ADAL" clId="{9F16C0B6-1760-4BCA-8131-AB4CDB426109}" dt="2025-02-19T11:30:45.845" v="1118" actId="478"/>
          <ac:spMkLst>
            <pc:docMk/>
            <pc:sldMk cId="3431720624" sldId="299"/>
            <ac:spMk id="3" creationId="{7498D23C-894E-D7ED-4C37-196D24979534}"/>
          </ac:spMkLst>
        </pc:spChg>
        <pc:spChg chg="add mod">
          <ac:chgData name="Gaspar Alfaro García" userId="b9682869-b526-4b6d-8301-b00acddeffaf" providerId="ADAL" clId="{9F16C0B6-1760-4BCA-8131-AB4CDB426109}" dt="2025-02-19T11:30:47.117" v="1119"/>
          <ac:spMkLst>
            <pc:docMk/>
            <pc:sldMk cId="3431720624" sldId="299"/>
            <ac:spMk id="4" creationId="{EA4396C7-59D1-7F62-CA5A-1B5CD867AEA3}"/>
          </ac:spMkLst>
        </pc:spChg>
        <pc:picChg chg="add mod">
          <ac:chgData name="Gaspar Alfaro García" userId="b9682869-b526-4b6d-8301-b00acddeffaf" providerId="ADAL" clId="{9F16C0B6-1760-4BCA-8131-AB4CDB426109}" dt="2025-02-19T11:31:42.306" v="1128" actId="1076"/>
          <ac:picMkLst>
            <pc:docMk/>
            <pc:sldMk cId="3431720624" sldId="299"/>
            <ac:picMk id="6" creationId="{2EBD5480-30D9-D088-D583-6A0F98254024}"/>
          </ac:picMkLst>
        </pc:picChg>
      </pc:sldChg>
      <pc:sldChg chg="addSp delSp modSp new mod">
        <pc:chgData name="Gaspar Alfaro García" userId="b9682869-b526-4b6d-8301-b00acddeffaf" providerId="ADAL" clId="{9F16C0B6-1760-4BCA-8131-AB4CDB426109}" dt="2025-02-19T16:54:34.680" v="2066" actId="1076"/>
        <pc:sldMkLst>
          <pc:docMk/>
          <pc:sldMk cId="3903438473" sldId="300"/>
        </pc:sldMkLst>
        <pc:spChg chg="del">
          <ac:chgData name="Gaspar Alfaro García" userId="b9682869-b526-4b6d-8301-b00acddeffaf" providerId="ADAL" clId="{9F16C0B6-1760-4BCA-8131-AB4CDB426109}" dt="2025-02-19T16:53:49.774" v="2055" actId="478"/>
          <ac:spMkLst>
            <pc:docMk/>
            <pc:sldMk cId="3903438473" sldId="300"/>
            <ac:spMk id="2" creationId="{ADE6ED98-5DFB-F784-9FD7-8AB7D73FF2D5}"/>
          </ac:spMkLst>
        </pc:spChg>
        <pc:spChg chg="del">
          <ac:chgData name="Gaspar Alfaro García" userId="b9682869-b526-4b6d-8301-b00acddeffaf" providerId="ADAL" clId="{9F16C0B6-1760-4BCA-8131-AB4CDB426109}" dt="2025-02-19T16:53:47.348" v="2053" actId="478"/>
          <ac:spMkLst>
            <pc:docMk/>
            <pc:sldMk cId="3903438473" sldId="300"/>
            <ac:spMk id="3" creationId="{36B07180-A3BC-4F51-9C71-DFF9BC636E63}"/>
          </ac:spMkLst>
        </pc:spChg>
        <pc:spChg chg="add del mod">
          <ac:chgData name="Gaspar Alfaro García" userId="b9682869-b526-4b6d-8301-b00acddeffaf" providerId="ADAL" clId="{9F16C0B6-1760-4BCA-8131-AB4CDB426109}" dt="2025-02-19T16:53:48.288" v="2054" actId="478"/>
          <ac:spMkLst>
            <pc:docMk/>
            <pc:sldMk cId="3903438473" sldId="300"/>
            <ac:spMk id="4" creationId="{4882D0A0-6F1C-E5E9-32D9-616532071CBB}"/>
          </ac:spMkLst>
        </pc:spChg>
        <pc:spChg chg="add mod">
          <ac:chgData name="Gaspar Alfaro García" userId="b9682869-b526-4b6d-8301-b00acddeffaf" providerId="ADAL" clId="{9F16C0B6-1760-4BCA-8131-AB4CDB426109}" dt="2025-02-19T16:53:44.307" v="2052"/>
          <ac:spMkLst>
            <pc:docMk/>
            <pc:sldMk cId="3903438473" sldId="300"/>
            <ac:spMk id="5" creationId="{3EA16B4E-5B82-6E6E-5173-AC29E70BA2A1}"/>
          </ac:spMkLst>
        </pc:spChg>
        <pc:spChg chg="add mod">
          <ac:chgData name="Gaspar Alfaro García" userId="b9682869-b526-4b6d-8301-b00acddeffaf" providerId="ADAL" clId="{9F16C0B6-1760-4BCA-8131-AB4CDB426109}" dt="2025-02-19T16:54:02.141" v="2060"/>
          <ac:spMkLst>
            <pc:docMk/>
            <pc:sldMk cId="3903438473" sldId="300"/>
            <ac:spMk id="6" creationId="{96A2326A-9487-23FC-A60E-93869C84662C}"/>
          </ac:spMkLst>
        </pc:spChg>
        <pc:picChg chg="add mod">
          <ac:chgData name="Gaspar Alfaro García" userId="b9682869-b526-4b6d-8301-b00acddeffaf" providerId="ADAL" clId="{9F16C0B6-1760-4BCA-8131-AB4CDB426109}" dt="2025-02-19T16:54:34.680" v="2066" actId="1076"/>
          <ac:picMkLst>
            <pc:docMk/>
            <pc:sldMk cId="3903438473" sldId="300"/>
            <ac:picMk id="8" creationId="{96A11575-4EDA-7E8E-6FF8-E65319B13E60}"/>
          </ac:picMkLst>
        </pc:picChg>
      </pc:sldChg>
      <pc:sldChg chg="addSp delSp modSp new mod modAnim">
        <pc:chgData name="Gaspar Alfaro García" userId="b9682869-b526-4b6d-8301-b00acddeffaf" providerId="ADAL" clId="{9F16C0B6-1760-4BCA-8131-AB4CDB426109}" dt="2025-02-19T17:16:52.760" v="2201"/>
        <pc:sldMkLst>
          <pc:docMk/>
          <pc:sldMk cId="1225364323" sldId="301"/>
        </pc:sldMkLst>
        <pc:spChg chg="del">
          <ac:chgData name="Gaspar Alfaro García" userId="b9682869-b526-4b6d-8301-b00acddeffaf" providerId="ADAL" clId="{9F16C0B6-1760-4BCA-8131-AB4CDB426109}" dt="2025-02-19T16:55:45.049" v="2068" actId="478"/>
          <ac:spMkLst>
            <pc:docMk/>
            <pc:sldMk cId="1225364323" sldId="301"/>
            <ac:spMk id="2" creationId="{A0D23D1E-F338-CB4D-D63B-13FD961AB09B}"/>
          </ac:spMkLst>
        </pc:spChg>
        <pc:spChg chg="del">
          <ac:chgData name="Gaspar Alfaro García" userId="b9682869-b526-4b6d-8301-b00acddeffaf" providerId="ADAL" clId="{9F16C0B6-1760-4BCA-8131-AB4CDB426109}" dt="2025-02-19T16:55:45.963" v="2069" actId="478"/>
          <ac:spMkLst>
            <pc:docMk/>
            <pc:sldMk cId="1225364323" sldId="301"/>
            <ac:spMk id="3" creationId="{09A8B21A-222A-3689-BB6E-534BAD94635F}"/>
          </ac:spMkLst>
        </pc:spChg>
        <pc:spChg chg="add mod">
          <ac:chgData name="Gaspar Alfaro García" userId="b9682869-b526-4b6d-8301-b00acddeffaf" providerId="ADAL" clId="{9F16C0B6-1760-4BCA-8131-AB4CDB426109}" dt="2025-02-19T17:13:57.329" v="2136" actId="1076"/>
          <ac:spMkLst>
            <pc:docMk/>
            <pc:sldMk cId="1225364323" sldId="301"/>
            <ac:spMk id="4" creationId="{2584EE3A-7D8F-BD32-AB8D-BD356B8809A2}"/>
          </ac:spMkLst>
        </pc:spChg>
        <pc:spChg chg="add mod">
          <ac:chgData name="Gaspar Alfaro García" userId="b9682869-b526-4b6d-8301-b00acddeffaf" providerId="ADAL" clId="{9F16C0B6-1760-4BCA-8131-AB4CDB426109}" dt="2025-02-19T17:14:17.337" v="2140" actId="1076"/>
          <ac:spMkLst>
            <pc:docMk/>
            <pc:sldMk cId="1225364323" sldId="301"/>
            <ac:spMk id="7" creationId="{5BA463A2-B5A3-B305-1E2A-9B38ECEA623E}"/>
          </ac:spMkLst>
        </pc:spChg>
        <pc:spChg chg="add mod">
          <ac:chgData name="Gaspar Alfaro García" userId="b9682869-b526-4b6d-8301-b00acddeffaf" providerId="ADAL" clId="{9F16C0B6-1760-4BCA-8131-AB4CDB426109}" dt="2025-02-19T17:14:17.337" v="2140" actId="1076"/>
          <ac:spMkLst>
            <pc:docMk/>
            <pc:sldMk cId="1225364323" sldId="301"/>
            <ac:spMk id="18" creationId="{2E3D20EB-07CC-2B79-5482-37D0AD1B8C35}"/>
          </ac:spMkLst>
        </pc:spChg>
        <pc:spChg chg="add mod">
          <ac:chgData name="Gaspar Alfaro García" userId="b9682869-b526-4b6d-8301-b00acddeffaf" providerId="ADAL" clId="{9F16C0B6-1760-4BCA-8131-AB4CDB426109}" dt="2025-02-19T17:14:14.820" v="2139" actId="571"/>
          <ac:spMkLst>
            <pc:docMk/>
            <pc:sldMk cId="1225364323" sldId="301"/>
            <ac:spMk id="19" creationId="{B8B119D2-A037-E688-AFD1-5FD0ED7DE074}"/>
          </ac:spMkLst>
        </pc:spChg>
        <pc:spChg chg="add mod">
          <ac:chgData name="Gaspar Alfaro García" userId="b9682869-b526-4b6d-8301-b00acddeffaf" providerId="ADAL" clId="{9F16C0B6-1760-4BCA-8131-AB4CDB426109}" dt="2025-02-19T17:14:14.820" v="2139" actId="571"/>
          <ac:spMkLst>
            <pc:docMk/>
            <pc:sldMk cId="1225364323" sldId="301"/>
            <ac:spMk id="20" creationId="{86492505-BC35-C1F0-6FB9-FDF038C1422E}"/>
          </ac:spMkLst>
        </pc:spChg>
        <pc:spChg chg="add mod">
          <ac:chgData name="Gaspar Alfaro García" userId="b9682869-b526-4b6d-8301-b00acddeffaf" providerId="ADAL" clId="{9F16C0B6-1760-4BCA-8131-AB4CDB426109}" dt="2025-02-19T17:15:40.042" v="2187" actId="20577"/>
          <ac:spMkLst>
            <pc:docMk/>
            <pc:sldMk cId="1225364323" sldId="301"/>
            <ac:spMk id="21" creationId="{649192DF-97C9-C032-DC06-C744DCDF0666}"/>
          </ac:spMkLst>
        </pc:spChg>
        <pc:spChg chg="add mod">
          <ac:chgData name="Gaspar Alfaro García" userId="b9682869-b526-4b6d-8301-b00acddeffaf" providerId="ADAL" clId="{9F16C0B6-1760-4BCA-8131-AB4CDB426109}" dt="2025-02-19T17:15:47.117" v="2198" actId="20577"/>
          <ac:spMkLst>
            <pc:docMk/>
            <pc:sldMk cId="1225364323" sldId="301"/>
            <ac:spMk id="22" creationId="{F6F0CF25-E122-75A3-B2E2-7B3CF0689BC2}"/>
          </ac:spMkLst>
        </pc:spChg>
        <pc:spChg chg="add mod">
          <ac:chgData name="Gaspar Alfaro García" userId="b9682869-b526-4b6d-8301-b00acddeffaf" providerId="ADAL" clId="{9F16C0B6-1760-4BCA-8131-AB4CDB426109}" dt="2025-02-19T17:15:56.881" v="2200" actId="1076"/>
          <ac:spMkLst>
            <pc:docMk/>
            <pc:sldMk cId="1225364323" sldId="301"/>
            <ac:spMk id="23" creationId="{0C47D422-67F1-E3B6-9C60-CF2F5DA6E32A}"/>
          </ac:spMkLst>
        </pc:spChg>
        <pc:picChg chg="add del mod">
          <ac:chgData name="Gaspar Alfaro García" userId="b9682869-b526-4b6d-8301-b00acddeffaf" providerId="ADAL" clId="{9F16C0B6-1760-4BCA-8131-AB4CDB426109}" dt="2025-02-19T17:01:08.973" v="2096" actId="478"/>
          <ac:picMkLst>
            <pc:docMk/>
            <pc:sldMk cId="1225364323" sldId="301"/>
            <ac:picMk id="6" creationId="{71DD975B-7468-F457-0486-61F052FD1D0F}"/>
          </ac:picMkLst>
        </pc:picChg>
        <pc:picChg chg="add mod">
          <ac:chgData name="Gaspar Alfaro García" userId="b9682869-b526-4b6d-8301-b00acddeffaf" providerId="ADAL" clId="{9F16C0B6-1760-4BCA-8131-AB4CDB426109}" dt="2025-02-19T17:10:46.068" v="2103"/>
          <ac:picMkLst>
            <pc:docMk/>
            <pc:sldMk cId="1225364323" sldId="301"/>
            <ac:picMk id="9" creationId="{ED679DC7-DCA2-1314-BEEB-B142C708DCB6}"/>
          </ac:picMkLst>
        </pc:picChg>
        <pc:picChg chg="add mod">
          <ac:chgData name="Gaspar Alfaro García" userId="b9682869-b526-4b6d-8301-b00acddeffaf" providerId="ADAL" clId="{9F16C0B6-1760-4BCA-8131-AB4CDB426109}" dt="2025-02-19T17:10:46.068" v="2103"/>
          <ac:picMkLst>
            <pc:docMk/>
            <pc:sldMk cId="1225364323" sldId="301"/>
            <ac:picMk id="11" creationId="{23FA8D47-F81B-7F73-F856-4C5B7C01C7C8}"/>
          </ac:picMkLst>
        </pc:picChg>
        <pc:picChg chg="add mod">
          <ac:chgData name="Gaspar Alfaro García" userId="b9682869-b526-4b6d-8301-b00acddeffaf" providerId="ADAL" clId="{9F16C0B6-1760-4BCA-8131-AB4CDB426109}" dt="2025-02-19T17:15:26.588" v="2178" actId="1076"/>
          <ac:picMkLst>
            <pc:docMk/>
            <pc:sldMk cId="1225364323" sldId="301"/>
            <ac:picMk id="13" creationId="{F5664793-4757-F56B-637B-1C97D106BB13}"/>
          </ac:picMkLst>
        </pc:picChg>
        <pc:picChg chg="add mod">
          <ac:chgData name="Gaspar Alfaro García" userId="b9682869-b526-4b6d-8301-b00acddeffaf" providerId="ADAL" clId="{9F16C0B6-1760-4BCA-8131-AB4CDB426109}" dt="2025-02-19T17:15:26.588" v="2178" actId="1076"/>
          <ac:picMkLst>
            <pc:docMk/>
            <pc:sldMk cId="1225364323" sldId="301"/>
            <ac:picMk id="15" creationId="{5944AB24-7887-DAF0-804E-877AE3CA99C9}"/>
          </ac:picMkLst>
        </pc:picChg>
        <pc:picChg chg="add mod">
          <ac:chgData name="Gaspar Alfaro García" userId="b9682869-b526-4b6d-8301-b00acddeffaf" providerId="ADAL" clId="{9F16C0B6-1760-4BCA-8131-AB4CDB426109}" dt="2025-02-19T17:15:26.588" v="2178" actId="1076"/>
          <ac:picMkLst>
            <pc:docMk/>
            <pc:sldMk cId="1225364323" sldId="301"/>
            <ac:picMk id="17" creationId="{052A81A8-71EE-775A-37AE-189D9C227C0A}"/>
          </ac:picMkLst>
        </pc:picChg>
      </pc:sldChg>
      <pc:sldChg chg="addSp delSp modSp add mod">
        <pc:chgData name="Gaspar Alfaro García" userId="b9682869-b526-4b6d-8301-b00acddeffaf" providerId="ADAL" clId="{9F16C0B6-1760-4BCA-8131-AB4CDB426109}" dt="2025-02-19T19:39:52.211" v="2838" actId="478"/>
        <pc:sldMkLst>
          <pc:docMk/>
          <pc:sldMk cId="2777734948" sldId="302"/>
        </pc:sldMkLst>
        <pc:picChg chg="add del mod">
          <ac:chgData name="Gaspar Alfaro García" userId="b9682869-b526-4b6d-8301-b00acddeffaf" providerId="ADAL" clId="{9F16C0B6-1760-4BCA-8131-AB4CDB426109}" dt="2025-02-19T19:39:52.211" v="2838" actId="478"/>
          <ac:picMkLst>
            <pc:docMk/>
            <pc:sldMk cId="2777734948" sldId="302"/>
            <ac:picMk id="5" creationId="{A218344F-8D9D-9DBC-B266-BB3195657408}"/>
          </ac:picMkLst>
        </pc:picChg>
        <pc:picChg chg="del">
          <ac:chgData name="Gaspar Alfaro García" userId="b9682869-b526-4b6d-8301-b00acddeffaf" providerId="ADAL" clId="{9F16C0B6-1760-4BCA-8131-AB4CDB426109}" dt="2025-02-19T19:25:09.631" v="2677" actId="478"/>
          <ac:picMkLst>
            <pc:docMk/>
            <pc:sldMk cId="2777734948" sldId="302"/>
            <ac:picMk id="9" creationId="{7E9DBEB4-B3B9-3FC0-41C8-3BD6D8A7E510}"/>
          </ac:picMkLst>
        </pc:picChg>
      </pc:sldChg>
      <pc:sldChg chg="addSp delSp modSp add mod">
        <pc:chgData name="Gaspar Alfaro García" userId="b9682869-b526-4b6d-8301-b00acddeffaf" providerId="ADAL" clId="{9F16C0B6-1760-4BCA-8131-AB4CDB426109}" dt="2025-02-19T19:41:14.985" v="2854" actId="1076"/>
        <pc:sldMkLst>
          <pc:docMk/>
          <pc:sldMk cId="564462209" sldId="303"/>
        </pc:sldMkLst>
        <pc:spChg chg="ord">
          <ac:chgData name="Gaspar Alfaro García" userId="b9682869-b526-4b6d-8301-b00acddeffaf" providerId="ADAL" clId="{9F16C0B6-1760-4BCA-8131-AB4CDB426109}" dt="2025-02-19T19:40:09.037" v="2845" actId="166"/>
          <ac:spMkLst>
            <pc:docMk/>
            <pc:sldMk cId="564462209" sldId="303"/>
            <ac:spMk id="4" creationId="{7BEB1D61-3C1D-173C-A0BE-1CCD897844F4}"/>
          </ac:spMkLst>
        </pc:spChg>
        <pc:picChg chg="del">
          <ac:chgData name="Gaspar Alfaro García" userId="b9682869-b526-4b6d-8301-b00acddeffaf" providerId="ADAL" clId="{9F16C0B6-1760-4BCA-8131-AB4CDB426109}" dt="2025-02-19T19:39:55.054" v="2839" actId="478"/>
          <ac:picMkLst>
            <pc:docMk/>
            <pc:sldMk cId="564462209" sldId="303"/>
            <ac:picMk id="5" creationId="{9FEF6BAF-6BB5-C9E0-B461-6A8F28C0FE97}"/>
          </ac:picMkLst>
        </pc:picChg>
        <pc:picChg chg="add mod">
          <ac:chgData name="Gaspar Alfaro García" userId="b9682869-b526-4b6d-8301-b00acddeffaf" providerId="ADAL" clId="{9F16C0B6-1760-4BCA-8131-AB4CDB426109}" dt="2025-02-19T19:41:14.985" v="2854" actId="1076"/>
          <ac:picMkLst>
            <pc:docMk/>
            <pc:sldMk cId="564462209" sldId="303"/>
            <ac:picMk id="6" creationId="{02CE88C6-A19F-761B-9F7F-DA477769A1A5}"/>
          </ac:picMkLst>
        </pc:picChg>
      </pc:sldChg>
      <pc:sldChg chg="addSp delSp modSp new mod">
        <pc:chgData name="Gaspar Alfaro García" userId="b9682869-b526-4b6d-8301-b00acddeffaf" providerId="ADAL" clId="{9F16C0B6-1760-4BCA-8131-AB4CDB426109}" dt="2025-02-19T19:44:39.908" v="2924" actId="27107"/>
        <pc:sldMkLst>
          <pc:docMk/>
          <pc:sldMk cId="2291951251" sldId="304"/>
        </pc:sldMkLst>
        <pc:spChg chg="del">
          <ac:chgData name="Gaspar Alfaro García" userId="b9682869-b526-4b6d-8301-b00acddeffaf" providerId="ADAL" clId="{9F16C0B6-1760-4BCA-8131-AB4CDB426109}" dt="2025-02-19T19:41:30.795" v="2856" actId="478"/>
          <ac:spMkLst>
            <pc:docMk/>
            <pc:sldMk cId="2291951251" sldId="304"/>
            <ac:spMk id="2" creationId="{CF2D206E-FF8C-0DD6-965E-110EAE52AADF}"/>
          </ac:spMkLst>
        </pc:spChg>
        <pc:spChg chg="del">
          <ac:chgData name="Gaspar Alfaro García" userId="b9682869-b526-4b6d-8301-b00acddeffaf" providerId="ADAL" clId="{9F16C0B6-1760-4BCA-8131-AB4CDB426109}" dt="2025-02-19T19:41:31.638" v="2857" actId="478"/>
          <ac:spMkLst>
            <pc:docMk/>
            <pc:sldMk cId="2291951251" sldId="304"/>
            <ac:spMk id="3" creationId="{BB897165-8915-DDF1-DFA6-9EF99A86CCC2}"/>
          </ac:spMkLst>
        </pc:spChg>
        <pc:spChg chg="add mod">
          <ac:chgData name="Gaspar Alfaro García" userId="b9682869-b526-4b6d-8301-b00acddeffaf" providerId="ADAL" clId="{9F16C0B6-1760-4BCA-8131-AB4CDB426109}" dt="2025-02-19T19:43:46.388" v="2914" actId="1076"/>
          <ac:spMkLst>
            <pc:docMk/>
            <pc:sldMk cId="2291951251" sldId="304"/>
            <ac:spMk id="5" creationId="{D22978DA-BF4B-8EF9-C4E4-8E320AB348FA}"/>
          </ac:spMkLst>
        </pc:spChg>
        <pc:spChg chg="add mod">
          <ac:chgData name="Gaspar Alfaro García" userId="b9682869-b526-4b6d-8301-b00acddeffaf" providerId="ADAL" clId="{9F16C0B6-1760-4BCA-8131-AB4CDB426109}" dt="2025-02-19T19:44:39.908" v="2924" actId="27107"/>
          <ac:spMkLst>
            <pc:docMk/>
            <pc:sldMk cId="2291951251" sldId="304"/>
            <ac:spMk id="6" creationId="{36197756-71EA-BBE1-7B53-DA5016364245}"/>
          </ac:spMkLst>
        </pc:spChg>
        <pc:spChg chg="add mod">
          <ac:chgData name="Gaspar Alfaro García" userId="b9682869-b526-4b6d-8301-b00acddeffaf" providerId="ADAL" clId="{9F16C0B6-1760-4BCA-8131-AB4CDB426109}" dt="2025-02-19T19:43:48.498" v="2916" actId="571"/>
          <ac:spMkLst>
            <pc:docMk/>
            <pc:sldMk cId="2291951251" sldId="304"/>
            <ac:spMk id="7" creationId="{93926DF5-4389-D1D7-6846-1C78504E5332}"/>
          </ac:spMkLst>
        </pc:spChg>
        <pc:picChg chg="add mod">
          <ac:chgData name="Gaspar Alfaro García" userId="b9682869-b526-4b6d-8301-b00acddeffaf" providerId="ADAL" clId="{9F16C0B6-1760-4BCA-8131-AB4CDB426109}" dt="2025-02-19T19:42:12.843" v="2864" actId="1076"/>
          <ac:picMkLst>
            <pc:docMk/>
            <pc:sldMk cId="2291951251" sldId="304"/>
            <ac:picMk id="4" creationId="{45C58C1C-4C6D-C4A7-9F1C-C0FF0A53B276}"/>
          </ac:picMkLst>
        </pc:picChg>
      </pc:sldChg>
    </pc:docChg>
  </pc:docChgLst>
  <pc:docChgLst>
    <pc:chgData name="Gaspar Alfaro García" userId="S::gaspar.alfaro@urjc.es::b9682869-b526-4b6d-8301-b00acddeffaf" providerId="AD" clId="Web-{CF82511A-FF31-F104-D36B-A7891AA85F89}"/>
    <pc:docChg chg="modSld">
      <pc:chgData name="Gaspar Alfaro García" userId="S::gaspar.alfaro@urjc.es::b9682869-b526-4b6d-8301-b00acddeffaf" providerId="AD" clId="Web-{CF82511A-FF31-F104-D36B-A7891AA85F89}" dt="2025-02-18T17:42:50.395" v="17" actId="20577"/>
      <pc:docMkLst>
        <pc:docMk/>
      </pc:docMkLst>
      <pc:sldChg chg="modSp">
        <pc:chgData name="Gaspar Alfaro García" userId="S::gaspar.alfaro@urjc.es::b9682869-b526-4b6d-8301-b00acddeffaf" providerId="AD" clId="Web-{CF82511A-FF31-F104-D36B-A7891AA85F89}" dt="2025-02-18T17:42:50.395" v="17" actId="20577"/>
        <pc:sldMkLst>
          <pc:docMk/>
          <pc:sldMk cId="912149332" sldId="293"/>
        </pc:sldMkLst>
        <pc:spChg chg="mod">
          <ac:chgData name="Gaspar Alfaro García" userId="S::gaspar.alfaro@urjc.es::b9682869-b526-4b6d-8301-b00acddeffaf" providerId="AD" clId="Web-{CF82511A-FF31-F104-D36B-A7891AA85F89}" dt="2025-02-18T17:42:50.395" v="17" actId="20577"/>
          <ac:spMkLst>
            <pc:docMk/>
            <pc:sldMk cId="912149332" sldId="293"/>
            <ac:spMk id="7" creationId="{52CCF704-81C4-8EB3-1195-581FBCC3BB75}"/>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ES"/>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281B010-58DC-46D5-B5F8-DFFFED6D02C8}" type="datetimeFigureOut">
              <a:rPr lang="es-ES" smtClean="0"/>
              <a:t>18/03/2025</a:t>
            </a:fld>
            <a:endParaRPr lang="es-ES"/>
          </a:p>
        </p:txBody>
      </p:sp>
      <p:sp>
        <p:nvSpPr>
          <p:cNvPr id="4" name="Marcador de imagen de diapositiva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s-ES"/>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ES"/>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8EA7587-D748-4B54-A2B8-6E043C119B23}" type="slidenum">
              <a:rPr lang="es-ES" smtClean="0"/>
              <a:t>‹Nº›</a:t>
            </a:fld>
            <a:endParaRPr lang="es-ES"/>
          </a:p>
        </p:txBody>
      </p:sp>
    </p:spTree>
    <p:extLst>
      <p:ext uri="{BB962C8B-B14F-4D97-AF65-F5344CB8AC3E}">
        <p14:creationId xmlns:p14="http://schemas.microsoft.com/office/powerpoint/2010/main" val="17627147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1371600" y="1143000"/>
            <a:ext cx="4114800" cy="3086100"/>
          </a:xfrm>
        </p:spPr>
      </p:sp>
      <p:sp>
        <p:nvSpPr>
          <p:cNvPr id="3" name="Marcador de notas 2"/>
          <p:cNvSpPr>
            <a:spLocks noGrp="1"/>
          </p:cNvSpPr>
          <p:nvPr>
            <p:ph type="body" idx="1"/>
          </p:nvPr>
        </p:nvSpPr>
        <p:spPr/>
        <p:txBody>
          <a:bodyPr/>
          <a:lstStyle/>
          <a:p>
            <a:endParaRPr lang="es-ES" dirty="0"/>
          </a:p>
        </p:txBody>
      </p:sp>
      <p:sp>
        <p:nvSpPr>
          <p:cNvPr id="4" name="Marcador de número de diapositiva 3"/>
          <p:cNvSpPr>
            <a:spLocks noGrp="1"/>
          </p:cNvSpPr>
          <p:nvPr>
            <p:ph type="sldNum" sz="quarter" idx="5"/>
          </p:nvPr>
        </p:nvSpPr>
        <p:spPr/>
        <p:txBody>
          <a:bodyPr/>
          <a:lstStyle/>
          <a:p>
            <a:fld id="{28EA7587-D748-4B54-A2B8-6E043C119B23}" type="slidenum">
              <a:rPr lang="es-ES" smtClean="0"/>
              <a:t>1</a:t>
            </a:fld>
            <a:endParaRPr lang="es-ES"/>
          </a:p>
        </p:txBody>
      </p:sp>
    </p:spTree>
    <p:extLst>
      <p:ext uri="{BB962C8B-B14F-4D97-AF65-F5344CB8AC3E}">
        <p14:creationId xmlns:p14="http://schemas.microsoft.com/office/powerpoint/2010/main" val="10360787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228600" indent="-228600">
              <a:buAutoNum type="arabicPeriod"/>
            </a:pPr>
            <a:r>
              <a:rPr lang="es-ES" dirty="0"/>
              <a:t>Cooperación en el juego de los bienes públicos y el impacto que tiene introducir dinámicas dependientes del tiempo.</a:t>
            </a:r>
          </a:p>
          <a:p>
            <a:pPr marL="228600" indent="-228600">
              <a:buAutoNum type="arabicPeriod"/>
            </a:pPr>
            <a:endParaRPr lang="es-ES" dirty="0"/>
          </a:p>
          <a:p>
            <a:pPr marL="228600" indent="-228600">
              <a:buAutoNum type="arabicPeriod"/>
            </a:pPr>
            <a:r>
              <a:rPr lang="es-ES" dirty="0"/>
              <a:t>Algoritmo capaz de detectar comportamientos caóticos en los patrones de juegos evolutivos espaciales. Clasificación de autómatas celulares elementales ordenándolos de menos a más complejos.</a:t>
            </a:r>
          </a:p>
          <a:p>
            <a:pPr marL="228600" indent="-228600">
              <a:buAutoNum type="arabicPeriod"/>
            </a:pPr>
            <a:endParaRPr lang="es-ES" dirty="0"/>
          </a:p>
          <a:p>
            <a:pPr marL="228600" indent="-228600">
              <a:buAutoNum type="arabicPeriod"/>
            </a:pPr>
            <a:r>
              <a:rPr lang="es-ES" dirty="0"/>
              <a:t>controlar órbitas para que escapen de una región de caos transitorio de manera controlada. Juego entre dos jugadores que se oponen para controlar una trayectoria.</a:t>
            </a:r>
          </a:p>
          <a:p>
            <a:pPr marL="228600" indent="-228600">
              <a:buAutoNum type="arabicPeriod"/>
            </a:pPr>
            <a:endParaRPr lang="es-ES" dirty="0"/>
          </a:p>
          <a:p>
            <a:pPr marL="228600" indent="-228600">
              <a:buAutoNum type="arabicPeriod"/>
            </a:pPr>
            <a:endParaRPr lang="es-ES" dirty="0"/>
          </a:p>
          <a:p>
            <a:endParaRPr lang="es-ES" dirty="0"/>
          </a:p>
        </p:txBody>
      </p:sp>
      <p:sp>
        <p:nvSpPr>
          <p:cNvPr id="4" name="Marcador de número de diapositiva 3"/>
          <p:cNvSpPr>
            <a:spLocks noGrp="1"/>
          </p:cNvSpPr>
          <p:nvPr>
            <p:ph type="sldNum" sz="quarter" idx="5"/>
          </p:nvPr>
        </p:nvSpPr>
        <p:spPr/>
        <p:txBody>
          <a:bodyPr/>
          <a:lstStyle/>
          <a:p>
            <a:fld id="{28EA7587-D748-4B54-A2B8-6E043C119B23}" type="slidenum">
              <a:rPr lang="es-ES" smtClean="0"/>
              <a:t>2</a:t>
            </a:fld>
            <a:endParaRPr lang="es-ES"/>
          </a:p>
        </p:txBody>
      </p:sp>
    </p:spTree>
    <p:extLst>
      <p:ext uri="{BB962C8B-B14F-4D97-AF65-F5344CB8AC3E}">
        <p14:creationId xmlns:p14="http://schemas.microsoft.com/office/powerpoint/2010/main" val="224775219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ES" dirty="0"/>
              <a:t>Definimos una dinámica evolutiva de imitación en la que se adopta la estrategia de un vecino </a:t>
            </a:r>
          </a:p>
          <a:p>
            <a:endParaRPr lang="es-ES" dirty="0"/>
          </a:p>
          <a:p>
            <a:r>
              <a:rPr lang="es-ES" dirty="0"/>
              <a:t>La formula de probabilidad de cambio de estrategia tiene en cuenta la aptitud de cada individuo en el sistema, en función de una recompensa, el </a:t>
            </a:r>
            <a:r>
              <a:rPr lang="es-ES" dirty="0" err="1"/>
              <a:t>payoff</a:t>
            </a:r>
            <a:r>
              <a:rPr lang="es-ES" dirty="0"/>
              <a:t> pi. </a:t>
            </a:r>
          </a:p>
          <a:p>
            <a:endParaRPr lang="es-ES" dirty="0"/>
          </a:p>
          <a:p>
            <a:r>
              <a:rPr lang="es-ES" dirty="0"/>
              <a:t>Esta a su vez depende de la estrategia propia del individuo y de la de sus vecinos.</a:t>
            </a:r>
          </a:p>
          <a:p>
            <a:endParaRPr lang="es-ES" dirty="0"/>
          </a:p>
        </p:txBody>
      </p:sp>
      <p:sp>
        <p:nvSpPr>
          <p:cNvPr id="4" name="Marcador de número de diapositiva 3"/>
          <p:cNvSpPr>
            <a:spLocks noGrp="1"/>
          </p:cNvSpPr>
          <p:nvPr>
            <p:ph type="sldNum" sz="quarter" idx="5"/>
          </p:nvPr>
        </p:nvSpPr>
        <p:spPr/>
        <p:txBody>
          <a:bodyPr/>
          <a:lstStyle/>
          <a:p>
            <a:fld id="{28EA7587-D748-4B54-A2B8-6E043C119B23}" type="slidenum">
              <a:rPr lang="es-ES" smtClean="0"/>
              <a:t>4</a:t>
            </a:fld>
            <a:endParaRPr lang="es-ES"/>
          </a:p>
        </p:txBody>
      </p:sp>
    </p:spTree>
    <p:extLst>
      <p:ext uri="{BB962C8B-B14F-4D97-AF65-F5344CB8AC3E}">
        <p14:creationId xmlns:p14="http://schemas.microsoft.com/office/powerpoint/2010/main" val="10729034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AB9B82-115A-ACB8-21DE-37EDA9A75606}"/>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70111AD3-F551-4943-A51D-B085160B5C1B}"/>
              </a:ext>
            </a:extLst>
          </p:cNvPr>
          <p:cNvSpPr>
            <a:spLocks noGrp="1" noRot="1" noChangeAspect="1"/>
          </p:cNvSpPr>
          <p:nvPr>
            <p:ph type="sldImg"/>
          </p:nvPr>
        </p:nvSpPr>
        <p:spPr>
          <a:xfrm>
            <a:off x="1371600" y="1143000"/>
            <a:ext cx="4114800" cy="3086100"/>
          </a:xfrm>
        </p:spPr>
      </p:sp>
      <p:sp>
        <p:nvSpPr>
          <p:cNvPr id="3" name="Marcador de notas 2">
            <a:extLst>
              <a:ext uri="{FF2B5EF4-FFF2-40B4-BE49-F238E27FC236}">
                <a16:creationId xmlns:a16="http://schemas.microsoft.com/office/drawing/2014/main" id="{74337615-4287-9DED-D071-C72E944F84C2}"/>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C2399563-13CA-43E3-C4ED-B2BD46A1FCB6}"/>
              </a:ext>
            </a:extLst>
          </p:cNvPr>
          <p:cNvSpPr>
            <a:spLocks noGrp="1"/>
          </p:cNvSpPr>
          <p:nvPr>
            <p:ph type="sldNum" sz="quarter" idx="5"/>
          </p:nvPr>
        </p:nvSpPr>
        <p:spPr/>
        <p:txBody>
          <a:bodyPr/>
          <a:lstStyle/>
          <a:p>
            <a:fld id="{28EA7587-D748-4B54-A2B8-6E043C119B23}" type="slidenum">
              <a:rPr lang="es-ES" smtClean="0"/>
              <a:t>5</a:t>
            </a:fld>
            <a:endParaRPr lang="es-ES"/>
          </a:p>
        </p:txBody>
      </p:sp>
    </p:spTree>
    <p:extLst>
      <p:ext uri="{BB962C8B-B14F-4D97-AF65-F5344CB8AC3E}">
        <p14:creationId xmlns:p14="http://schemas.microsoft.com/office/powerpoint/2010/main" val="286326040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A7B988-EC15-A7B6-A247-E5D81DE16E1E}"/>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547F3CBF-D2E0-3422-FA18-198F916AEF29}"/>
              </a:ext>
            </a:extLst>
          </p:cNvPr>
          <p:cNvSpPr>
            <a:spLocks noGrp="1" noRot="1" noChangeAspect="1"/>
          </p:cNvSpPr>
          <p:nvPr>
            <p:ph type="sldImg"/>
          </p:nvPr>
        </p:nvSpPr>
        <p:spPr>
          <a:xfrm>
            <a:off x="1371600" y="1143000"/>
            <a:ext cx="4114800" cy="3086100"/>
          </a:xfrm>
        </p:spPr>
      </p:sp>
      <p:sp>
        <p:nvSpPr>
          <p:cNvPr id="3" name="Marcador de notas 2">
            <a:extLst>
              <a:ext uri="{FF2B5EF4-FFF2-40B4-BE49-F238E27FC236}">
                <a16:creationId xmlns:a16="http://schemas.microsoft.com/office/drawing/2014/main" id="{3E7E711D-19A2-176B-49E4-1791F03D4F74}"/>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0BFDE4B0-0AB2-1EC9-BCA8-112C382C1D16}"/>
              </a:ext>
            </a:extLst>
          </p:cNvPr>
          <p:cNvSpPr>
            <a:spLocks noGrp="1"/>
          </p:cNvSpPr>
          <p:nvPr>
            <p:ph type="sldNum" sz="quarter" idx="5"/>
          </p:nvPr>
        </p:nvSpPr>
        <p:spPr/>
        <p:txBody>
          <a:bodyPr/>
          <a:lstStyle/>
          <a:p>
            <a:fld id="{28EA7587-D748-4B54-A2B8-6E043C119B23}" type="slidenum">
              <a:rPr lang="es-ES" smtClean="0"/>
              <a:t>6</a:t>
            </a:fld>
            <a:endParaRPr lang="es-ES"/>
          </a:p>
        </p:txBody>
      </p:sp>
    </p:spTree>
    <p:extLst>
      <p:ext uri="{BB962C8B-B14F-4D97-AF65-F5344CB8AC3E}">
        <p14:creationId xmlns:p14="http://schemas.microsoft.com/office/powerpoint/2010/main" val="19581271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ES" dirty="0"/>
              <a:t>Al hacer oscilar r, parámetro que controla la rentabilidad de las inversiones, se observa una oscilación de la frecuencia de poblaciones en el tiempo.</a:t>
            </a:r>
          </a:p>
          <a:p>
            <a:endParaRPr lang="es-ES" dirty="0"/>
          </a:p>
          <a:p>
            <a:r>
              <a:rPr lang="es-ES" dirty="0"/>
              <a:t>Esta oscilación beneficia a los defraudadores. Como se ve claramente aquí los picos son mayores para los defraudadores.</a:t>
            </a:r>
          </a:p>
          <a:p>
            <a:endParaRPr lang="es-ES" dirty="0"/>
          </a:p>
          <a:p>
            <a:r>
              <a:rPr lang="es-ES" dirty="0"/>
              <a:t>Podemos afirmar que la inestabilidades en las inversiones decrementan la cooperación.</a:t>
            </a:r>
          </a:p>
          <a:p>
            <a:endParaRPr lang="es-ES" dirty="0"/>
          </a:p>
          <a:p>
            <a:endParaRPr lang="es-ES" dirty="0"/>
          </a:p>
        </p:txBody>
      </p:sp>
      <p:sp>
        <p:nvSpPr>
          <p:cNvPr id="4" name="Marcador de número de diapositiva 3"/>
          <p:cNvSpPr>
            <a:spLocks noGrp="1"/>
          </p:cNvSpPr>
          <p:nvPr>
            <p:ph type="sldNum" sz="quarter" idx="5"/>
          </p:nvPr>
        </p:nvSpPr>
        <p:spPr/>
        <p:txBody>
          <a:bodyPr/>
          <a:lstStyle/>
          <a:p>
            <a:fld id="{28EA7587-D748-4B54-A2B8-6E043C119B23}" type="slidenum">
              <a:rPr lang="es-ES" smtClean="0"/>
              <a:t>7</a:t>
            </a:fld>
            <a:endParaRPr lang="es-ES"/>
          </a:p>
        </p:txBody>
      </p:sp>
    </p:spTree>
    <p:extLst>
      <p:ext uri="{BB962C8B-B14F-4D97-AF65-F5344CB8AC3E}">
        <p14:creationId xmlns:p14="http://schemas.microsoft.com/office/powerpoint/2010/main" val="398954120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ES" dirty="0"/>
              <a:t>Introducción de un retardo tau que pasa desde que un castigador detecta a un defraudador hasta que se le cobra la multa. </a:t>
            </a:r>
          </a:p>
          <a:p>
            <a:endParaRPr lang="es-ES" dirty="0"/>
          </a:p>
          <a:p>
            <a:r>
              <a:rPr lang="es-ES" dirty="0"/>
              <a:t>Podemos observar un aumento de los defraudadores en contra de los cooperadores y los castigadores.</a:t>
            </a:r>
          </a:p>
          <a:p>
            <a:endParaRPr lang="es-ES" dirty="0"/>
          </a:p>
        </p:txBody>
      </p:sp>
      <p:sp>
        <p:nvSpPr>
          <p:cNvPr id="4" name="Marcador de número de diapositiva 3"/>
          <p:cNvSpPr>
            <a:spLocks noGrp="1"/>
          </p:cNvSpPr>
          <p:nvPr>
            <p:ph type="sldNum" sz="quarter" idx="5"/>
          </p:nvPr>
        </p:nvSpPr>
        <p:spPr/>
        <p:txBody>
          <a:bodyPr/>
          <a:lstStyle/>
          <a:p>
            <a:fld id="{28EA7587-D748-4B54-A2B8-6E043C119B23}" type="slidenum">
              <a:rPr lang="es-ES" smtClean="0"/>
              <a:t>8</a:t>
            </a:fld>
            <a:endParaRPr lang="es-ES"/>
          </a:p>
        </p:txBody>
      </p:sp>
    </p:spTree>
    <p:extLst>
      <p:ext uri="{BB962C8B-B14F-4D97-AF65-F5344CB8AC3E}">
        <p14:creationId xmlns:p14="http://schemas.microsoft.com/office/powerpoint/2010/main" val="13511723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ES" dirty="0"/>
              <a:t>La diferencia aumenta radialmente a velocidad constante.</a:t>
            </a:r>
          </a:p>
        </p:txBody>
      </p:sp>
      <p:sp>
        <p:nvSpPr>
          <p:cNvPr id="4" name="Marcador de número de diapositiva 3"/>
          <p:cNvSpPr>
            <a:spLocks noGrp="1"/>
          </p:cNvSpPr>
          <p:nvPr>
            <p:ph type="sldNum" sz="quarter" idx="5"/>
          </p:nvPr>
        </p:nvSpPr>
        <p:spPr/>
        <p:txBody>
          <a:bodyPr/>
          <a:lstStyle/>
          <a:p>
            <a:fld id="{28EA7587-D748-4B54-A2B8-6E043C119B23}" type="slidenum">
              <a:rPr lang="es-ES" smtClean="0"/>
              <a:t>10</a:t>
            </a:fld>
            <a:endParaRPr lang="es-ES"/>
          </a:p>
        </p:txBody>
      </p:sp>
    </p:spTree>
    <p:extLst>
      <p:ext uri="{BB962C8B-B14F-4D97-AF65-F5344CB8AC3E}">
        <p14:creationId xmlns:p14="http://schemas.microsoft.com/office/powerpoint/2010/main" val="216286769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1371600" y="1143000"/>
            <a:ext cx="4114800" cy="3086100"/>
          </a:xfrm>
        </p:spPr>
      </p:sp>
      <p:sp>
        <p:nvSpPr>
          <p:cNvPr id="3" name="Marcador de notas 2"/>
          <p:cNvSpPr>
            <a:spLocks noGrp="1"/>
          </p:cNvSpPr>
          <p:nvPr>
            <p:ph type="body" idx="1"/>
          </p:nvPr>
        </p:nvSpPr>
        <p:spPr/>
        <p:txBody>
          <a:bodyPr/>
          <a:lstStyle/>
          <a:p>
            <a:r>
              <a:rPr lang="es-ES" dirty="0"/>
              <a:t>La distancia de </a:t>
            </a:r>
            <a:r>
              <a:rPr lang="es-ES" dirty="0" err="1"/>
              <a:t>Hamming</a:t>
            </a:r>
            <a:r>
              <a:rPr lang="es-ES" dirty="0"/>
              <a:t> crece en el dilema del prisionero hasta un valor de saturación bajo el régimen de parámetros en el que May y </a:t>
            </a:r>
            <a:r>
              <a:rPr lang="es-ES" dirty="0" err="1"/>
              <a:t>Nowak</a:t>
            </a:r>
            <a:r>
              <a:rPr lang="es-ES" dirty="0"/>
              <a:t> observaron caos en este artículo.</a:t>
            </a:r>
          </a:p>
          <a:p>
            <a:endParaRPr lang="es-ES" dirty="0"/>
          </a:p>
          <a:p>
            <a:r>
              <a:rPr lang="es-ES" dirty="0"/>
              <a:t> Ajustamos la curva de crecimiento según esta función sigmoidal.</a:t>
            </a:r>
          </a:p>
          <a:p>
            <a:endParaRPr lang="es-ES" dirty="0"/>
          </a:p>
          <a:p>
            <a:r>
              <a:rPr lang="es-ES" dirty="0"/>
              <a:t>a es el punto medio vertical.</a:t>
            </a:r>
          </a:p>
          <a:p>
            <a:endParaRPr lang="es-ES" dirty="0"/>
          </a:p>
          <a:p>
            <a:r>
              <a:rPr lang="es-ES" dirty="0"/>
              <a:t>k es lo abrupto que crece</a:t>
            </a:r>
          </a:p>
        </p:txBody>
      </p:sp>
      <p:sp>
        <p:nvSpPr>
          <p:cNvPr id="4" name="Marcador de número de diapositiva 3"/>
          <p:cNvSpPr>
            <a:spLocks noGrp="1"/>
          </p:cNvSpPr>
          <p:nvPr>
            <p:ph type="sldNum" sz="quarter" idx="5"/>
          </p:nvPr>
        </p:nvSpPr>
        <p:spPr/>
        <p:txBody>
          <a:bodyPr/>
          <a:lstStyle/>
          <a:p>
            <a:fld id="{28EA7587-D748-4B54-A2B8-6E043C119B23}" type="slidenum">
              <a:rPr lang="es-ES" smtClean="0"/>
              <a:t>12</a:t>
            </a:fld>
            <a:endParaRPr lang="es-ES"/>
          </a:p>
        </p:txBody>
      </p:sp>
    </p:spTree>
    <p:extLst>
      <p:ext uri="{BB962C8B-B14F-4D97-AF65-F5344CB8AC3E}">
        <p14:creationId xmlns:p14="http://schemas.microsoft.com/office/powerpoint/2010/main" val="157698452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ES" dirty="0"/>
              <a:t>Crecimiento de la distancia para todos los casos en los que conviven cooperadores con defraudadores, pero podemos notar que el crecimiento es mucho más lento para el caso en el que los defraudadores están más esparcidos.</a:t>
            </a:r>
          </a:p>
          <a:p>
            <a:endParaRPr lang="es-ES" dirty="0"/>
          </a:p>
        </p:txBody>
      </p:sp>
      <p:sp>
        <p:nvSpPr>
          <p:cNvPr id="4" name="Marcador de número de diapositiva 3"/>
          <p:cNvSpPr>
            <a:spLocks noGrp="1"/>
          </p:cNvSpPr>
          <p:nvPr>
            <p:ph type="sldNum" sz="quarter" idx="5"/>
          </p:nvPr>
        </p:nvSpPr>
        <p:spPr/>
        <p:txBody>
          <a:bodyPr/>
          <a:lstStyle/>
          <a:p>
            <a:fld id="{28EA7587-D748-4B54-A2B8-6E043C119B23}" type="slidenum">
              <a:rPr lang="es-ES" smtClean="0"/>
              <a:t>13</a:t>
            </a:fld>
            <a:endParaRPr lang="es-ES"/>
          </a:p>
        </p:txBody>
      </p:sp>
    </p:spTree>
    <p:extLst>
      <p:ext uri="{BB962C8B-B14F-4D97-AF65-F5344CB8AC3E}">
        <p14:creationId xmlns:p14="http://schemas.microsoft.com/office/powerpoint/2010/main" val="127393368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1371600" y="1143000"/>
            <a:ext cx="4114800" cy="3086100"/>
          </a:xfrm>
        </p:spPr>
      </p:sp>
      <p:sp>
        <p:nvSpPr>
          <p:cNvPr id="3" name="Marcador de notas 2"/>
          <p:cNvSpPr>
            <a:spLocks noGrp="1"/>
          </p:cNvSpPr>
          <p:nvPr>
            <p:ph type="body" idx="1"/>
          </p:nvPr>
        </p:nvSpPr>
        <p:spPr/>
        <p:txBody>
          <a:bodyPr/>
          <a:lstStyle/>
          <a:p>
            <a:endParaRPr lang="es-ES" dirty="0"/>
          </a:p>
        </p:txBody>
      </p:sp>
      <p:sp>
        <p:nvSpPr>
          <p:cNvPr id="4" name="Marcador de número de diapositiva 3"/>
          <p:cNvSpPr>
            <a:spLocks noGrp="1"/>
          </p:cNvSpPr>
          <p:nvPr>
            <p:ph type="sldNum" sz="quarter" idx="5"/>
          </p:nvPr>
        </p:nvSpPr>
        <p:spPr/>
        <p:txBody>
          <a:bodyPr/>
          <a:lstStyle/>
          <a:p>
            <a:fld id="{28EA7587-D748-4B54-A2B8-6E043C119B23}" type="slidenum">
              <a:rPr lang="es-ES" smtClean="0"/>
              <a:t>16</a:t>
            </a:fld>
            <a:endParaRPr lang="es-ES"/>
          </a:p>
        </p:txBody>
      </p:sp>
    </p:spTree>
    <p:extLst>
      <p:ext uri="{BB962C8B-B14F-4D97-AF65-F5344CB8AC3E}">
        <p14:creationId xmlns:p14="http://schemas.microsoft.com/office/powerpoint/2010/main" val="240886003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460063-6112-F510-E051-3EAC89869E95}"/>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70E37FE4-A7AC-2265-5D74-46B16980C16E}"/>
              </a:ext>
            </a:extLst>
          </p:cNvPr>
          <p:cNvSpPr>
            <a:spLocks noGrp="1" noRot="1" noChangeAspect="1"/>
          </p:cNvSpPr>
          <p:nvPr>
            <p:ph type="sldImg"/>
          </p:nvPr>
        </p:nvSpPr>
        <p:spPr>
          <a:xfrm>
            <a:off x="1371600" y="1143000"/>
            <a:ext cx="4114800" cy="3086100"/>
          </a:xfrm>
        </p:spPr>
      </p:sp>
      <p:sp>
        <p:nvSpPr>
          <p:cNvPr id="3" name="Marcador de notas 2">
            <a:extLst>
              <a:ext uri="{FF2B5EF4-FFF2-40B4-BE49-F238E27FC236}">
                <a16:creationId xmlns:a16="http://schemas.microsoft.com/office/drawing/2014/main" id="{0EE63C4C-DB20-5771-F0F1-6552C9BBFC5E}"/>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ADDCC125-D762-2F1B-96D6-8F205295304F}"/>
              </a:ext>
            </a:extLst>
          </p:cNvPr>
          <p:cNvSpPr>
            <a:spLocks noGrp="1"/>
          </p:cNvSpPr>
          <p:nvPr>
            <p:ph type="sldNum" sz="quarter" idx="5"/>
          </p:nvPr>
        </p:nvSpPr>
        <p:spPr/>
        <p:txBody>
          <a:bodyPr/>
          <a:lstStyle/>
          <a:p>
            <a:fld id="{28EA7587-D748-4B54-A2B8-6E043C119B23}" type="slidenum">
              <a:rPr lang="es-ES" smtClean="0"/>
              <a:t>17</a:t>
            </a:fld>
            <a:endParaRPr lang="es-ES"/>
          </a:p>
        </p:txBody>
      </p:sp>
    </p:spTree>
    <p:extLst>
      <p:ext uri="{BB962C8B-B14F-4D97-AF65-F5344CB8AC3E}">
        <p14:creationId xmlns:p14="http://schemas.microsoft.com/office/powerpoint/2010/main" val="286308904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ES" dirty="0"/>
              <a:t>Uniforme porque todas las simulaciones presentan la misma serie temporal.</a:t>
            </a:r>
          </a:p>
        </p:txBody>
      </p:sp>
      <p:sp>
        <p:nvSpPr>
          <p:cNvPr id="4" name="Marcador de número de diapositiva 3"/>
          <p:cNvSpPr>
            <a:spLocks noGrp="1"/>
          </p:cNvSpPr>
          <p:nvPr>
            <p:ph type="sldNum" sz="quarter" idx="5"/>
          </p:nvPr>
        </p:nvSpPr>
        <p:spPr/>
        <p:txBody>
          <a:bodyPr/>
          <a:lstStyle/>
          <a:p>
            <a:fld id="{28EA7587-D748-4B54-A2B8-6E043C119B23}" type="slidenum">
              <a:rPr lang="es-ES" smtClean="0"/>
              <a:t>18</a:t>
            </a:fld>
            <a:endParaRPr lang="es-ES"/>
          </a:p>
        </p:txBody>
      </p:sp>
    </p:spTree>
    <p:extLst>
      <p:ext uri="{BB962C8B-B14F-4D97-AF65-F5344CB8AC3E}">
        <p14:creationId xmlns:p14="http://schemas.microsoft.com/office/powerpoint/2010/main" val="355389948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ES" dirty="0"/>
              <a:t>88 reglas</a:t>
            </a:r>
          </a:p>
          <a:p>
            <a:endParaRPr lang="es-ES" dirty="0"/>
          </a:p>
          <a:p>
            <a:r>
              <a:rPr lang="es-ES" dirty="0"/>
              <a:t>2 excepciones mal tabuladas en </a:t>
            </a:r>
            <a:r>
              <a:rPr lang="es-ES" dirty="0" err="1"/>
              <a:t>WolframAlpha</a:t>
            </a:r>
            <a:endParaRPr lang="es-ES" dirty="0"/>
          </a:p>
        </p:txBody>
      </p:sp>
      <p:sp>
        <p:nvSpPr>
          <p:cNvPr id="4" name="Marcador de número de diapositiva 3"/>
          <p:cNvSpPr>
            <a:spLocks noGrp="1"/>
          </p:cNvSpPr>
          <p:nvPr>
            <p:ph type="sldNum" sz="quarter" idx="5"/>
          </p:nvPr>
        </p:nvSpPr>
        <p:spPr/>
        <p:txBody>
          <a:bodyPr/>
          <a:lstStyle/>
          <a:p>
            <a:fld id="{28EA7587-D748-4B54-A2B8-6E043C119B23}" type="slidenum">
              <a:rPr lang="es-ES" smtClean="0"/>
              <a:t>20</a:t>
            </a:fld>
            <a:endParaRPr lang="es-ES"/>
          </a:p>
        </p:txBody>
      </p:sp>
    </p:spTree>
    <p:extLst>
      <p:ext uri="{BB962C8B-B14F-4D97-AF65-F5344CB8AC3E}">
        <p14:creationId xmlns:p14="http://schemas.microsoft.com/office/powerpoint/2010/main" val="263690268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ES" dirty="0"/>
              <a:t>Caos transitorio para mu mayor de 4.</a:t>
            </a:r>
          </a:p>
        </p:txBody>
      </p:sp>
      <p:sp>
        <p:nvSpPr>
          <p:cNvPr id="4" name="Marcador de número de diapositiva 3"/>
          <p:cNvSpPr>
            <a:spLocks noGrp="1"/>
          </p:cNvSpPr>
          <p:nvPr>
            <p:ph type="sldNum" sz="quarter" idx="5"/>
          </p:nvPr>
        </p:nvSpPr>
        <p:spPr/>
        <p:txBody>
          <a:bodyPr/>
          <a:lstStyle/>
          <a:p>
            <a:fld id="{28EA7587-D748-4B54-A2B8-6E043C119B23}" type="slidenum">
              <a:rPr lang="es-ES" smtClean="0"/>
              <a:t>24</a:t>
            </a:fld>
            <a:endParaRPr lang="es-ES"/>
          </a:p>
        </p:txBody>
      </p:sp>
    </p:spTree>
    <p:extLst>
      <p:ext uri="{BB962C8B-B14F-4D97-AF65-F5344CB8AC3E}">
        <p14:creationId xmlns:p14="http://schemas.microsoft.com/office/powerpoint/2010/main" val="306358238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ES" dirty="0"/>
              <a:t>Valores de control para los cuales cada jugador tiene la victoria asegurada en toda la región o comparten victoria. </a:t>
            </a:r>
          </a:p>
          <a:p>
            <a:endParaRPr lang="es-ES" dirty="0"/>
          </a:p>
          <a:p>
            <a:r>
              <a:rPr lang="es-ES" dirty="0"/>
              <a:t>Cuando nadie tiene información del </a:t>
            </a:r>
            <a:r>
              <a:rPr lang="es-ES" dirty="0" err="1"/>
              <a:t>òponente</a:t>
            </a:r>
            <a:r>
              <a:rPr lang="es-ES" dirty="0"/>
              <a:t>, existen zonas vacías en las que ningún jugador tiene asegurada la victoria. </a:t>
            </a:r>
          </a:p>
          <a:p>
            <a:endParaRPr lang="es-ES" dirty="0"/>
          </a:p>
          <a:p>
            <a:r>
              <a:rPr lang="es-ES" dirty="0"/>
              <a:t>En estos casos la victoria dependerá de la secuencia de movimientos que hagan.</a:t>
            </a:r>
          </a:p>
          <a:p>
            <a:endParaRPr lang="es-ES" dirty="0"/>
          </a:p>
        </p:txBody>
      </p:sp>
      <p:sp>
        <p:nvSpPr>
          <p:cNvPr id="4" name="Marcador de número de diapositiva 3"/>
          <p:cNvSpPr>
            <a:spLocks noGrp="1"/>
          </p:cNvSpPr>
          <p:nvPr>
            <p:ph type="sldNum" sz="quarter" idx="5"/>
          </p:nvPr>
        </p:nvSpPr>
        <p:spPr/>
        <p:txBody>
          <a:bodyPr/>
          <a:lstStyle/>
          <a:p>
            <a:fld id="{28EA7587-D748-4B54-A2B8-6E043C119B23}" type="slidenum">
              <a:rPr lang="es-ES" smtClean="0"/>
              <a:t>30</a:t>
            </a:fld>
            <a:endParaRPr lang="es-ES"/>
          </a:p>
        </p:txBody>
      </p:sp>
    </p:spTree>
    <p:extLst>
      <p:ext uri="{BB962C8B-B14F-4D97-AF65-F5344CB8AC3E}">
        <p14:creationId xmlns:p14="http://schemas.microsoft.com/office/powerpoint/2010/main" val="33410192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ES" dirty="0"/>
              <a:t>Conjuntos informados e </a:t>
            </a:r>
            <a:r>
              <a:rPr lang="es-ES" dirty="0" err="1"/>
              <a:t>igonrante</a:t>
            </a:r>
            <a:r>
              <a:rPr lang="es-ES" dirty="0"/>
              <a:t> son complementarios.</a:t>
            </a:r>
          </a:p>
          <a:p>
            <a:endParaRPr lang="es-ES" dirty="0"/>
          </a:p>
          <a:p>
            <a:r>
              <a:rPr lang="es-ES" dirty="0"/>
              <a:t>Obtenemos que las </a:t>
            </a:r>
          </a:p>
        </p:txBody>
      </p:sp>
      <p:sp>
        <p:nvSpPr>
          <p:cNvPr id="4" name="Marcador de número de diapositiva 3"/>
          <p:cNvSpPr>
            <a:spLocks noGrp="1"/>
          </p:cNvSpPr>
          <p:nvPr>
            <p:ph type="sldNum" sz="quarter" idx="5"/>
          </p:nvPr>
        </p:nvSpPr>
        <p:spPr/>
        <p:txBody>
          <a:bodyPr/>
          <a:lstStyle/>
          <a:p>
            <a:fld id="{28EA7587-D748-4B54-A2B8-6E043C119B23}" type="slidenum">
              <a:rPr lang="es-ES" smtClean="0"/>
              <a:t>32</a:t>
            </a:fld>
            <a:endParaRPr lang="es-ES"/>
          </a:p>
        </p:txBody>
      </p:sp>
    </p:spTree>
    <p:extLst>
      <p:ext uri="{BB962C8B-B14F-4D97-AF65-F5344CB8AC3E}">
        <p14:creationId xmlns:p14="http://schemas.microsoft.com/office/powerpoint/2010/main" val="314709260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dirty="0"/>
          </a:p>
        </p:txBody>
      </p:sp>
      <p:sp>
        <p:nvSpPr>
          <p:cNvPr id="4" name="Marcador de número de diapositiva 3"/>
          <p:cNvSpPr>
            <a:spLocks noGrp="1"/>
          </p:cNvSpPr>
          <p:nvPr>
            <p:ph type="sldNum" sz="quarter" idx="5"/>
          </p:nvPr>
        </p:nvSpPr>
        <p:spPr/>
        <p:txBody>
          <a:bodyPr/>
          <a:lstStyle/>
          <a:p>
            <a:fld id="{28EA7587-D748-4B54-A2B8-6E043C119B23}" type="slidenum">
              <a:rPr lang="es-ES" smtClean="0"/>
              <a:t>35</a:t>
            </a:fld>
            <a:endParaRPr lang="es-ES"/>
          </a:p>
        </p:txBody>
      </p:sp>
    </p:spTree>
    <p:extLst>
      <p:ext uri="{BB962C8B-B14F-4D97-AF65-F5344CB8AC3E}">
        <p14:creationId xmlns:p14="http://schemas.microsoft.com/office/powerpoint/2010/main" val="370839558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1726443" y="1122363"/>
            <a:ext cx="5691116" cy="2621154"/>
          </a:xfrm>
        </p:spPr>
        <p:txBody>
          <a:bodyPr anchor="b">
            <a:normAutofit/>
          </a:bodyPr>
          <a:lstStyle>
            <a:lvl1pPr algn="ctr">
              <a:defRPr sz="30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1726443" y="3843709"/>
            <a:ext cx="5691116" cy="1414091"/>
          </a:xfrm>
        </p:spPr>
        <p:txBody>
          <a:bodyPr>
            <a:normAutofit/>
          </a:bodyPr>
          <a:lstStyle>
            <a:lvl1pPr marL="0" indent="0" algn="ctr">
              <a:buNone/>
              <a:defRPr sz="135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endParaRPr lang="en-US" dirty="0"/>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p>
            <a:fld id="{C128FA71-3A18-48C0-980F-4B68F7F63042}" type="datetime1">
              <a:rPr lang="en-US" smtClean="0"/>
              <a:t>3/18/2025</a:t>
            </a:fld>
            <a:endParaRPr lang="en-US"/>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p>
            <a:fld id="{CC057153-B650-4DEB-B370-79DDCFDCE934}" type="slidenum">
              <a:rPr lang="en-US" smtClean="0"/>
              <a:t>‹Nº›</a:t>
            </a:fld>
            <a:endParaRPr lang="en-US"/>
          </a:p>
        </p:txBody>
      </p:sp>
    </p:spTree>
    <p:extLst>
      <p:ext uri="{BB962C8B-B14F-4D97-AF65-F5344CB8AC3E}">
        <p14:creationId xmlns:p14="http://schemas.microsoft.com/office/powerpoint/2010/main" val="151120350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C2DD052-3E45-E789-01F8-33250024ECB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51C1210E-201E-4473-82AC-2466F5386C38}" type="datetime1">
              <a:rPr lang="en-US" smtClean="0"/>
              <a:t>3/18/2025</a:t>
            </a:fld>
            <a:endParaRPr lang="en-US"/>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‹Nº›</a:t>
            </a:fld>
            <a:endParaRPr lang="en-US"/>
          </a:p>
        </p:txBody>
      </p:sp>
    </p:spTree>
    <p:extLst>
      <p:ext uri="{BB962C8B-B14F-4D97-AF65-F5344CB8AC3E}">
        <p14:creationId xmlns:p14="http://schemas.microsoft.com/office/powerpoint/2010/main" val="212480722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1D06AF-EF87-8489-2C82-DEB90B7EFE0C}"/>
              </a:ext>
            </a:extLst>
          </p:cNvPr>
          <p:cNvSpPr>
            <a:spLocks noGrp="1"/>
          </p:cNvSpPr>
          <p:nvPr>
            <p:ph type="title"/>
          </p:nvPr>
        </p:nvSpPr>
        <p:spPr>
          <a:xfrm>
            <a:off x="452536" y="553617"/>
            <a:ext cx="6204855" cy="4008859"/>
          </a:xfrm>
        </p:spPr>
        <p:txBody>
          <a:bodyPr anchor="t">
            <a:normAutofit/>
          </a:bodyPr>
          <a:lstStyle>
            <a:lvl1pPr>
              <a:defRPr sz="4050" cap="all" baseline="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308E5678-CA38-1318-9EA2-5E0A4F9A59BA}"/>
              </a:ext>
            </a:extLst>
          </p:cNvPr>
          <p:cNvSpPr>
            <a:spLocks noGrp="1"/>
          </p:cNvSpPr>
          <p:nvPr>
            <p:ph type="body" idx="1"/>
          </p:nvPr>
        </p:nvSpPr>
        <p:spPr>
          <a:xfrm>
            <a:off x="452535" y="4589464"/>
            <a:ext cx="6204855" cy="1384617"/>
          </a:xfrm>
        </p:spPr>
        <p:txBody>
          <a:bodyPr anchor="b">
            <a:normAutofit/>
          </a:bodyPr>
          <a:lstStyle>
            <a:lvl1pPr marL="0" indent="0">
              <a:buNone/>
              <a:defRPr sz="1500">
                <a:solidFill>
                  <a:schemeClr val="tx1"/>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4E99186-7E5A-60AF-DE69-5C7DA71611AB}"/>
              </a:ext>
            </a:extLst>
          </p:cNvPr>
          <p:cNvSpPr>
            <a:spLocks noGrp="1"/>
          </p:cNvSpPr>
          <p:nvPr>
            <p:ph type="dt" sz="half" idx="10"/>
          </p:nvPr>
        </p:nvSpPr>
        <p:spPr/>
        <p:txBody>
          <a:bodyPr/>
          <a:lstStyle/>
          <a:p>
            <a:fld id="{B01EA198-6CAB-4B8F-B93F-1F9C8C4B6CE7}" type="datetime1">
              <a:rPr lang="en-US" smtClean="0"/>
              <a:t>3/18/2025</a:t>
            </a:fld>
            <a:endParaRPr lang="en-US"/>
          </a:p>
        </p:txBody>
      </p:sp>
      <p:sp>
        <p:nvSpPr>
          <p:cNvPr id="5" name="Footer Placeholder 4">
            <a:extLst>
              <a:ext uri="{FF2B5EF4-FFF2-40B4-BE49-F238E27FC236}">
                <a16:creationId xmlns:a16="http://schemas.microsoft.com/office/drawing/2014/main" id="{82FA13D1-1FBA-E820-323B-77B41F1A665D}"/>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FB39BE85-85F6-4636-C651-D87CC969A49E}"/>
              </a:ext>
            </a:extLst>
          </p:cNvPr>
          <p:cNvSpPr>
            <a:spLocks noGrp="1"/>
          </p:cNvSpPr>
          <p:nvPr>
            <p:ph type="sldNum" sz="quarter" idx="12"/>
          </p:nvPr>
        </p:nvSpPr>
        <p:spPr/>
        <p:txBody>
          <a:bodyPr/>
          <a:lstStyle/>
          <a:p>
            <a:fld id="{CC057153-B650-4DEB-B370-79DDCFDCE934}" type="slidenum">
              <a:rPr lang="en-US" smtClean="0"/>
              <a:t>‹Nº›</a:t>
            </a:fld>
            <a:endParaRPr lang="en-US"/>
          </a:p>
        </p:txBody>
      </p:sp>
    </p:spTree>
    <p:extLst>
      <p:ext uri="{BB962C8B-B14F-4D97-AF65-F5344CB8AC3E}">
        <p14:creationId xmlns:p14="http://schemas.microsoft.com/office/powerpoint/2010/main" val="331207877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59486" y="548640"/>
            <a:ext cx="8055864" cy="1132258"/>
          </a:xfrm>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572E861E-DFBA-B4AA-9356-CDE3D3F57C04}"/>
              </a:ext>
            </a:extLst>
          </p:cNvPr>
          <p:cNvSpPr>
            <a:spLocks noGrp="1"/>
          </p:cNvSpPr>
          <p:nvPr>
            <p:ph sz="half" idx="1"/>
          </p:nvPr>
        </p:nvSpPr>
        <p:spPr>
          <a:xfrm>
            <a:off x="459486"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451D7538-EC5A-3EE7-176F-A58920C50797}"/>
              </a:ext>
            </a:extLst>
          </p:cNvPr>
          <p:cNvSpPr>
            <a:spLocks noGrp="1"/>
          </p:cNvSpPr>
          <p:nvPr>
            <p:ph sz="half" idx="2"/>
          </p:nvPr>
        </p:nvSpPr>
        <p:spPr>
          <a:xfrm>
            <a:off x="46291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CA06041F-4525-44D5-AA4F-332294BF1F56}" type="datetime1">
              <a:rPr lang="en-US" smtClean="0"/>
              <a:t>3/18/2025</a:t>
            </a:fld>
            <a:endParaRPr lang="en-US"/>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‹Nº›</a:t>
            </a:fld>
            <a:endParaRPr lang="en-US"/>
          </a:p>
        </p:txBody>
      </p:sp>
    </p:spTree>
    <p:extLst>
      <p:ext uri="{BB962C8B-B14F-4D97-AF65-F5344CB8AC3E}">
        <p14:creationId xmlns:p14="http://schemas.microsoft.com/office/powerpoint/2010/main" val="318170221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FEE969-634D-6E32-D227-18E9282C6F9E}"/>
              </a:ext>
            </a:extLst>
          </p:cNvPr>
          <p:cNvSpPr>
            <a:spLocks noGrp="1"/>
          </p:cNvSpPr>
          <p:nvPr>
            <p:ph type="title"/>
          </p:nvPr>
        </p:nvSpPr>
        <p:spPr>
          <a:xfrm>
            <a:off x="457200" y="547396"/>
            <a:ext cx="8059341" cy="1143292"/>
          </a:xfrm>
        </p:spPr>
        <p:txBody>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61CD26D4-290A-F0ED-7D62-41EDA6FEC2B9}"/>
              </a:ext>
            </a:extLst>
          </p:cNvPr>
          <p:cNvSpPr>
            <a:spLocks noGrp="1"/>
          </p:cNvSpPr>
          <p:nvPr>
            <p:ph type="body" idx="1"/>
          </p:nvPr>
        </p:nvSpPr>
        <p:spPr>
          <a:xfrm>
            <a:off x="457201" y="1685735"/>
            <a:ext cx="3868340" cy="559834"/>
          </a:xfrm>
        </p:spPr>
        <p:txBody>
          <a:bodyPr anchor="b">
            <a:normAutofit/>
          </a:bodyPr>
          <a:lstStyle>
            <a:lvl1pPr marL="0" indent="0">
              <a:lnSpc>
                <a:spcPct val="90000"/>
              </a:lnSpc>
              <a:buNone/>
              <a:defRPr sz="1500" b="1" cap="all" baseline="0"/>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a:extLst>
              <a:ext uri="{FF2B5EF4-FFF2-40B4-BE49-F238E27FC236}">
                <a16:creationId xmlns:a16="http://schemas.microsoft.com/office/drawing/2014/main" id="{94DA52B0-7419-A946-4523-6D34BCAD26D1}"/>
              </a:ext>
            </a:extLst>
          </p:cNvPr>
          <p:cNvSpPr>
            <a:spLocks noGrp="1"/>
          </p:cNvSpPr>
          <p:nvPr>
            <p:ph sz="half" idx="2"/>
          </p:nvPr>
        </p:nvSpPr>
        <p:spPr>
          <a:xfrm>
            <a:off x="457201" y="2386895"/>
            <a:ext cx="3868340" cy="376508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06536620-C4F3-EEC3-DBF1-05196B1CBB55}"/>
              </a:ext>
            </a:extLst>
          </p:cNvPr>
          <p:cNvSpPr>
            <a:spLocks noGrp="1"/>
          </p:cNvSpPr>
          <p:nvPr>
            <p:ph type="body" sz="quarter" idx="3"/>
          </p:nvPr>
        </p:nvSpPr>
        <p:spPr>
          <a:xfrm>
            <a:off x="4629150" y="1685735"/>
            <a:ext cx="3887391" cy="559834"/>
          </a:xfrm>
        </p:spPr>
        <p:txBody>
          <a:bodyPr anchor="b">
            <a:normAutofit/>
          </a:bodyPr>
          <a:lstStyle>
            <a:lvl1pPr marL="0" indent="0">
              <a:lnSpc>
                <a:spcPct val="90000"/>
              </a:lnSpc>
              <a:buNone/>
              <a:defRPr sz="1500" b="1" cap="all" baseline="0"/>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a:extLst>
              <a:ext uri="{FF2B5EF4-FFF2-40B4-BE49-F238E27FC236}">
                <a16:creationId xmlns:a16="http://schemas.microsoft.com/office/drawing/2014/main" id="{33BAE980-E611-98B5-04E9-DE4584B0E33F}"/>
              </a:ext>
            </a:extLst>
          </p:cNvPr>
          <p:cNvSpPr>
            <a:spLocks noGrp="1"/>
          </p:cNvSpPr>
          <p:nvPr>
            <p:ph sz="quarter" idx="4"/>
          </p:nvPr>
        </p:nvSpPr>
        <p:spPr>
          <a:xfrm>
            <a:off x="4629150" y="2386895"/>
            <a:ext cx="3887392" cy="376508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4E3B3581-658A-8487-F9CB-E79F2BFF27E4}"/>
              </a:ext>
            </a:extLst>
          </p:cNvPr>
          <p:cNvSpPr>
            <a:spLocks noGrp="1"/>
          </p:cNvSpPr>
          <p:nvPr>
            <p:ph type="dt" sz="half" idx="10"/>
          </p:nvPr>
        </p:nvSpPr>
        <p:spPr/>
        <p:txBody>
          <a:bodyPr/>
          <a:lstStyle/>
          <a:p>
            <a:fld id="{F9557091-BBDF-4EB9-BA6B-2BB67AC4FC0F}" type="datetime1">
              <a:rPr lang="en-US" smtClean="0"/>
              <a:t>3/18/2025</a:t>
            </a:fld>
            <a:endParaRPr lang="en-US"/>
          </a:p>
        </p:txBody>
      </p:sp>
      <p:sp>
        <p:nvSpPr>
          <p:cNvPr id="8" name="Footer Placeholder 7">
            <a:extLst>
              <a:ext uri="{FF2B5EF4-FFF2-40B4-BE49-F238E27FC236}">
                <a16:creationId xmlns:a16="http://schemas.microsoft.com/office/drawing/2014/main" id="{949D76D8-9033-26CF-BF4C-AECCC685C177}"/>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E02A06B8-CC1D-542F-D8EB-7625046B91D2}"/>
              </a:ext>
            </a:extLst>
          </p:cNvPr>
          <p:cNvSpPr>
            <a:spLocks noGrp="1"/>
          </p:cNvSpPr>
          <p:nvPr>
            <p:ph type="sldNum" sz="quarter" idx="12"/>
          </p:nvPr>
        </p:nvSpPr>
        <p:spPr/>
        <p:txBody>
          <a:bodyPr/>
          <a:lstStyle/>
          <a:p>
            <a:fld id="{CC057153-B650-4DEB-B370-79DDCFDCE934}" type="slidenum">
              <a:rPr lang="en-US" smtClean="0"/>
              <a:t>‹Nº›</a:t>
            </a:fld>
            <a:endParaRPr lang="en-US"/>
          </a:p>
        </p:txBody>
      </p:sp>
    </p:spTree>
    <p:extLst>
      <p:ext uri="{BB962C8B-B14F-4D97-AF65-F5344CB8AC3E}">
        <p14:creationId xmlns:p14="http://schemas.microsoft.com/office/powerpoint/2010/main" val="394015384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6A9F42-7FF7-F803-C075-BC4968D35E34}"/>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E89E8268-7232-2944-F1BD-399F9419B563}"/>
              </a:ext>
            </a:extLst>
          </p:cNvPr>
          <p:cNvSpPr>
            <a:spLocks noGrp="1"/>
          </p:cNvSpPr>
          <p:nvPr>
            <p:ph type="dt" sz="half" idx="10"/>
          </p:nvPr>
        </p:nvSpPr>
        <p:spPr/>
        <p:txBody>
          <a:bodyPr/>
          <a:lstStyle/>
          <a:p>
            <a:fld id="{2D6B226B-77A6-410C-9796-083F278E0125}" type="datetime1">
              <a:rPr lang="en-US" smtClean="0"/>
              <a:t>3/18/2025</a:t>
            </a:fld>
            <a:endParaRPr lang="en-US"/>
          </a:p>
        </p:txBody>
      </p:sp>
      <p:sp>
        <p:nvSpPr>
          <p:cNvPr id="4" name="Footer Placeholder 3">
            <a:extLst>
              <a:ext uri="{FF2B5EF4-FFF2-40B4-BE49-F238E27FC236}">
                <a16:creationId xmlns:a16="http://schemas.microsoft.com/office/drawing/2014/main" id="{6B968DDD-323F-89A1-84E3-DDBA626D9386}"/>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98FBDC76-671D-1671-DCE2-D5658BD40E29}"/>
              </a:ext>
            </a:extLst>
          </p:cNvPr>
          <p:cNvSpPr>
            <a:spLocks noGrp="1"/>
          </p:cNvSpPr>
          <p:nvPr>
            <p:ph type="sldNum" sz="quarter" idx="12"/>
          </p:nvPr>
        </p:nvSpPr>
        <p:spPr/>
        <p:txBody>
          <a:bodyPr/>
          <a:lstStyle/>
          <a:p>
            <a:fld id="{CC057153-B650-4DEB-B370-79DDCFDCE934}" type="slidenum">
              <a:rPr lang="en-US" smtClean="0"/>
              <a:t>‹Nº›</a:t>
            </a:fld>
            <a:endParaRPr lang="en-US"/>
          </a:p>
        </p:txBody>
      </p:sp>
    </p:spTree>
    <p:extLst>
      <p:ext uri="{BB962C8B-B14F-4D97-AF65-F5344CB8AC3E}">
        <p14:creationId xmlns:p14="http://schemas.microsoft.com/office/powerpoint/2010/main" val="409631189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9BC4D82-0182-501C-9231-46767680476E}"/>
              </a:ext>
            </a:extLst>
          </p:cNvPr>
          <p:cNvSpPr>
            <a:spLocks noGrp="1"/>
          </p:cNvSpPr>
          <p:nvPr>
            <p:ph type="dt" sz="half" idx="10"/>
          </p:nvPr>
        </p:nvSpPr>
        <p:spPr/>
        <p:txBody>
          <a:bodyPr/>
          <a:lstStyle/>
          <a:p>
            <a:fld id="{A23A578B-D289-4C40-8593-3D356C49DA58}" type="datetime1">
              <a:rPr lang="en-US" smtClean="0"/>
              <a:t>3/18/2025</a:t>
            </a:fld>
            <a:endParaRPr lang="en-US"/>
          </a:p>
        </p:txBody>
      </p:sp>
      <p:sp>
        <p:nvSpPr>
          <p:cNvPr id="3" name="Footer Placeholder 2">
            <a:extLst>
              <a:ext uri="{FF2B5EF4-FFF2-40B4-BE49-F238E27FC236}">
                <a16:creationId xmlns:a16="http://schemas.microsoft.com/office/drawing/2014/main" id="{10EAA6C9-A7F3-19F1-D17C-A1D83FAF553F}"/>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34EBB816-1B94-116F-92D4-6043AE9E0C6B}"/>
              </a:ext>
            </a:extLst>
          </p:cNvPr>
          <p:cNvSpPr>
            <a:spLocks noGrp="1"/>
          </p:cNvSpPr>
          <p:nvPr>
            <p:ph type="sldNum" sz="quarter" idx="12"/>
          </p:nvPr>
        </p:nvSpPr>
        <p:spPr/>
        <p:txBody>
          <a:bodyPr/>
          <a:lstStyle/>
          <a:p>
            <a:fld id="{CC057153-B650-4DEB-B370-79DDCFDCE934}" type="slidenum">
              <a:rPr lang="en-US" smtClean="0"/>
              <a:t>‹Nº›</a:t>
            </a:fld>
            <a:endParaRPr lang="en-US"/>
          </a:p>
        </p:txBody>
      </p:sp>
    </p:spTree>
    <p:extLst>
      <p:ext uri="{BB962C8B-B14F-4D97-AF65-F5344CB8AC3E}">
        <p14:creationId xmlns:p14="http://schemas.microsoft.com/office/powerpoint/2010/main" val="374489012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50C37F-77BE-E128-4248-D001C39E79C6}"/>
              </a:ext>
            </a:extLst>
          </p:cNvPr>
          <p:cNvSpPr>
            <a:spLocks noGrp="1"/>
          </p:cNvSpPr>
          <p:nvPr>
            <p:ph type="title"/>
          </p:nvPr>
        </p:nvSpPr>
        <p:spPr>
          <a:xfrm>
            <a:off x="447870" y="553617"/>
            <a:ext cx="2696726" cy="1757505"/>
          </a:xfrm>
        </p:spPr>
        <p:txBody>
          <a:bodyPr anchor="t">
            <a:normAutofit/>
          </a:bodyPr>
          <a:lstStyle>
            <a:lvl1pPr>
              <a:defRPr sz="21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2F3B20A8-A604-C977-02C0-083BA8663484}"/>
              </a:ext>
            </a:extLst>
          </p:cNvPr>
          <p:cNvSpPr>
            <a:spLocks noGrp="1"/>
          </p:cNvSpPr>
          <p:nvPr>
            <p:ph idx="1"/>
          </p:nvPr>
        </p:nvSpPr>
        <p:spPr>
          <a:xfrm>
            <a:off x="3851031" y="553616"/>
            <a:ext cx="4709806" cy="5486400"/>
          </a:xfrm>
        </p:spPr>
        <p:txBody>
          <a:bodyPr>
            <a:normAutofit/>
          </a:bodyPr>
          <a:lstStyle>
            <a:lvl1pPr>
              <a:defRPr sz="2100"/>
            </a:lvl1pPr>
            <a:lvl2pPr>
              <a:defRPr sz="1800"/>
            </a:lvl2pPr>
            <a:lvl3pPr>
              <a:defRPr sz="1500"/>
            </a:lvl3pPr>
            <a:lvl4pPr>
              <a:defRPr sz="1350"/>
            </a:lvl4pPr>
            <a:lvl5pPr>
              <a:defRPr sz="135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a:extLst>
              <a:ext uri="{FF2B5EF4-FFF2-40B4-BE49-F238E27FC236}">
                <a16:creationId xmlns:a16="http://schemas.microsoft.com/office/drawing/2014/main" id="{EC0EEBFB-2026-6A35-33ED-F008376B67A0}"/>
              </a:ext>
            </a:extLst>
          </p:cNvPr>
          <p:cNvSpPr>
            <a:spLocks noGrp="1"/>
          </p:cNvSpPr>
          <p:nvPr>
            <p:ph type="body" sz="half" idx="2"/>
          </p:nvPr>
        </p:nvSpPr>
        <p:spPr>
          <a:xfrm>
            <a:off x="447870" y="2311122"/>
            <a:ext cx="2696726" cy="3728895"/>
          </a:xfrm>
        </p:spPr>
        <p:txBody>
          <a:bodyPr anchor="t">
            <a:normAutofit/>
          </a:bodyPr>
          <a:lstStyle>
            <a:lvl1pPr marL="0" indent="0">
              <a:buNone/>
              <a:defRPr sz="135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a:extLst>
              <a:ext uri="{FF2B5EF4-FFF2-40B4-BE49-F238E27FC236}">
                <a16:creationId xmlns:a16="http://schemas.microsoft.com/office/drawing/2014/main" id="{93F05638-7A56-469A-825A-1DFA600254C8}"/>
              </a:ext>
            </a:extLst>
          </p:cNvPr>
          <p:cNvSpPr>
            <a:spLocks noGrp="1"/>
          </p:cNvSpPr>
          <p:nvPr>
            <p:ph type="dt" sz="half" idx="10"/>
          </p:nvPr>
        </p:nvSpPr>
        <p:spPr/>
        <p:txBody>
          <a:bodyPr/>
          <a:lstStyle/>
          <a:p>
            <a:fld id="{713DFAE3-14DB-48A7-A80F-80DDB072CE3D}" type="datetime1">
              <a:rPr lang="en-US" smtClean="0"/>
              <a:t>3/18/2025</a:t>
            </a:fld>
            <a:endParaRPr lang="en-US"/>
          </a:p>
        </p:txBody>
      </p:sp>
      <p:sp>
        <p:nvSpPr>
          <p:cNvPr id="6" name="Footer Placeholder 5">
            <a:extLst>
              <a:ext uri="{FF2B5EF4-FFF2-40B4-BE49-F238E27FC236}">
                <a16:creationId xmlns:a16="http://schemas.microsoft.com/office/drawing/2014/main" id="{9C85A215-184B-2105-0279-ED02F6445831}"/>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32C7CA46-892B-253A-3A28-7414E17B837B}"/>
              </a:ext>
            </a:extLst>
          </p:cNvPr>
          <p:cNvSpPr>
            <a:spLocks noGrp="1"/>
          </p:cNvSpPr>
          <p:nvPr>
            <p:ph type="sldNum" sz="quarter" idx="12"/>
          </p:nvPr>
        </p:nvSpPr>
        <p:spPr/>
        <p:txBody>
          <a:bodyPr/>
          <a:lstStyle/>
          <a:p>
            <a:fld id="{CC057153-B650-4DEB-B370-79DDCFDCE934}" type="slidenum">
              <a:rPr lang="en-US" smtClean="0"/>
              <a:t>‹Nº›</a:t>
            </a:fld>
            <a:endParaRPr lang="en-US"/>
          </a:p>
        </p:txBody>
      </p:sp>
    </p:spTree>
    <p:extLst>
      <p:ext uri="{BB962C8B-B14F-4D97-AF65-F5344CB8AC3E}">
        <p14:creationId xmlns:p14="http://schemas.microsoft.com/office/powerpoint/2010/main" val="56354363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B06A09-98CF-FAC2-3708-AECC4360C651}"/>
              </a:ext>
            </a:extLst>
          </p:cNvPr>
          <p:cNvSpPr>
            <a:spLocks noGrp="1"/>
          </p:cNvSpPr>
          <p:nvPr>
            <p:ph type="title"/>
          </p:nvPr>
        </p:nvSpPr>
        <p:spPr>
          <a:xfrm>
            <a:off x="445770" y="557785"/>
            <a:ext cx="2696726" cy="2212313"/>
          </a:xfrm>
        </p:spPr>
        <p:txBody>
          <a:bodyPr anchor="t">
            <a:normAutofit/>
          </a:bodyPr>
          <a:lstStyle>
            <a:lvl1pPr>
              <a:defRPr sz="2100"/>
            </a:lvl1pPr>
          </a:lstStyle>
          <a:p>
            <a:r>
              <a:rPr lang="en-US"/>
              <a:t>Click to edit Master title style</a:t>
            </a:r>
            <a:endParaRPr lang="en-US" dirty="0"/>
          </a:p>
        </p:txBody>
      </p:sp>
      <p:sp>
        <p:nvSpPr>
          <p:cNvPr id="3" name="Picture Placeholder 2">
            <a:extLst>
              <a:ext uri="{FF2B5EF4-FFF2-40B4-BE49-F238E27FC236}">
                <a16:creationId xmlns:a16="http://schemas.microsoft.com/office/drawing/2014/main" id="{9571C769-CEC8-962A-01E6-15B0E056791E}"/>
              </a:ext>
            </a:extLst>
          </p:cNvPr>
          <p:cNvSpPr>
            <a:spLocks noGrp="1"/>
          </p:cNvSpPr>
          <p:nvPr>
            <p:ph type="pic" idx="1"/>
          </p:nvPr>
        </p:nvSpPr>
        <p:spPr>
          <a:xfrm>
            <a:off x="3797490" y="657103"/>
            <a:ext cx="4862765" cy="5555904"/>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a:t>Click icon to add picture</a:t>
            </a:r>
          </a:p>
        </p:txBody>
      </p:sp>
      <p:sp>
        <p:nvSpPr>
          <p:cNvPr id="4" name="Text Placeholder 3">
            <a:extLst>
              <a:ext uri="{FF2B5EF4-FFF2-40B4-BE49-F238E27FC236}">
                <a16:creationId xmlns:a16="http://schemas.microsoft.com/office/drawing/2014/main" id="{F32C4A61-EF2A-C5A5-B150-4448600B3937}"/>
              </a:ext>
            </a:extLst>
          </p:cNvPr>
          <p:cNvSpPr>
            <a:spLocks noGrp="1"/>
          </p:cNvSpPr>
          <p:nvPr>
            <p:ph type="body" sz="half" idx="2"/>
          </p:nvPr>
        </p:nvSpPr>
        <p:spPr>
          <a:xfrm>
            <a:off x="457201" y="2826137"/>
            <a:ext cx="2689190" cy="3434638"/>
          </a:xfrm>
        </p:spPr>
        <p:txBody>
          <a:bodyPr anchor="b"/>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a:extLst>
              <a:ext uri="{FF2B5EF4-FFF2-40B4-BE49-F238E27FC236}">
                <a16:creationId xmlns:a16="http://schemas.microsoft.com/office/drawing/2014/main" id="{920B235E-39C7-4C78-20EF-DB48ECD9CB90}"/>
              </a:ext>
            </a:extLst>
          </p:cNvPr>
          <p:cNvSpPr>
            <a:spLocks noGrp="1"/>
          </p:cNvSpPr>
          <p:nvPr>
            <p:ph type="dt" sz="half" idx="10"/>
          </p:nvPr>
        </p:nvSpPr>
        <p:spPr/>
        <p:txBody>
          <a:bodyPr/>
          <a:lstStyle/>
          <a:p>
            <a:fld id="{92C5EAEF-6478-4102-8F5D-A5FE9FC97ACB}" type="datetime1">
              <a:rPr lang="en-US" smtClean="0"/>
              <a:t>3/18/2025</a:t>
            </a:fld>
            <a:endParaRPr lang="en-US"/>
          </a:p>
        </p:txBody>
      </p:sp>
      <p:sp>
        <p:nvSpPr>
          <p:cNvPr id="6" name="Footer Placeholder 5">
            <a:extLst>
              <a:ext uri="{FF2B5EF4-FFF2-40B4-BE49-F238E27FC236}">
                <a16:creationId xmlns:a16="http://schemas.microsoft.com/office/drawing/2014/main" id="{7FDC75DA-9A78-9AB9-7171-95A08CC51C56}"/>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5EFE1A03-DCCB-53C7-DBFE-2AD55C90591B}"/>
              </a:ext>
            </a:extLst>
          </p:cNvPr>
          <p:cNvSpPr>
            <a:spLocks noGrp="1"/>
          </p:cNvSpPr>
          <p:nvPr>
            <p:ph type="sldNum" sz="quarter" idx="12"/>
          </p:nvPr>
        </p:nvSpPr>
        <p:spPr/>
        <p:txBody>
          <a:bodyPr/>
          <a:lstStyle/>
          <a:p>
            <a:fld id="{CC057153-B650-4DEB-B370-79DDCFDCE934}" type="slidenum">
              <a:rPr lang="en-US" smtClean="0"/>
              <a:t>‹Nº›</a:t>
            </a:fld>
            <a:endParaRPr lang="en-US"/>
          </a:p>
        </p:txBody>
      </p:sp>
    </p:spTree>
    <p:extLst>
      <p:ext uri="{BB962C8B-B14F-4D97-AF65-F5344CB8AC3E}">
        <p14:creationId xmlns:p14="http://schemas.microsoft.com/office/powerpoint/2010/main" val="1408207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4E956D-CB73-C986-F100-46487310D11E}"/>
              </a:ext>
            </a:extLst>
          </p:cNvPr>
          <p:cNvSpPr>
            <a:spLocks noGrp="1"/>
          </p:cNvSpPr>
          <p:nvPr>
            <p:ph type="title"/>
          </p:nvPr>
        </p:nvSpPr>
        <p:spPr>
          <a:xfrm>
            <a:off x="459486" y="548640"/>
            <a:ext cx="7886700" cy="1132258"/>
          </a:xfrm>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FE423E6A-A07C-BF0D-EA30-9A8A854E48F1}"/>
              </a:ext>
            </a:extLst>
          </p:cNvPr>
          <p:cNvSpPr>
            <a:spLocks noGrp="1"/>
          </p:cNvSpPr>
          <p:nvPr>
            <p:ph type="body" orient="vert" idx="1"/>
          </p:nvPr>
        </p:nvSpPr>
        <p:spPr>
          <a:xfrm>
            <a:off x="459486" y="1680899"/>
            <a:ext cx="7886700" cy="449606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EDC9908-8F95-8DFC-72CC-158552B56735}"/>
              </a:ext>
            </a:extLst>
          </p:cNvPr>
          <p:cNvSpPr>
            <a:spLocks noGrp="1"/>
          </p:cNvSpPr>
          <p:nvPr>
            <p:ph type="dt" sz="half" idx="10"/>
          </p:nvPr>
        </p:nvSpPr>
        <p:spPr/>
        <p:txBody>
          <a:bodyPr/>
          <a:lstStyle/>
          <a:p>
            <a:fld id="{7104EDB3-C0E8-45F8-9E1D-1B6C8D1880C0}" type="datetime1">
              <a:rPr lang="en-US" smtClean="0"/>
              <a:t>3/18/2025</a:t>
            </a:fld>
            <a:endParaRPr lang="en-US"/>
          </a:p>
        </p:txBody>
      </p:sp>
      <p:sp>
        <p:nvSpPr>
          <p:cNvPr id="5" name="Footer Placeholder 4">
            <a:extLst>
              <a:ext uri="{FF2B5EF4-FFF2-40B4-BE49-F238E27FC236}">
                <a16:creationId xmlns:a16="http://schemas.microsoft.com/office/drawing/2014/main" id="{2C26C9BE-9060-50CB-2BB7-07307FF89A7A}"/>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A84A835B-97D3-BC22-F0B8-4986D4636271}"/>
              </a:ext>
            </a:extLst>
          </p:cNvPr>
          <p:cNvSpPr>
            <a:spLocks noGrp="1"/>
          </p:cNvSpPr>
          <p:nvPr>
            <p:ph type="sldNum" sz="quarter" idx="12"/>
          </p:nvPr>
        </p:nvSpPr>
        <p:spPr/>
        <p:txBody>
          <a:bodyPr/>
          <a:lstStyle/>
          <a:p>
            <a:fld id="{CC057153-B650-4DEB-B370-79DDCFDCE934}" type="slidenum">
              <a:rPr lang="en-US" smtClean="0"/>
              <a:t>‹Nº›</a:t>
            </a:fld>
            <a:endParaRPr lang="en-US"/>
          </a:p>
        </p:txBody>
      </p:sp>
    </p:spTree>
    <p:extLst>
      <p:ext uri="{BB962C8B-B14F-4D97-AF65-F5344CB8AC3E}">
        <p14:creationId xmlns:p14="http://schemas.microsoft.com/office/powerpoint/2010/main" val="354486079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85B0252-346C-F6F4-3642-19F571550D45}"/>
              </a:ext>
            </a:extLst>
          </p:cNvPr>
          <p:cNvSpPr>
            <a:spLocks noGrp="1"/>
          </p:cNvSpPr>
          <p:nvPr>
            <p:ph type="title" orient="vert"/>
          </p:nvPr>
        </p:nvSpPr>
        <p:spPr>
          <a:xfrm>
            <a:off x="7226166" y="578497"/>
            <a:ext cx="1535278" cy="5598466"/>
          </a:xfrm>
        </p:spPr>
        <p:txBody>
          <a:bodyPr vert="eaVert"/>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F798DA36-7351-9D6A-518B-678AB8A507D3}"/>
              </a:ext>
            </a:extLst>
          </p:cNvPr>
          <p:cNvSpPr>
            <a:spLocks noGrp="1"/>
          </p:cNvSpPr>
          <p:nvPr>
            <p:ph type="body" orient="vert" idx="1"/>
          </p:nvPr>
        </p:nvSpPr>
        <p:spPr>
          <a:xfrm>
            <a:off x="628650" y="578498"/>
            <a:ext cx="6597516" cy="559846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8846BDFF-D746-836C-04B8-CA89AD5D1466}"/>
              </a:ext>
            </a:extLst>
          </p:cNvPr>
          <p:cNvSpPr>
            <a:spLocks noGrp="1"/>
          </p:cNvSpPr>
          <p:nvPr>
            <p:ph type="dt" sz="half" idx="10"/>
          </p:nvPr>
        </p:nvSpPr>
        <p:spPr/>
        <p:txBody>
          <a:bodyPr/>
          <a:lstStyle/>
          <a:p>
            <a:fld id="{9CF0EC4B-54ED-4041-B552-9BA760FA3DBA}" type="datetime1">
              <a:rPr lang="en-US" smtClean="0"/>
              <a:t>3/18/2025</a:t>
            </a:fld>
            <a:endParaRPr lang="en-US"/>
          </a:p>
        </p:txBody>
      </p:sp>
      <p:sp>
        <p:nvSpPr>
          <p:cNvPr id="5" name="Footer Placeholder 4">
            <a:extLst>
              <a:ext uri="{FF2B5EF4-FFF2-40B4-BE49-F238E27FC236}">
                <a16:creationId xmlns:a16="http://schemas.microsoft.com/office/drawing/2014/main" id="{919AA929-A9E6-FF9C-0C59-177F892D6A69}"/>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9316D893-7E81-90DC-4139-7687B39C3AC8}"/>
              </a:ext>
            </a:extLst>
          </p:cNvPr>
          <p:cNvSpPr>
            <a:spLocks noGrp="1"/>
          </p:cNvSpPr>
          <p:nvPr>
            <p:ph type="sldNum" sz="quarter" idx="12"/>
          </p:nvPr>
        </p:nvSpPr>
        <p:spPr/>
        <p:txBody>
          <a:bodyPr/>
          <a:lstStyle/>
          <a:p>
            <a:fld id="{CC057153-B650-4DEB-B370-79DDCFDCE934}" type="slidenum">
              <a:rPr lang="en-US" smtClean="0"/>
              <a:t>‹Nº›</a:t>
            </a:fld>
            <a:endParaRPr lang="en-US"/>
          </a:p>
        </p:txBody>
      </p:sp>
    </p:spTree>
    <p:extLst>
      <p:ext uri="{BB962C8B-B14F-4D97-AF65-F5344CB8AC3E}">
        <p14:creationId xmlns:p14="http://schemas.microsoft.com/office/powerpoint/2010/main" val="178885192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75BFB69-9245-EC58-F1DE-FEB625BD336A}"/>
              </a:ext>
            </a:extLst>
          </p:cNvPr>
          <p:cNvSpPr>
            <a:spLocks noGrp="1"/>
          </p:cNvSpPr>
          <p:nvPr>
            <p:ph type="title"/>
          </p:nvPr>
        </p:nvSpPr>
        <p:spPr>
          <a:xfrm>
            <a:off x="459486" y="548640"/>
            <a:ext cx="7990184" cy="1132258"/>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5516AFD5-5144-C460-0CA4-644BC4A93C02}"/>
              </a:ext>
            </a:extLst>
          </p:cNvPr>
          <p:cNvSpPr>
            <a:spLocks noGrp="1"/>
          </p:cNvSpPr>
          <p:nvPr>
            <p:ph type="body" idx="1"/>
          </p:nvPr>
        </p:nvSpPr>
        <p:spPr>
          <a:xfrm>
            <a:off x="459486" y="1715532"/>
            <a:ext cx="7990184" cy="459382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3995753E-AF8A-7E04-8A1A-205B755A0215}"/>
              </a:ext>
            </a:extLst>
          </p:cNvPr>
          <p:cNvSpPr>
            <a:spLocks noGrp="1"/>
          </p:cNvSpPr>
          <p:nvPr>
            <p:ph type="dt" sz="half" idx="2"/>
          </p:nvPr>
        </p:nvSpPr>
        <p:spPr>
          <a:xfrm>
            <a:off x="102870" y="6453003"/>
            <a:ext cx="2620736" cy="365125"/>
          </a:xfrm>
          <a:prstGeom prst="rect">
            <a:avLst/>
          </a:prstGeom>
        </p:spPr>
        <p:txBody>
          <a:bodyPr vert="horz" lIns="91440" tIns="45720" rIns="91440" bIns="45720" rtlCol="0" anchor="ctr"/>
          <a:lstStyle>
            <a:lvl1pPr algn="l">
              <a:defRPr sz="675">
                <a:solidFill>
                  <a:schemeClr val="tx1"/>
                </a:solidFill>
              </a:defRPr>
            </a:lvl1pPr>
          </a:lstStyle>
          <a:p>
            <a:fld id="{67F45AC6-C491-4585-A584-9CE2AF7D5500}" type="datetime1">
              <a:rPr lang="en-US" smtClean="0"/>
              <a:t>3/18/2025</a:t>
            </a:fld>
            <a:endParaRPr lang="en-US"/>
          </a:p>
        </p:txBody>
      </p:sp>
      <p:sp>
        <p:nvSpPr>
          <p:cNvPr id="5" name="Footer Placeholder 4">
            <a:extLst>
              <a:ext uri="{FF2B5EF4-FFF2-40B4-BE49-F238E27FC236}">
                <a16:creationId xmlns:a16="http://schemas.microsoft.com/office/drawing/2014/main" id="{D4E1B7C8-DA74-800B-EE14-A39E9DB32DE4}"/>
              </a:ext>
            </a:extLst>
          </p:cNvPr>
          <p:cNvSpPr>
            <a:spLocks noGrp="1"/>
          </p:cNvSpPr>
          <p:nvPr>
            <p:ph type="ftr" sz="quarter" idx="3"/>
          </p:nvPr>
        </p:nvSpPr>
        <p:spPr>
          <a:xfrm>
            <a:off x="6657391" y="6453003"/>
            <a:ext cx="2104054" cy="365125"/>
          </a:xfrm>
          <a:prstGeom prst="rect">
            <a:avLst/>
          </a:prstGeom>
        </p:spPr>
        <p:txBody>
          <a:bodyPr vert="horz" lIns="91440" tIns="45720" rIns="91440" bIns="45720" rtlCol="0" anchor="ctr"/>
          <a:lstStyle>
            <a:lvl1pPr algn="r">
              <a:defRPr sz="675">
                <a:solidFill>
                  <a:schemeClr val="tx1"/>
                </a:solidFill>
              </a:defRPr>
            </a:lvl1pPr>
          </a:lstStyle>
          <a:p>
            <a:endParaRPr lang="en-US" dirty="0"/>
          </a:p>
        </p:txBody>
      </p:sp>
      <p:sp>
        <p:nvSpPr>
          <p:cNvPr id="6" name="Slide Number Placeholder 5">
            <a:extLst>
              <a:ext uri="{FF2B5EF4-FFF2-40B4-BE49-F238E27FC236}">
                <a16:creationId xmlns:a16="http://schemas.microsoft.com/office/drawing/2014/main" id="{7AC1647D-0DF0-CA1B-F723-EF7B8F508DB7}"/>
              </a:ext>
            </a:extLst>
          </p:cNvPr>
          <p:cNvSpPr>
            <a:spLocks noGrp="1"/>
          </p:cNvSpPr>
          <p:nvPr>
            <p:ph type="sldNum" sz="quarter" idx="4"/>
          </p:nvPr>
        </p:nvSpPr>
        <p:spPr>
          <a:xfrm>
            <a:off x="8724122" y="6453003"/>
            <a:ext cx="321905" cy="365125"/>
          </a:xfrm>
          <a:prstGeom prst="rect">
            <a:avLst/>
          </a:prstGeom>
        </p:spPr>
        <p:txBody>
          <a:bodyPr vert="horz" lIns="91440" tIns="45720" rIns="91440" bIns="45720" rtlCol="0" anchor="ctr"/>
          <a:lstStyle>
            <a:lvl1pPr algn="r">
              <a:defRPr sz="675">
                <a:solidFill>
                  <a:schemeClr val="tx1"/>
                </a:solidFill>
              </a:defRPr>
            </a:lvl1pPr>
          </a:lstStyle>
          <a:p>
            <a:fld id="{CC057153-B650-4DEB-B370-79DDCFDCE934}" type="slidenum">
              <a:rPr lang="en-US" smtClean="0"/>
              <a:t>‹Nº›</a:t>
            </a:fld>
            <a:endParaRPr lang="en-US"/>
          </a:p>
        </p:txBody>
      </p:sp>
    </p:spTree>
    <p:extLst>
      <p:ext uri="{BB962C8B-B14F-4D97-AF65-F5344CB8AC3E}">
        <p14:creationId xmlns:p14="http://schemas.microsoft.com/office/powerpoint/2010/main" val="782547269"/>
      </p:ext>
    </p:extLst>
  </p:cSld>
  <p:clrMap bg1="lt1" tx1="dk1" bg2="lt2" tx2="dk2" accent1="accent1" accent2="accent2" accent3="accent3" accent4="accent4" accent5="accent5" accent6="accent6" hlink="hlink" folHlink="folHlink"/>
  <p:sldLayoutIdLst>
    <p:sldLayoutId id="2147483716" r:id="rId1"/>
    <p:sldLayoutId id="2147483717" r:id="rId2"/>
    <p:sldLayoutId id="2147483718" r:id="rId3"/>
    <p:sldLayoutId id="2147483719" r:id="rId4"/>
    <p:sldLayoutId id="2147483720" r:id="rId5"/>
    <p:sldLayoutId id="2147483714" r:id="rId6"/>
    <p:sldLayoutId id="2147483710" r:id="rId7"/>
    <p:sldLayoutId id="2147483711" r:id="rId8"/>
    <p:sldLayoutId id="2147483712" r:id="rId9"/>
    <p:sldLayoutId id="2147483713" r:id="rId10"/>
    <p:sldLayoutId id="2147483715" r:id="rId11"/>
  </p:sldLayoutIdLst>
  <p:hf sldNum="0" hdr="0" ftr="0" dt="0"/>
  <p:txStyles>
    <p:titleStyle>
      <a:lvl1pPr algn="l" defTabSz="685800" rtl="0" eaLnBrk="1" latinLnBrk="0" hangingPunct="1">
        <a:lnSpc>
          <a:spcPct val="90000"/>
        </a:lnSpc>
        <a:spcBef>
          <a:spcPct val="0"/>
        </a:spcBef>
        <a:buNone/>
        <a:defRPr sz="2700" b="1" kern="1200">
          <a:solidFill>
            <a:schemeClr val="tx1"/>
          </a:solidFill>
          <a:latin typeface="+mj-lt"/>
          <a:ea typeface="+mj-ea"/>
          <a:cs typeface="+mj-cs"/>
        </a:defRPr>
      </a:lvl1pPr>
    </p:titleStyle>
    <p:bodyStyle>
      <a:lvl1pPr marL="171450" indent="-171450" algn="l" defTabSz="685800" rtl="0" eaLnBrk="1" latinLnBrk="0" hangingPunct="1">
        <a:lnSpc>
          <a:spcPct val="120000"/>
        </a:lnSpc>
        <a:spcBef>
          <a:spcPts val="750"/>
        </a:spcBef>
        <a:buFont typeface="Arial" panose="020B0604020202020204" pitchFamily="34" charset="0"/>
        <a:buChar char="•"/>
        <a:defRPr sz="1500" kern="1200">
          <a:solidFill>
            <a:schemeClr val="tx1"/>
          </a:solidFill>
          <a:latin typeface="+mn-lt"/>
          <a:ea typeface="+mn-ea"/>
          <a:cs typeface="+mn-cs"/>
        </a:defRPr>
      </a:lvl1pPr>
      <a:lvl2pPr marL="342900" indent="-171450" algn="l" defTabSz="685800" rtl="0" eaLnBrk="1" latinLnBrk="0" hangingPunct="1">
        <a:lnSpc>
          <a:spcPct val="120000"/>
        </a:lnSpc>
        <a:spcBef>
          <a:spcPts val="375"/>
        </a:spcBef>
        <a:buFont typeface="Arial" panose="020B0604020202020204" pitchFamily="34" charset="0"/>
        <a:buChar char="•"/>
        <a:defRPr sz="1350" kern="1200">
          <a:solidFill>
            <a:schemeClr val="tx1"/>
          </a:solidFill>
          <a:latin typeface="+mn-lt"/>
          <a:ea typeface="+mn-ea"/>
          <a:cs typeface="+mn-cs"/>
        </a:defRPr>
      </a:lvl2pPr>
      <a:lvl3pPr marL="514350" indent="-171450" algn="l" defTabSz="685800" rtl="0" eaLnBrk="1" latinLnBrk="0" hangingPunct="1">
        <a:lnSpc>
          <a:spcPct val="120000"/>
        </a:lnSpc>
        <a:spcBef>
          <a:spcPts val="375"/>
        </a:spcBef>
        <a:buFont typeface="Arial" panose="020B0604020202020204" pitchFamily="34" charset="0"/>
        <a:buChar char="•"/>
        <a:defRPr sz="1200" kern="1200">
          <a:solidFill>
            <a:schemeClr val="tx1"/>
          </a:solidFill>
          <a:latin typeface="+mn-lt"/>
          <a:ea typeface="+mn-ea"/>
          <a:cs typeface="+mn-cs"/>
        </a:defRPr>
      </a:lvl3pPr>
      <a:lvl4pPr marL="685800" indent="-171450" algn="l" defTabSz="685800" rtl="0" eaLnBrk="1" latinLnBrk="0" hangingPunct="1">
        <a:lnSpc>
          <a:spcPct val="120000"/>
        </a:lnSpc>
        <a:spcBef>
          <a:spcPts val="375"/>
        </a:spcBef>
        <a:buFont typeface="Arial" panose="020B0604020202020204" pitchFamily="34" charset="0"/>
        <a:buChar char="•"/>
        <a:defRPr sz="1050" kern="1200">
          <a:solidFill>
            <a:schemeClr val="tx1"/>
          </a:solidFill>
          <a:latin typeface="+mn-lt"/>
          <a:ea typeface="+mn-ea"/>
          <a:cs typeface="+mn-cs"/>
        </a:defRPr>
      </a:lvl4pPr>
      <a:lvl5pPr marL="857250" indent="-171450" algn="l" defTabSz="685800" rtl="0" eaLnBrk="1" latinLnBrk="0" hangingPunct="1">
        <a:lnSpc>
          <a:spcPct val="120000"/>
        </a:lnSpc>
        <a:spcBef>
          <a:spcPts val="375"/>
        </a:spcBef>
        <a:buFont typeface="Arial" panose="020B0604020202020204" pitchFamily="34" charset="0"/>
        <a:buChar char="•"/>
        <a:defRPr sz="9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s>
</file>

<file path=ppt/slides/_rels/slide5.xml.rels><?xml version="1.0" encoding="UTF-8" standalone="yes"?>
<Relationships xmlns="http://schemas.openxmlformats.org/package/2006/relationships"><Relationship Id="rId8" Type="http://schemas.openxmlformats.org/officeDocument/2006/relationships/image" Target="../media/image17.png"/><Relationship Id="rId3" Type="http://schemas.openxmlformats.org/officeDocument/2006/relationships/image" Target="../media/image13.png"/><Relationship Id="rId7" Type="http://schemas.openxmlformats.org/officeDocument/2006/relationships/image" Target="../media/image16.png"/><Relationship Id="rId12" Type="http://schemas.openxmlformats.org/officeDocument/2006/relationships/image" Target="../media/image21.png"/><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15.png"/><Relationship Id="rId11" Type="http://schemas.openxmlformats.org/officeDocument/2006/relationships/image" Target="../media/image20.png"/><Relationship Id="rId5" Type="http://schemas.openxmlformats.org/officeDocument/2006/relationships/image" Target="../media/image14.png"/><Relationship Id="rId10" Type="http://schemas.openxmlformats.org/officeDocument/2006/relationships/image" Target="../media/image19.png"/><Relationship Id="rId4" Type="http://schemas.openxmlformats.org/officeDocument/2006/relationships/image" Target="../media/image130.png"/><Relationship Id="rId9" Type="http://schemas.openxmlformats.org/officeDocument/2006/relationships/image" Target="../media/image18.png"/></Relationships>
</file>

<file path=ppt/slides/_rels/slide6.xml.rels><?xml version="1.0" encoding="UTF-8" standalone="yes"?>
<Relationships xmlns="http://schemas.openxmlformats.org/package/2006/relationships"><Relationship Id="rId8" Type="http://schemas.openxmlformats.org/officeDocument/2006/relationships/image" Target="../media/image23.png"/><Relationship Id="rId13" Type="http://schemas.openxmlformats.org/officeDocument/2006/relationships/image" Target="../media/image130.png"/><Relationship Id="rId18" Type="http://schemas.openxmlformats.org/officeDocument/2006/relationships/image" Target="../media/image32.png"/><Relationship Id="rId3" Type="http://schemas.openxmlformats.org/officeDocument/2006/relationships/image" Target="../media/image140.png"/><Relationship Id="rId7" Type="http://schemas.openxmlformats.org/officeDocument/2006/relationships/image" Target="../media/image22.png"/><Relationship Id="rId12" Type="http://schemas.openxmlformats.org/officeDocument/2006/relationships/image" Target="../media/image27.png"/><Relationship Id="rId17" Type="http://schemas.openxmlformats.org/officeDocument/2006/relationships/image" Target="../media/image31.png"/><Relationship Id="rId2" Type="http://schemas.openxmlformats.org/officeDocument/2006/relationships/notesSlide" Target="../notesSlides/notesSlide5.xml"/><Relationship Id="rId16" Type="http://schemas.openxmlformats.org/officeDocument/2006/relationships/image" Target="../media/image30.png"/><Relationship Id="rId20" Type="http://schemas.openxmlformats.org/officeDocument/2006/relationships/image" Target="../media/image34.png"/><Relationship Id="rId1" Type="http://schemas.openxmlformats.org/officeDocument/2006/relationships/slideLayout" Target="../slideLayouts/slideLayout2.xml"/><Relationship Id="rId6" Type="http://schemas.openxmlformats.org/officeDocument/2006/relationships/image" Target="../media/image19.png"/><Relationship Id="rId11" Type="http://schemas.openxmlformats.org/officeDocument/2006/relationships/image" Target="../media/image26.png"/><Relationship Id="rId5" Type="http://schemas.openxmlformats.org/officeDocument/2006/relationships/image" Target="../media/image18.png"/><Relationship Id="rId15" Type="http://schemas.openxmlformats.org/officeDocument/2006/relationships/image" Target="../media/image29.png"/><Relationship Id="rId10" Type="http://schemas.openxmlformats.org/officeDocument/2006/relationships/image" Target="../media/image25.png"/><Relationship Id="rId19" Type="http://schemas.openxmlformats.org/officeDocument/2006/relationships/image" Target="../media/image33.png"/><Relationship Id="rId4" Type="http://schemas.openxmlformats.org/officeDocument/2006/relationships/image" Target="../media/image20.png"/><Relationship Id="rId9" Type="http://schemas.openxmlformats.org/officeDocument/2006/relationships/image" Target="../media/image24.png"/><Relationship Id="rId14" Type="http://schemas.openxmlformats.org/officeDocument/2006/relationships/image" Target="../media/image28.png"/></Relationships>
</file>

<file path=ppt/slides/_rels/slide7.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6.xml"/><Relationship Id="rId1" Type="http://schemas.openxmlformats.org/officeDocument/2006/relationships/slideLayout" Target="../slideLayouts/slideLayout2.xml"/><Relationship Id="rId5" Type="http://schemas.openxmlformats.org/officeDocument/2006/relationships/image" Target="../media/image37.png"/><Relationship Id="rId4" Type="http://schemas.openxmlformats.org/officeDocument/2006/relationships/image" Target="../media/image36.png"/></Relationships>
</file>

<file path=ppt/slides/_rels/slide8.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39.png"/></Relationships>
</file>

<file path=ppt/slides/_rels/slide9.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40.gif"/><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42.gif"/><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image" Target="../media/image43.png"/><Relationship Id="rId1" Type="http://schemas.openxmlformats.org/officeDocument/2006/relationships/slideLayout" Target="../slideLayouts/slideLayout2.xml"/><Relationship Id="rId4" Type="http://schemas.openxmlformats.org/officeDocument/2006/relationships/image" Target="../media/image45.png"/></Relationships>
</file>

<file path=ppt/slides/_rels/slide12.xml.rels><?xml version="1.0" encoding="UTF-8" standalone="yes"?>
<Relationships xmlns="http://schemas.openxmlformats.org/package/2006/relationships"><Relationship Id="rId8" Type="http://schemas.openxmlformats.org/officeDocument/2006/relationships/image" Target="../media/image51.png"/><Relationship Id="rId3" Type="http://schemas.openxmlformats.org/officeDocument/2006/relationships/image" Target="../media/image46.png"/><Relationship Id="rId7" Type="http://schemas.openxmlformats.org/officeDocument/2006/relationships/image" Target="../media/image50.png"/><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openxmlformats.org/officeDocument/2006/relationships/image" Target="../media/image49.png"/><Relationship Id="rId5" Type="http://schemas.openxmlformats.org/officeDocument/2006/relationships/image" Target="../media/image48.png"/><Relationship Id="rId4" Type="http://schemas.openxmlformats.org/officeDocument/2006/relationships/image" Target="../media/image47.png"/></Relationships>
</file>

<file path=ppt/slides/_rels/slide13.xml.rels><?xml version="1.0" encoding="UTF-8" standalone="yes"?>
<Relationships xmlns="http://schemas.openxmlformats.org/package/2006/relationships"><Relationship Id="rId3" Type="http://schemas.openxmlformats.org/officeDocument/2006/relationships/image" Target="../media/image52.png"/><Relationship Id="rId7" Type="http://schemas.openxmlformats.org/officeDocument/2006/relationships/image" Target="../media/image56.png"/><Relationship Id="rId2" Type="http://schemas.openxmlformats.org/officeDocument/2006/relationships/notesSlide" Target="../notesSlides/notesSlide10.xml"/><Relationship Id="rId1" Type="http://schemas.openxmlformats.org/officeDocument/2006/relationships/slideLayout" Target="../slideLayouts/slideLayout2.xml"/><Relationship Id="rId6" Type="http://schemas.openxmlformats.org/officeDocument/2006/relationships/image" Target="../media/image55.png"/><Relationship Id="rId5" Type="http://schemas.openxmlformats.org/officeDocument/2006/relationships/image" Target="../media/image54.png"/><Relationship Id="rId4" Type="http://schemas.openxmlformats.org/officeDocument/2006/relationships/image" Target="../media/image53.png"/></Relationships>
</file>

<file path=ppt/slides/_rels/slide14.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8" Type="http://schemas.openxmlformats.org/officeDocument/2006/relationships/image" Target="../media/image64.png"/><Relationship Id="rId3" Type="http://schemas.openxmlformats.org/officeDocument/2006/relationships/image" Target="../media/image59.png"/><Relationship Id="rId7" Type="http://schemas.openxmlformats.org/officeDocument/2006/relationships/image" Target="../media/image63.png"/><Relationship Id="rId2" Type="http://schemas.openxmlformats.org/officeDocument/2006/relationships/image" Target="../media/image58.png"/><Relationship Id="rId1" Type="http://schemas.openxmlformats.org/officeDocument/2006/relationships/slideLayout" Target="../slideLayouts/slideLayout2.xml"/><Relationship Id="rId6" Type="http://schemas.openxmlformats.org/officeDocument/2006/relationships/image" Target="../media/image62.png"/><Relationship Id="rId5" Type="http://schemas.openxmlformats.org/officeDocument/2006/relationships/image" Target="../media/image61.png"/><Relationship Id="rId10" Type="http://schemas.openxmlformats.org/officeDocument/2006/relationships/image" Target="../media/image66.png"/><Relationship Id="rId4" Type="http://schemas.openxmlformats.org/officeDocument/2006/relationships/image" Target="../media/image60.png"/><Relationship Id="rId9" Type="http://schemas.openxmlformats.org/officeDocument/2006/relationships/image" Target="../media/image65.png"/></Relationships>
</file>

<file path=ppt/slides/_rels/slide16.xml.rels><?xml version="1.0" encoding="UTF-8" standalone="yes"?>
<Relationships xmlns="http://schemas.openxmlformats.org/package/2006/relationships"><Relationship Id="rId3" Type="http://schemas.openxmlformats.org/officeDocument/2006/relationships/image" Target="../media/image67.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8" Type="http://schemas.openxmlformats.org/officeDocument/2006/relationships/image" Target="../media/image74.png"/><Relationship Id="rId3" Type="http://schemas.openxmlformats.org/officeDocument/2006/relationships/image" Target="../media/image69.png"/><Relationship Id="rId7" Type="http://schemas.openxmlformats.org/officeDocument/2006/relationships/image" Target="../media/image73.png"/><Relationship Id="rId2" Type="http://schemas.openxmlformats.org/officeDocument/2006/relationships/notesSlide" Target="../notesSlides/notesSlide13.xml"/><Relationship Id="rId1" Type="http://schemas.openxmlformats.org/officeDocument/2006/relationships/slideLayout" Target="../slideLayouts/slideLayout2.xml"/><Relationship Id="rId6" Type="http://schemas.openxmlformats.org/officeDocument/2006/relationships/image" Target="../media/image72.png"/><Relationship Id="rId5" Type="http://schemas.openxmlformats.org/officeDocument/2006/relationships/image" Target="../media/image71.png"/><Relationship Id="rId4" Type="http://schemas.openxmlformats.org/officeDocument/2006/relationships/image" Target="../media/image70.png"/></Relationships>
</file>

<file path=ppt/slides/_rels/slide19.xml.rels><?xml version="1.0" encoding="UTF-8" standalone="yes"?>
<Relationships xmlns="http://schemas.openxmlformats.org/package/2006/relationships"><Relationship Id="rId3" Type="http://schemas.openxmlformats.org/officeDocument/2006/relationships/image" Target="../media/image76.png"/><Relationship Id="rId2" Type="http://schemas.openxmlformats.org/officeDocument/2006/relationships/image" Target="../media/image75.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77.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79.png"/><Relationship Id="rId2" Type="http://schemas.openxmlformats.org/officeDocument/2006/relationships/image" Target="../media/image78.png"/><Relationship Id="rId1" Type="http://schemas.openxmlformats.org/officeDocument/2006/relationships/slideLayout" Target="../slideLayouts/slideLayout2.xml"/><Relationship Id="rId4" Type="http://schemas.openxmlformats.org/officeDocument/2006/relationships/image" Target="../media/image80.png"/></Relationships>
</file>

<file path=ppt/slides/_rels/slide22.xml.rels><?xml version="1.0" encoding="UTF-8" standalone="yes"?>
<Relationships xmlns="http://schemas.openxmlformats.org/package/2006/relationships"><Relationship Id="rId3" Type="http://schemas.openxmlformats.org/officeDocument/2006/relationships/image" Target="../media/image81.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8" Type="http://schemas.openxmlformats.org/officeDocument/2006/relationships/image" Target="../media/image88.png"/><Relationship Id="rId3" Type="http://schemas.openxmlformats.org/officeDocument/2006/relationships/image" Target="../media/image83.png"/><Relationship Id="rId7" Type="http://schemas.openxmlformats.org/officeDocument/2006/relationships/image" Target="../media/image87.png"/><Relationship Id="rId2" Type="http://schemas.openxmlformats.org/officeDocument/2006/relationships/image" Target="../media/image82.png"/><Relationship Id="rId1" Type="http://schemas.openxmlformats.org/officeDocument/2006/relationships/slideLayout" Target="../slideLayouts/slideLayout2.xml"/><Relationship Id="rId6" Type="http://schemas.openxmlformats.org/officeDocument/2006/relationships/image" Target="../media/image86.png"/><Relationship Id="rId5" Type="http://schemas.openxmlformats.org/officeDocument/2006/relationships/image" Target="../media/image85.png"/><Relationship Id="rId4" Type="http://schemas.openxmlformats.org/officeDocument/2006/relationships/image" Target="../media/image84.png"/><Relationship Id="rId9" Type="http://schemas.openxmlformats.org/officeDocument/2006/relationships/image" Target="../media/image89.png"/></Relationships>
</file>

<file path=ppt/slides/_rels/slide24.xml.rels><?xml version="1.0" encoding="UTF-8" standalone="yes"?>
<Relationships xmlns="http://schemas.openxmlformats.org/package/2006/relationships"><Relationship Id="rId3" Type="http://schemas.openxmlformats.org/officeDocument/2006/relationships/image" Target="../media/image90.png"/><Relationship Id="rId2" Type="http://schemas.openxmlformats.org/officeDocument/2006/relationships/notesSlide" Target="../notesSlides/notesSlide15.xml"/><Relationship Id="rId1" Type="http://schemas.openxmlformats.org/officeDocument/2006/relationships/slideLayout" Target="../slideLayouts/slideLayout2.xml"/><Relationship Id="rId4" Type="http://schemas.openxmlformats.org/officeDocument/2006/relationships/image" Target="../media/image91.png"/></Relationships>
</file>

<file path=ppt/slides/_rels/slide25.xml.rels><?xml version="1.0" encoding="UTF-8" standalone="yes"?>
<Relationships xmlns="http://schemas.openxmlformats.org/package/2006/relationships"><Relationship Id="rId3" Type="http://schemas.openxmlformats.org/officeDocument/2006/relationships/image" Target="../media/image93.png"/><Relationship Id="rId2" Type="http://schemas.openxmlformats.org/officeDocument/2006/relationships/image" Target="../media/image92.png"/><Relationship Id="rId1" Type="http://schemas.openxmlformats.org/officeDocument/2006/relationships/slideLayout" Target="../slideLayouts/slideLayout2.xml"/><Relationship Id="rId6" Type="http://schemas.openxmlformats.org/officeDocument/2006/relationships/image" Target="../media/image96.png"/><Relationship Id="rId5" Type="http://schemas.openxmlformats.org/officeDocument/2006/relationships/image" Target="../media/image95.png"/><Relationship Id="rId4" Type="http://schemas.openxmlformats.org/officeDocument/2006/relationships/image" Target="../media/image94.png"/></Relationships>
</file>

<file path=ppt/slides/_rels/slide26.xml.rels><?xml version="1.0" encoding="UTF-8" standalone="yes"?>
<Relationships xmlns="http://schemas.openxmlformats.org/package/2006/relationships"><Relationship Id="rId8" Type="http://schemas.openxmlformats.org/officeDocument/2006/relationships/image" Target="../media/image103.png"/><Relationship Id="rId3" Type="http://schemas.openxmlformats.org/officeDocument/2006/relationships/image" Target="../media/image98.png"/><Relationship Id="rId7" Type="http://schemas.openxmlformats.org/officeDocument/2006/relationships/image" Target="../media/image102.png"/><Relationship Id="rId2" Type="http://schemas.openxmlformats.org/officeDocument/2006/relationships/image" Target="../media/image97.png"/><Relationship Id="rId1" Type="http://schemas.openxmlformats.org/officeDocument/2006/relationships/slideLayout" Target="../slideLayouts/slideLayout2.xml"/><Relationship Id="rId6" Type="http://schemas.openxmlformats.org/officeDocument/2006/relationships/image" Target="../media/image101.png"/><Relationship Id="rId5" Type="http://schemas.openxmlformats.org/officeDocument/2006/relationships/image" Target="../media/image100.png"/><Relationship Id="rId4" Type="http://schemas.openxmlformats.org/officeDocument/2006/relationships/image" Target="../media/image99.png"/></Relationships>
</file>

<file path=ppt/slides/_rels/slide27.xml.rels><?xml version="1.0" encoding="UTF-8" standalone="yes"?>
<Relationships xmlns="http://schemas.openxmlformats.org/package/2006/relationships"><Relationship Id="rId3" Type="http://schemas.openxmlformats.org/officeDocument/2006/relationships/image" Target="../media/image104.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930.png"/><Relationship Id="rId2" Type="http://schemas.openxmlformats.org/officeDocument/2006/relationships/image" Target="../media/image920.png"/><Relationship Id="rId1" Type="http://schemas.openxmlformats.org/officeDocument/2006/relationships/slideLayout" Target="../slideLayouts/slideLayout2.xml"/><Relationship Id="rId4" Type="http://schemas.openxmlformats.org/officeDocument/2006/relationships/image" Target="../media/image940.png"/></Relationships>
</file>

<file path=ppt/slides/_rels/slide29.xml.rels><?xml version="1.0" encoding="UTF-8" standalone="yes"?>
<Relationships xmlns="http://schemas.openxmlformats.org/package/2006/relationships"><Relationship Id="rId3" Type="http://schemas.openxmlformats.org/officeDocument/2006/relationships/image" Target="../media/image91.png"/><Relationship Id="rId2" Type="http://schemas.openxmlformats.org/officeDocument/2006/relationships/image" Target="../media/image105.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106.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107.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108.png"/><Relationship Id="rId2" Type="http://schemas.openxmlformats.org/officeDocument/2006/relationships/notesSlide" Target="../notesSlides/notesSlide17.xml"/><Relationship Id="rId1" Type="http://schemas.openxmlformats.org/officeDocument/2006/relationships/slideLayout" Target="../slideLayouts/slideLayout2.xml"/><Relationship Id="rId4" Type="http://schemas.openxmlformats.org/officeDocument/2006/relationships/image" Target="../media/image109.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110.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8" Type="http://schemas.openxmlformats.org/officeDocument/2006/relationships/image" Target="../media/image65.png"/><Relationship Id="rId3" Type="http://schemas.openxmlformats.org/officeDocument/2006/relationships/image" Target="../media/image60.png"/><Relationship Id="rId7" Type="http://schemas.openxmlformats.org/officeDocument/2006/relationships/image" Target="../media/image64.png"/><Relationship Id="rId2" Type="http://schemas.openxmlformats.org/officeDocument/2006/relationships/image" Target="../media/image59.png"/><Relationship Id="rId1" Type="http://schemas.openxmlformats.org/officeDocument/2006/relationships/slideLayout" Target="../slideLayouts/slideLayout2.xml"/><Relationship Id="rId6" Type="http://schemas.openxmlformats.org/officeDocument/2006/relationships/image" Target="../media/image63.png"/><Relationship Id="rId5" Type="http://schemas.openxmlformats.org/officeDocument/2006/relationships/image" Target="../media/image62.png"/><Relationship Id="rId4" Type="http://schemas.openxmlformats.org/officeDocument/2006/relationships/image" Target="../media/image61.png"/><Relationship Id="rId9" Type="http://schemas.openxmlformats.org/officeDocument/2006/relationships/image" Target="../media/image58.png"/></Relationships>
</file>

<file path=ppt/slides/_rels/slide39.xml.rels><?xml version="1.0" encoding="UTF-8" standalone="yes"?>
<Relationships xmlns="http://schemas.openxmlformats.org/package/2006/relationships"><Relationship Id="rId8" Type="http://schemas.openxmlformats.org/officeDocument/2006/relationships/image" Target="../media/image65.png"/><Relationship Id="rId3" Type="http://schemas.openxmlformats.org/officeDocument/2006/relationships/image" Target="../media/image60.png"/><Relationship Id="rId7" Type="http://schemas.openxmlformats.org/officeDocument/2006/relationships/image" Target="../media/image64.png"/><Relationship Id="rId2" Type="http://schemas.openxmlformats.org/officeDocument/2006/relationships/image" Target="../media/image59.png"/><Relationship Id="rId1" Type="http://schemas.openxmlformats.org/officeDocument/2006/relationships/slideLayout" Target="../slideLayouts/slideLayout2.xml"/><Relationship Id="rId6" Type="http://schemas.openxmlformats.org/officeDocument/2006/relationships/image" Target="../media/image63.png"/><Relationship Id="rId5" Type="http://schemas.openxmlformats.org/officeDocument/2006/relationships/image" Target="../media/image62.png"/><Relationship Id="rId4" Type="http://schemas.openxmlformats.org/officeDocument/2006/relationships/image" Target="../media/image61.png"/><Relationship Id="rId9" Type="http://schemas.openxmlformats.org/officeDocument/2006/relationships/image" Target="../media/image58.png"/></Relationships>
</file>

<file path=ppt/slides/_rels/slide40.xml.rels><?xml version="1.0" encoding="UTF-8" standalone="yes"?>
<Relationships xmlns="http://schemas.openxmlformats.org/package/2006/relationships"><Relationship Id="rId8" Type="http://schemas.openxmlformats.org/officeDocument/2006/relationships/image" Target="../media/image65.png"/><Relationship Id="rId3" Type="http://schemas.openxmlformats.org/officeDocument/2006/relationships/image" Target="../media/image60.png"/><Relationship Id="rId7" Type="http://schemas.openxmlformats.org/officeDocument/2006/relationships/image" Target="../media/image64.png"/><Relationship Id="rId2" Type="http://schemas.openxmlformats.org/officeDocument/2006/relationships/image" Target="../media/image59.png"/><Relationship Id="rId1" Type="http://schemas.openxmlformats.org/officeDocument/2006/relationships/slideLayout" Target="../slideLayouts/slideLayout2.xml"/><Relationship Id="rId6" Type="http://schemas.openxmlformats.org/officeDocument/2006/relationships/image" Target="../media/image63.png"/><Relationship Id="rId5" Type="http://schemas.openxmlformats.org/officeDocument/2006/relationships/image" Target="../media/image62.png"/><Relationship Id="rId4" Type="http://schemas.openxmlformats.org/officeDocument/2006/relationships/image" Target="../media/image61.png"/><Relationship Id="rId9" Type="http://schemas.openxmlformats.org/officeDocument/2006/relationships/image" Target="../media/image58.png"/></Relationships>
</file>

<file path=ppt/slides/_rels/slide41.xml.rels><?xml version="1.0" encoding="UTF-8" standalone="yes"?>
<Relationships xmlns="http://schemas.openxmlformats.org/package/2006/relationships"><Relationship Id="rId8" Type="http://schemas.openxmlformats.org/officeDocument/2006/relationships/image" Target="../media/image64.png"/><Relationship Id="rId3" Type="http://schemas.openxmlformats.org/officeDocument/2006/relationships/image" Target="../media/image59.png"/><Relationship Id="rId7" Type="http://schemas.openxmlformats.org/officeDocument/2006/relationships/image" Target="../media/image63.png"/><Relationship Id="rId2" Type="http://schemas.openxmlformats.org/officeDocument/2006/relationships/image" Target="../media/image58.png"/><Relationship Id="rId1" Type="http://schemas.openxmlformats.org/officeDocument/2006/relationships/slideLayout" Target="../slideLayouts/slideLayout2.xml"/><Relationship Id="rId6" Type="http://schemas.openxmlformats.org/officeDocument/2006/relationships/image" Target="../media/image62.png"/><Relationship Id="rId5" Type="http://schemas.openxmlformats.org/officeDocument/2006/relationships/image" Target="../media/image61.png"/><Relationship Id="rId4" Type="http://schemas.openxmlformats.org/officeDocument/2006/relationships/image" Target="../media/image60.png"/><Relationship Id="rId9" Type="http://schemas.openxmlformats.org/officeDocument/2006/relationships/image" Target="../media/image65.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uadroTexto 4">
            <a:extLst>
              <a:ext uri="{FF2B5EF4-FFF2-40B4-BE49-F238E27FC236}">
                <a16:creationId xmlns:a16="http://schemas.microsoft.com/office/drawing/2014/main" id="{B3748729-50C7-8599-6D3C-E12C17D6E64E}"/>
              </a:ext>
            </a:extLst>
          </p:cNvPr>
          <p:cNvSpPr txBox="1"/>
          <p:nvPr/>
        </p:nvSpPr>
        <p:spPr>
          <a:xfrm>
            <a:off x="0" y="2359104"/>
            <a:ext cx="9144000" cy="1077218"/>
          </a:xfrm>
          <a:prstGeom prst="rect">
            <a:avLst/>
          </a:prstGeom>
          <a:noFill/>
        </p:spPr>
        <p:txBody>
          <a:bodyPr wrap="square" rtlCol="0">
            <a:spAutoFit/>
          </a:bodyPr>
          <a:lstStyle/>
          <a:p>
            <a:pPr algn="ctr"/>
            <a:r>
              <a:rPr lang="es-ES" sz="3200" dirty="0" err="1">
                <a:solidFill>
                  <a:schemeClr val="bg2">
                    <a:lumMod val="10000"/>
                  </a:schemeClr>
                </a:solidFill>
                <a:latin typeface="Amasis MT Pro" panose="02040504050005020304" pitchFamily="18" charset="0"/>
                <a:ea typeface="ADLaM Display" panose="020F0502020204030204" pitchFamily="2" charset="0"/>
                <a:cs typeface="Adobe Devanagari" panose="02040503050201020203" pitchFamily="18" charset="0"/>
              </a:rPr>
              <a:t>Further</a:t>
            </a:r>
            <a:r>
              <a:rPr lang="es-ES" sz="3200" dirty="0">
                <a:solidFill>
                  <a:schemeClr val="bg2">
                    <a:lumMod val="10000"/>
                  </a:schemeClr>
                </a:solidFill>
                <a:latin typeface="Amasis MT Pro" panose="02040504050005020304" pitchFamily="18" charset="0"/>
                <a:ea typeface="ADLaM Display" panose="020F0502020204030204" pitchFamily="2" charset="0"/>
                <a:cs typeface="Adobe Devanagari" panose="02040503050201020203" pitchFamily="18" charset="0"/>
              </a:rPr>
              <a:t> </a:t>
            </a:r>
            <a:r>
              <a:rPr lang="es-ES" sz="3200" dirty="0" err="1">
                <a:solidFill>
                  <a:schemeClr val="bg2">
                    <a:lumMod val="10000"/>
                  </a:schemeClr>
                </a:solidFill>
                <a:latin typeface="Amasis MT Pro" panose="02040504050005020304" pitchFamily="18" charset="0"/>
                <a:ea typeface="ADLaM Display" panose="020F0502020204030204" pitchFamily="2" charset="0"/>
                <a:cs typeface="Adobe Devanagari" panose="02040503050201020203" pitchFamily="18" charset="0"/>
              </a:rPr>
              <a:t>Advancements</a:t>
            </a:r>
            <a:r>
              <a:rPr lang="es-ES" sz="3200" dirty="0">
                <a:solidFill>
                  <a:schemeClr val="bg2">
                    <a:lumMod val="10000"/>
                  </a:schemeClr>
                </a:solidFill>
                <a:latin typeface="Amasis MT Pro" panose="02040504050005020304" pitchFamily="18" charset="0"/>
                <a:ea typeface="ADLaM Display" panose="020F0502020204030204" pitchFamily="2" charset="0"/>
                <a:cs typeface="Adobe Devanagari" panose="02040503050201020203" pitchFamily="18" charset="0"/>
              </a:rPr>
              <a:t> and </a:t>
            </a:r>
            <a:r>
              <a:rPr lang="es-ES" sz="3200" dirty="0" err="1">
                <a:solidFill>
                  <a:schemeClr val="bg2">
                    <a:lumMod val="10000"/>
                  </a:schemeClr>
                </a:solidFill>
                <a:latin typeface="Amasis MT Pro" panose="02040504050005020304" pitchFamily="18" charset="0"/>
                <a:ea typeface="ADLaM Display" panose="020F0502020204030204" pitchFamily="2" charset="0"/>
                <a:cs typeface="Adobe Devanagari" panose="02040503050201020203" pitchFamily="18" charset="0"/>
              </a:rPr>
              <a:t>Developments</a:t>
            </a:r>
            <a:r>
              <a:rPr lang="es-ES" sz="3200" dirty="0">
                <a:solidFill>
                  <a:schemeClr val="bg2">
                    <a:lumMod val="10000"/>
                  </a:schemeClr>
                </a:solidFill>
                <a:latin typeface="Amasis MT Pro" panose="02040504050005020304" pitchFamily="18" charset="0"/>
                <a:ea typeface="ADLaM Display" panose="020F0502020204030204" pitchFamily="2" charset="0"/>
                <a:cs typeface="Adobe Devanagari" panose="02040503050201020203" pitchFamily="18" charset="0"/>
              </a:rPr>
              <a:t> </a:t>
            </a:r>
          </a:p>
          <a:p>
            <a:pPr algn="ctr"/>
            <a:r>
              <a:rPr lang="en-US" sz="3200" dirty="0">
                <a:solidFill>
                  <a:schemeClr val="bg2">
                    <a:lumMod val="10000"/>
                  </a:schemeClr>
                </a:solidFill>
                <a:latin typeface="Amasis MT Pro" panose="02040504050005020304" pitchFamily="18" charset="0"/>
                <a:ea typeface="ADLaM Display" panose="020F0502020204030204" pitchFamily="2" charset="0"/>
                <a:cs typeface="Adobe Devanagari" panose="02040503050201020203" pitchFamily="18" charset="0"/>
              </a:rPr>
              <a:t>in Game Theory, Complexity and Control</a:t>
            </a:r>
            <a:endParaRPr lang="es-ES" sz="3200" dirty="0">
              <a:solidFill>
                <a:schemeClr val="bg2">
                  <a:lumMod val="10000"/>
                </a:schemeClr>
              </a:solidFill>
              <a:latin typeface="Amasis MT Pro" panose="02040504050005020304" pitchFamily="18" charset="0"/>
              <a:ea typeface="ADLaM Display" panose="020F0502020204030204" pitchFamily="2" charset="0"/>
              <a:cs typeface="Adobe Devanagari" panose="02040503050201020203" pitchFamily="18" charset="0"/>
            </a:endParaRPr>
          </a:p>
        </p:txBody>
      </p:sp>
      <p:sp>
        <p:nvSpPr>
          <p:cNvPr id="6" name="CuadroTexto 5">
            <a:extLst>
              <a:ext uri="{FF2B5EF4-FFF2-40B4-BE49-F238E27FC236}">
                <a16:creationId xmlns:a16="http://schemas.microsoft.com/office/drawing/2014/main" id="{1115F3DB-6A7A-DADC-D795-8726BC1AC44E}"/>
              </a:ext>
            </a:extLst>
          </p:cNvPr>
          <p:cNvSpPr txBox="1"/>
          <p:nvPr/>
        </p:nvSpPr>
        <p:spPr>
          <a:xfrm>
            <a:off x="0" y="3647281"/>
            <a:ext cx="9144000" cy="830997"/>
          </a:xfrm>
          <a:prstGeom prst="rect">
            <a:avLst/>
          </a:prstGeom>
          <a:noFill/>
        </p:spPr>
        <p:txBody>
          <a:bodyPr wrap="square" rtlCol="0">
            <a:spAutoFit/>
          </a:bodyPr>
          <a:lstStyle/>
          <a:p>
            <a:pPr algn="ctr"/>
            <a:r>
              <a:rPr lang="es-ES" sz="1600" u="sng" dirty="0">
                <a:solidFill>
                  <a:schemeClr val="bg2">
                    <a:lumMod val="50000"/>
                  </a:schemeClr>
                </a:solidFill>
                <a:latin typeface="Amasis MT Pro" panose="02040504050005020304" pitchFamily="18" charset="0"/>
                <a:cs typeface="Adobe Devanagari" panose="02040503050201020203" pitchFamily="18" charset="0"/>
              </a:rPr>
              <a:t>Tesis doctoral realizada por</a:t>
            </a:r>
            <a:r>
              <a:rPr lang="es-ES" sz="1600" dirty="0">
                <a:solidFill>
                  <a:schemeClr val="bg2">
                    <a:lumMod val="50000"/>
                  </a:schemeClr>
                </a:solidFill>
                <a:latin typeface="Amasis MT Pro" panose="02040504050005020304" pitchFamily="18" charset="0"/>
                <a:cs typeface="Adobe Devanagari" panose="02040503050201020203" pitchFamily="18" charset="0"/>
              </a:rPr>
              <a:t> </a:t>
            </a:r>
            <a:r>
              <a:rPr lang="es-ES" sz="1600" dirty="0">
                <a:solidFill>
                  <a:schemeClr val="bg2">
                    <a:lumMod val="25000"/>
                  </a:schemeClr>
                </a:solidFill>
                <a:latin typeface="Amasis MT Pro" panose="02040504050005020304" pitchFamily="18" charset="0"/>
                <a:cs typeface="Adobe Devanagari" panose="02040503050201020203" pitchFamily="18" charset="0"/>
              </a:rPr>
              <a:t>Gaspar Alfaro García.</a:t>
            </a:r>
          </a:p>
          <a:p>
            <a:pPr algn="ctr"/>
            <a:endParaRPr lang="es-ES" sz="1600" dirty="0">
              <a:solidFill>
                <a:schemeClr val="bg2">
                  <a:lumMod val="25000"/>
                </a:schemeClr>
              </a:solidFill>
              <a:latin typeface="Amasis MT Pro" panose="02040504050005020304" pitchFamily="18" charset="0"/>
              <a:cs typeface="Adobe Devanagari" panose="02040503050201020203" pitchFamily="18" charset="0"/>
            </a:endParaRPr>
          </a:p>
          <a:p>
            <a:pPr algn="ctr"/>
            <a:r>
              <a:rPr lang="es-ES" sz="1600" u="sng" dirty="0">
                <a:solidFill>
                  <a:schemeClr val="bg2">
                    <a:lumMod val="50000"/>
                  </a:schemeClr>
                </a:solidFill>
                <a:latin typeface="Amasis MT Pro" panose="02040504050005020304" pitchFamily="18" charset="0"/>
                <a:cs typeface="Adobe Devanagari" panose="02040503050201020203" pitchFamily="18" charset="0"/>
              </a:rPr>
              <a:t>Co-dirigida por</a:t>
            </a:r>
            <a:r>
              <a:rPr lang="es-ES" sz="1600" dirty="0">
                <a:latin typeface="Amasis MT Pro" panose="02040504050005020304" pitchFamily="18" charset="0"/>
                <a:cs typeface="Adobe Devanagari" panose="02040503050201020203" pitchFamily="18" charset="0"/>
              </a:rPr>
              <a:t> </a:t>
            </a:r>
            <a:r>
              <a:rPr lang="es-ES" sz="1600" dirty="0">
                <a:solidFill>
                  <a:schemeClr val="bg2">
                    <a:lumMod val="25000"/>
                  </a:schemeClr>
                </a:solidFill>
                <a:latin typeface="Amasis MT Pro" panose="02040504050005020304" pitchFamily="18" charset="0"/>
                <a:cs typeface="Adobe Devanagari" panose="02040503050201020203" pitchFamily="18" charset="0"/>
              </a:rPr>
              <a:t>Miguel Ángel Fernández Sanjuán y Rubén Capeáns Rivas.</a:t>
            </a:r>
          </a:p>
        </p:txBody>
      </p:sp>
      <p:pic>
        <p:nvPicPr>
          <p:cNvPr id="7" name="Imagen 6" descr="Dibujo en blanco y negro&#10;&#10;Descripción generada automáticamente con confianza media">
            <a:extLst>
              <a:ext uri="{FF2B5EF4-FFF2-40B4-BE49-F238E27FC236}">
                <a16:creationId xmlns:a16="http://schemas.microsoft.com/office/drawing/2014/main" id="{6EBF8777-F184-ED9A-071E-EB2A565EC0F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38809" y="5478272"/>
            <a:ext cx="2452849" cy="1379728"/>
          </a:xfrm>
          <a:prstGeom prst="rect">
            <a:avLst/>
          </a:prstGeom>
        </p:spPr>
      </p:pic>
      <p:sp>
        <p:nvSpPr>
          <p:cNvPr id="3" name="CuadroTexto 2">
            <a:extLst>
              <a:ext uri="{FF2B5EF4-FFF2-40B4-BE49-F238E27FC236}">
                <a16:creationId xmlns:a16="http://schemas.microsoft.com/office/drawing/2014/main" id="{8EA7B590-3272-57F7-BC6F-64F930DF8108}"/>
              </a:ext>
            </a:extLst>
          </p:cNvPr>
          <p:cNvSpPr txBox="1"/>
          <p:nvPr/>
        </p:nvSpPr>
        <p:spPr>
          <a:xfrm>
            <a:off x="3343275" y="1561127"/>
            <a:ext cx="2457450" cy="461665"/>
          </a:xfrm>
          <a:prstGeom prst="rect">
            <a:avLst/>
          </a:prstGeom>
          <a:noFill/>
        </p:spPr>
        <p:txBody>
          <a:bodyPr wrap="square" rtlCol="0">
            <a:spAutoFit/>
          </a:bodyPr>
          <a:lstStyle/>
          <a:p>
            <a:pPr algn="ctr"/>
            <a:r>
              <a:rPr lang="es-ES" sz="2400" dirty="0">
                <a:latin typeface="Amasis MT Pro" panose="02040504050005020304" pitchFamily="18" charset="0"/>
              </a:rPr>
              <a:t>Tesis Doctoral</a:t>
            </a:r>
          </a:p>
        </p:txBody>
      </p:sp>
    </p:spTree>
    <p:extLst>
      <p:ext uri="{BB962C8B-B14F-4D97-AF65-F5344CB8AC3E}">
        <p14:creationId xmlns:p14="http://schemas.microsoft.com/office/powerpoint/2010/main" val="213154889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46D44C-F708-8054-9865-5A5C422E8E78}"/>
            </a:ext>
          </a:extLst>
        </p:cNvPr>
        <p:cNvGrpSpPr/>
        <p:nvPr/>
      </p:nvGrpSpPr>
      <p:grpSpPr>
        <a:xfrm>
          <a:off x="0" y="0"/>
          <a:ext cx="0" cy="0"/>
          <a:chOff x="0" y="0"/>
          <a:chExt cx="0" cy="0"/>
        </a:xfrm>
      </p:grpSpPr>
      <p:sp>
        <p:nvSpPr>
          <p:cNvPr id="10" name="CuadroTexto 9">
            <a:extLst>
              <a:ext uri="{FF2B5EF4-FFF2-40B4-BE49-F238E27FC236}">
                <a16:creationId xmlns:a16="http://schemas.microsoft.com/office/drawing/2014/main" id="{959422B9-4376-CB1A-A2B8-0123DCC81A99}"/>
              </a:ext>
            </a:extLst>
          </p:cNvPr>
          <p:cNvSpPr txBox="1"/>
          <p:nvPr/>
        </p:nvSpPr>
        <p:spPr>
          <a:xfrm>
            <a:off x="456001" y="4209569"/>
            <a:ext cx="3072075" cy="523220"/>
          </a:xfrm>
          <a:prstGeom prst="rect">
            <a:avLst/>
          </a:prstGeom>
          <a:noFill/>
        </p:spPr>
        <p:txBody>
          <a:bodyPr wrap="square" rtlCol="0">
            <a:spAutoFit/>
          </a:bodyPr>
          <a:lstStyle/>
          <a:p>
            <a:pPr algn="r"/>
            <a:r>
              <a:rPr lang="es-ES" sz="1400" b="1" dirty="0">
                <a:latin typeface="Amasis MT Pro Light" panose="02040304050005020304" pitchFamily="18" charset="0"/>
                <a:cs typeface="Adobe Devanagari" panose="02040503050201020203" pitchFamily="18" charset="0"/>
              </a:rPr>
              <a:t>2</a:t>
            </a:r>
            <a:r>
              <a:rPr lang="es-ES" sz="1400" b="1" dirty="0">
                <a:solidFill>
                  <a:schemeClr val="bg2">
                    <a:lumMod val="10000"/>
                  </a:schemeClr>
                </a:solidFill>
                <a:latin typeface="Amasis MT Pro Light" panose="02040304050005020304" pitchFamily="18" charset="0"/>
                <a:cs typeface="Adobe Devanagari" panose="02040503050201020203" pitchFamily="18" charset="0"/>
              </a:rPr>
              <a:t>. </a:t>
            </a:r>
            <a:r>
              <a:rPr lang="en-US" sz="1400" b="1" dirty="0">
                <a:solidFill>
                  <a:schemeClr val="bg2">
                    <a:lumMod val="10000"/>
                  </a:schemeClr>
                </a:solidFill>
                <a:latin typeface="Amasis MT Pro Light" panose="02040304050005020304" pitchFamily="18" charset="0"/>
                <a:cs typeface="Adobe Devanagari" panose="02040503050201020203" pitchFamily="18" charset="0"/>
              </a:rPr>
              <a:t>Hamming distance as a measure of spatial chaos in evolutionary games</a:t>
            </a:r>
          </a:p>
        </p:txBody>
      </p:sp>
      <p:sp>
        <p:nvSpPr>
          <p:cNvPr id="11" name="CuadroTexto 10">
            <a:extLst>
              <a:ext uri="{FF2B5EF4-FFF2-40B4-BE49-F238E27FC236}">
                <a16:creationId xmlns:a16="http://schemas.microsoft.com/office/drawing/2014/main" id="{ABDABEC0-2079-78FB-36E4-EF820C7E389F}"/>
              </a:ext>
            </a:extLst>
          </p:cNvPr>
          <p:cNvSpPr txBox="1"/>
          <p:nvPr/>
        </p:nvSpPr>
        <p:spPr>
          <a:xfrm>
            <a:off x="456001" y="4731207"/>
            <a:ext cx="3072075" cy="523220"/>
          </a:xfrm>
          <a:prstGeom prst="rect">
            <a:avLst/>
          </a:prstGeom>
          <a:noFill/>
        </p:spPr>
        <p:txBody>
          <a:bodyPr wrap="square" rtlCol="0">
            <a:spAutoFit/>
          </a:bodyPr>
          <a:lstStyle/>
          <a:p>
            <a:pPr algn="r"/>
            <a:r>
              <a:rPr lang="es-ES" sz="1400" b="1" dirty="0">
                <a:latin typeface="Amasis MT Pro Light" panose="02040304050005020304" pitchFamily="18" charset="0"/>
                <a:cs typeface="Adobe Devanagari" panose="02040503050201020203" pitchFamily="18" charset="0"/>
              </a:rPr>
              <a:t>5</a:t>
            </a:r>
            <a:r>
              <a:rPr lang="es-ES" sz="1400" b="1" dirty="0">
                <a:solidFill>
                  <a:schemeClr val="bg2">
                    <a:lumMod val="10000"/>
                  </a:schemeClr>
                </a:solidFill>
                <a:latin typeface="Amasis MT Pro Light" panose="02040304050005020304" pitchFamily="18" charset="0"/>
                <a:cs typeface="Adobe Devanagari" panose="02040503050201020203" pitchFamily="18" charset="0"/>
              </a:rPr>
              <a:t>. </a:t>
            </a:r>
            <a:r>
              <a:rPr lang="en-US" sz="1400" b="1" dirty="0">
                <a:solidFill>
                  <a:schemeClr val="bg2">
                    <a:lumMod val="10000"/>
                  </a:schemeClr>
                </a:solidFill>
                <a:latin typeface="Amasis MT Pro Light" panose="02040304050005020304" pitchFamily="18" charset="0"/>
                <a:cs typeface="Adobe Devanagari" panose="02040503050201020203" pitchFamily="18" charset="0"/>
              </a:rPr>
              <a:t>Two-Player Yorke’s Game of Survival in Chaotic Transients</a:t>
            </a:r>
          </a:p>
        </p:txBody>
      </p:sp>
      <p:sp>
        <p:nvSpPr>
          <p:cNvPr id="8" name="CuadroTexto 7">
            <a:extLst>
              <a:ext uri="{FF2B5EF4-FFF2-40B4-BE49-F238E27FC236}">
                <a16:creationId xmlns:a16="http://schemas.microsoft.com/office/drawing/2014/main" id="{129022FF-56DE-DD71-69C2-71BF39BC60B5}"/>
              </a:ext>
            </a:extLst>
          </p:cNvPr>
          <p:cNvSpPr txBox="1"/>
          <p:nvPr/>
        </p:nvSpPr>
        <p:spPr>
          <a:xfrm>
            <a:off x="368928" y="2765869"/>
            <a:ext cx="3072075" cy="523220"/>
          </a:xfrm>
          <a:prstGeom prst="rect">
            <a:avLst/>
          </a:prstGeom>
          <a:noFill/>
        </p:spPr>
        <p:txBody>
          <a:bodyPr wrap="square" rtlCol="0">
            <a:spAutoFit/>
          </a:bodyPr>
          <a:lstStyle/>
          <a:p>
            <a:pPr algn="r"/>
            <a:r>
              <a:rPr lang="es-ES" sz="1400" b="1" dirty="0">
                <a:latin typeface="Amasis MT Pro Light" panose="02040304050005020304" pitchFamily="18" charset="0"/>
                <a:cs typeface="Adobe Devanagari" panose="02040503050201020203" pitchFamily="18" charset="0"/>
              </a:rPr>
              <a:t>2</a:t>
            </a:r>
            <a:r>
              <a:rPr lang="es-ES" sz="1400" b="1" dirty="0">
                <a:solidFill>
                  <a:schemeClr val="bg2">
                    <a:lumMod val="10000"/>
                  </a:schemeClr>
                </a:solidFill>
                <a:latin typeface="Amasis MT Pro Light" panose="02040304050005020304" pitchFamily="18" charset="0"/>
                <a:cs typeface="Adobe Devanagari" panose="02040503050201020203" pitchFamily="18" charset="0"/>
              </a:rPr>
              <a:t>. </a:t>
            </a:r>
            <a:r>
              <a:rPr lang="en-US" sz="1400" b="1" dirty="0">
                <a:solidFill>
                  <a:schemeClr val="bg2">
                    <a:lumMod val="10000"/>
                  </a:schemeClr>
                </a:solidFill>
                <a:latin typeface="Amasis MT Pro Light" panose="02040304050005020304" pitchFamily="18" charset="0"/>
                <a:cs typeface="Adobe Devanagari" panose="02040503050201020203" pitchFamily="18" charset="0"/>
              </a:rPr>
              <a:t>Hamming distance as a measure of spatial chaos in evolutionary games</a:t>
            </a:r>
          </a:p>
        </p:txBody>
      </p:sp>
      <p:sp>
        <p:nvSpPr>
          <p:cNvPr id="9" name="CuadroTexto 8">
            <a:extLst>
              <a:ext uri="{FF2B5EF4-FFF2-40B4-BE49-F238E27FC236}">
                <a16:creationId xmlns:a16="http://schemas.microsoft.com/office/drawing/2014/main" id="{5245167B-756F-FA18-3F99-1151801DA3CD}"/>
              </a:ext>
            </a:extLst>
          </p:cNvPr>
          <p:cNvSpPr txBox="1"/>
          <p:nvPr/>
        </p:nvSpPr>
        <p:spPr>
          <a:xfrm>
            <a:off x="369709" y="3251894"/>
            <a:ext cx="3072075" cy="523220"/>
          </a:xfrm>
          <a:prstGeom prst="rect">
            <a:avLst/>
          </a:prstGeom>
          <a:noFill/>
        </p:spPr>
        <p:txBody>
          <a:bodyPr wrap="square" rtlCol="0">
            <a:spAutoFit/>
          </a:bodyPr>
          <a:lstStyle/>
          <a:p>
            <a:pPr algn="r"/>
            <a:r>
              <a:rPr lang="es-ES" sz="1400" b="1" dirty="0">
                <a:latin typeface="Amasis MT Pro Light" panose="02040304050005020304" pitchFamily="18" charset="0"/>
                <a:cs typeface="Adobe Devanagari" panose="02040503050201020203" pitchFamily="18" charset="0"/>
              </a:rPr>
              <a:t>3. </a:t>
            </a:r>
            <a:r>
              <a:rPr lang="en-US" sz="1400" b="1" dirty="0">
                <a:solidFill>
                  <a:schemeClr val="bg2">
                    <a:lumMod val="10000"/>
                  </a:schemeClr>
                </a:solidFill>
                <a:latin typeface="Amasis MT Pro Light" panose="02040304050005020304" pitchFamily="18" charset="0"/>
                <a:cs typeface="Adobe Devanagari" panose="02040503050201020203" pitchFamily="18" charset="0"/>
              </a:rPr>
              <a:t>Classification of cellular automata based on the Hamming distance</a:t>
            </a:r>
          </a:p>
        </p:txBody>
      </p:sp>
      <p:sp>
        <p:nvSpPr>
          <p:cNvPr id="5" name="CuadroTexto 4">
            <a:extLst>
              <a:ext uri="{FF2B5EF4-FFF2-40B4-BE49-F238E27FC236}">
                <a16:creationId xmlns:a16="http://schemas.microsoft.com/office/drawing/2014/main" id="{2027CDA0-5102-902A-058C-E959DFDBB9CF}"/>
              </a:ext>
            </a:extLst>
          </p:cNvPr>
          <p:cNvSpPr txBox="1"/>
          <p:nvPr/>
        </p:nvSpPr>
        <p:spPr>
          <a:xfrm>
            <a:off x="368928" y="1661823"/>
            <a:ext cx="3072075" cy="523220"/>
          </a:xfrm>
          <a:prstGeom prst="rect">
            <a:avLst/>
          </a:prstGeom>
          <a:noFill/>
        </p:spPr>
        <p:txBody>
          <a:bodyPr wrap="square" rtlCol="0">
            <a:spAutoFit/>
          </a:bodyPr>
          <a:lstStyle/>
          <a:p>
            <a:pPr algn="r"/>
            <a:r>
              <a:rPr lang="en-US" sz="1400" b="1" dirty="0">
                <a:solidFill>
                  <a:schemeClr val="bg2">
                    <a:lumMod val="10000"/>
                  </a:schemeClr>
                </a:solidFill>
                <a:latin typeface="Amasis MT Pro Light" panose="02040304050005020304" pitchFamily="18" charset="0"/>
                <a:cs typeface="Adobe Devanagari" panose="02040503050201020203" pitchFamily="18" charset="0"/>
              </a:rPr>
              <a:t>1, Time-dependent effects hinder cooperation on the public goods game</a:t>
            </a:r>
          </a:p>
        </p:txBody>
      </p:sp>
      <p:pic>
        <p:nvPicPr>
          <p:cNvPr id="44" name="Imagen 43">
            <a:extLst>
              <a:ext uri="{FF2B5EF4-FFF2-40B4-BE49-F238E27FC236}">
                <a16:creationId xmlns:a16="http://schemas.microsoft.com/office/drawing/2014/main" id="{785D0C90-98B8-265E-F42A-1C6AF53E210F}"/>
              </a:ext>
            </a:extLst>
          </p:cNvPr>
          <p:cNvPicPr>
            <a:picLocks noChangeAspect="1"/>
          </p:cNvPicPr>
          <p:nvPr/>
        </p:nvPicPr>
        <p:blipFill>
          <a:blip r:embed="rId3"/>
          <a:stretch>
            <a:fillRect/>
          </a:stretch>
        </p:blipFill>
        <p:spPr>
          <a:xfrm>
            <a:off x="4456224" y="899351"/>
            <a:ext cx="2579500" cy="1528337"/>
          </a:xfrm>
          <a:prstGeom prst="rect">
            <a:avLst/>
          </a:prstGeom>
        </p:spPr>
      </p:pic>
      <p:pic>
        <p:nvPicPr>
          <p:cNvPr id="46" name="Imagen 45">
            <a:extLst>
              <a:ext uri="{FF2B5EF4-FFF2-40B4-BE49-F238E27FC236}">
                <a16:creationId xmlns:a16="http://schemas.microsoft.com/office/drawing/2014/main" id="{2854D648-69FE-DB60-FF5F-3E29E061FEBF}"/>
              </a:ext>
            </a:extLst>
          </p:cNvPr>
          <p:cNvPicPr>
            <a:picLocks noChangeAspect="1"/>
          </p:cNvPicPr>
          <p:nvPr/>
        </p:nvPicPr>
        <p:blipFill>
          <a:blip r:embed="rId4"/>
          <a:stretch>
            <a:fillRect/>
          </a:stretch>
        </p:blipFill>
        <p:spPr>
          <a:xfrm>
            <a:off x="3859907" y="2511897"/>
            <a:ext cx="1755898" cy="1735239"/>
          </a:xfrm>
          <a:prstGeom prst="rect">
            <a:avLst/>
          </a:prstGeom>
        </p:spPr>
      </p:pic>
      <p:pic>
        <p:nvPicPr>
          <p:cNvPr id="47" name="Imagen 46" descr="Patrón de fondo&#10;&#10;El contenido generado por IA puede ser incorrecto.">
            <a:extLst>
              <a:ext uri="{FF2B5EF4-FFF2-40B4-BE49-F238E27FC236}">
                <a16:creationId xmlns:a16="http://schemas.microsoft.com/office/drawing/2014/main" id="{2903E597-F338-59CC-3BE8-33E50DB70050}"/>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853088" y="2615347"/>
            <a:ext cx="3044496" cy="1528337"/>
          </a:xfrm>
          <a:prstGeom prst="rect">
            <a:avLst/>
          </a:prstGeom>
        </p:spPr>
      </p:pic>
      <p:pic>
        <p:nvPicPr>
          <p:cNvPr id="48" name="Imagen 47" descr="Gráfico&#10;&#10;El contenido generado por IA puede ser incorrecto.">
            <a:extLst>
              <a:ext uri="{FF2B5EF4-FFF2-40B4-BE49-F238E27FC236}">
                <a16:creationId xmlns:a16="http://schemas.microsoft.com/office/drawing/2014/main" id="{1F556585-E356-013C-58B4-883D622EAC22}"/>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550380" y="5373909"/>
            <a:ext cx="4886688" cy="1333693"/>
          </a:xfrm>
          <a:prstGeom prst="rect">
            <a:avLst/>
          </a:prstGeom>
        </p:spPr>
      </p:pic>
      <p:pic>
        <p:nvPicPr>
          <p:cNvPr id="49" name="Imagen 48" descr="Gráfico, Gráfico radial&#10;&#10;El contenido generado por IA puede ser incorrecto.">
            <a:extLst>
              <a:ext uri="{FF2B5EF4-FFF2-40B4-BE49-F238E27FC236}">
                <a16:creationId xmlns:a16="http://schemas.microsoft.com/office/drawing/2014/main" id="{584C98E4-89C7-AF79-1C38-497304544169}"/>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6114363" y="4500279"/>
            <a:ext cx="2581968" cy="2151640"/>
          </a:xfrm>
          <a:prstGeom prst="rect">
            <a:avLst/>
          </a:prstGeom>
        </p:spPr>
      </p:pic>
      <p:sp>
        <p:nvSpPr>
          <p:cNvPr id="62" name="CuadroTexto 61">
            <a:extLst>
              <a:ext uri="{FF2B5EF4-FFF2-40B4-BE49-F238E27FC236}">
                <a16:creationId xmlns:a16="http://schemas.microsoft.com/office/drawing/2014/main" id="{4F7AC376-EB10-7DA9-9198-3CFFB2055FBE}"/>
              </a:ext>
            </a:extLst>
          </p:cNvPr>
          <p:cNvSpPr txBox="1"/>
          <p:nvPr/>
        </p:nvSpPr>
        <p:spPr>
          <a:xfrm>
            <a:off x="456680" y="1351172"/>
            <a:ext cx="2984323" cy="307777"/>
          </a:xfrm>
          <a:prstGeom prst="rect">
            <a:avLst/>
          </a:prstGeom>
          <a:noFill/>
        </p:spPr>
        <p:txBody>
          <a:bodyPr wrap="square" rtlCol="0">
            <a:spAutoFit/>
          </a:bodyPr>
          <a:lstStyle/>
          <a:p>
            <a:r>
              <a:rPr lang="es-ES" sz="1400" dirty="0"/>
              <a:t>Cooperación en juegos evolutivos</a:t>
            </a:r>
          </a:p>
        </p:txBody>
      </p:sp>
      <p:sp>
        <p:nvSpPr>
          <p:cNvPr id="63" name="CuadroTexto 62">
            <a:extLst>
              <a:ext uri="{FF2B5EF4-FFF2-40B4-BE49-F238E27FC236}">
                <a16:creationId xmlns:a16="http://schemas.microsoft.com/office/drawing/2014/main" id="{1AE5750F-E61E-1E45-006F-9463E59E3183}"/>
              </a:ext>
            </a:extLst>
          </p:cNvPr>
          <p:cNvSpPr txBox="1"/>
          <p:nvPr/>
        </p:nvSpPr>
        <p:spPr>
          <a:xfrm>
            <a:off x="456002" y="2411160"/>
            <a:ext cx="3072075" cy="307777"/>
          </a:xfrm>
          <a:prstGeom prst="rect">
            <a:avLst/>
          </a:prstGeom>
          <a:noFill/>
        </p:spPr>
        <p:txBody>
          <a:bodyPr wrap="square" rtlCol="0">
            <a:spAutoFit/>
          </a:bodyPr>
          <a:lstStyle/>
          <a:p>
            <a:r>
              <a:rPr lang="es-ES" sz="1400" dirty="0"/>
              <a:t>Medición de la complejidad</a:t>
            </a:r>
          </a:p>
        </p:txBody>
      </p:sp>
      <p:sp>
        <p:nvSpPr>
          <p:cNvPr id="64" name="CuadroTexto 63">
            <a:extLst>
              <a:ext uri="{FF2B5EF4-FFF2-40B4-BE49-F238E27FC236}">
                <a16:creationId xmlns:a16="http://schemas.microsoft.com/office/drawing/2014/main" id="{34E132DD-77E8-D10E-713B-077419C84103}"/>
              </a:ext>
            </a:extLst>
          </p:cNvPr>
          <p:cNvSpPr txBox="1"/>
          <p:nvPr/>
        </p:nvSpPr>
        <p:spPr>
          <a:xfrm>
            <a:off x="456002" y="3966251"/>
            <a:ext cx="3072075" cy="307777"/>
          </a:xfrm>
          <a:prstGeom prst="rect">
            <a:avLst/>
          </a:prstGeom>
          <a:noFill/>
        </p:spPr>
        <p:txBody>
          <a:bodyPr wrap="square" rtlCol="0">
            <a:spAutoFit/>
          </a:bodyPr>
          <a:lstStyle/>
          <a:p>
            <a:r>
              <a:rPr lang="es-ES" sz="1400" dirty="0"/>
              <a:t>Control parcial</a:t>
            </a:r>
          </a:p>
        </p:txBody>
      </p:sp>
      <p:sp>
        <p:nvSpPr>
          <p:cNvPr id="66" name="Rectángulo 65">
            <a:extLst>
              <a:ext uri="{FF2B5EF4-FFF2-40B4-BE49-F238E27FC236}">
                <a16:creationId xmlns:a16="http://schemas.microsoft.com/office/drawing/2014/main" id="{04613121-C3C7-CCA6-FFFC-1456C97C581C}"/>
              </a:ext>
            </a:extLst>
          </p:cNvPr>
          <p:cNvSpPr/>
          <p:nvPr/>
        </p:nvSpPr>
        <p:spPr>
          <a:xfrm flipV="1">
            <a:off x="111862" y="1267377"/>
            <a:ext cx="3688448" cy="1006667"/>
          </a:xfrm>
          <a:prstGeom prst="rect">
            <a:avLst/>
          </a:prstGeom>
          <a:solidFill>
            <a:srgbClr val="FFFFFF">
              <a:alpha val="74902"/>
            </a:srgbClr>
          </a:solidFill>
          <a:ln>
            <a:solidFill>
              <a:srgbClr val="FFFFFF">
                <a:alpha val="50196"/>
              </a:srgb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sz="1400" dirty="0"/>
          </a:p>
        </p:txBody>
      </p:sp>
      <p:sp>
        <p:nvSpPr>
          <p:cNvPr id="67" name="Rectángulo 66">
            <a:extLst>
              <a:ext uri="{FF2B5EF4-FFF2-40B4-BE49-F238E27FC236}">
                <a16:creationId xmlns:a16="http://schemas.microsoft.com/office/drawing/2014/main" id="{4B849E18-ED22-1509-3505-7488E2EE807A}"/>
              </a:ext>
            </a:extLst>
          </p:cNvPr>
          <p:cNvSpPr/>
          <p:nvPr/>
        </p:nvSpPr>
        <p:spPr>
          <a:xfrm>
            <a:off x="368928" y="3946051"/>
            <a:ext cx="3307780" cy="1357183"/>
          </a:xfrm>
          <a:prstGeom prst="rect">
            <a:avLst/>
          </a:prstGeom>
          <a:solidFill>
            <a:srgbClr val="FFFFFF">
              <a:alpha val="74902"/>
            </a:srgbClr>
          </a:solidFill>
          <a:ln>
            <a:solidFill>
              <a:srgbClr val="FFFFFF">
                <a:alpha val="50196"/>
              </a:srgb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sz="1400"/>
          </a:p>
        </p:txBody>
      </p:sp>
      <p:sp>
        <p:nvSpPr>
          <p:cNvPr id="68" name="Rectángulo 67">
            <a:extLst>
              <a:ext uri="{FF2B5EF4-FFF2-40B4-BE49-F238E27FC236}">
                <a16:creationId xmlns:a16="http://schemas.microsoft.com/office/drawing/2014/main" id="{68A5F783-11FE-0EDB-F2F6-1C3EB907B708}"/>
              </a:ext>
            </a:extLst>
          </p:cNvPr>
          <p:cNvSpPr/>
          <p:nvPr/>
        </p:nvSpPr>
        <p:spPr>
          <a:xfrm>
            <a:off x="519181" y="2344772"/>
            <a:ext cx="2945713" cy="1514205"/>
          </a:xfrm>
          <a:prstGeom prst="rect">
            <a:avLst/>
          </a:prstGeom>
          <a:solidFill>
            <a:srgbClr val="FFFFFF">
              <a:alpha val="74902"/>
            </a:srgbClr>
          </a:solidFill>
          <a:ln>
            <a:solidFill>
              <a:srgbClr val="FFFFFF">
                <a:alpha val="50196"/>
              </a:srgb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sz="1400"/>
          </a:p>
        </p:txBody>
      </p:sp>
      <p:sp>
        <p:nvSpPr>
          <p:cNvPr id="69" name="Rectángulo 68">
            <a:extLst>
              <a:ext uri="{FF2B5EF4-FFF2-40B4-BE49-F238E27FC236}">
                <a16:creationId xmlns:a16="http://schemas.microsoft.com/office/drawing/2014/main" id="{23278E49-291B-5446-67C2-482D25C043CE}"/>
              </a:ext>
            </a:extLst>
          </p:cNvPr>
          <p:cNvSpPr/>
          <p:nvPr/>
        </p:nvSpPr>
        <p:spPr>
          <a:xfrm>
            <a:off x="4108552" y="612484"/>
            <a:ext cx="3208039" cy="1899413"/>
          </a:xfrm>
          <a:prstGeom prst="rect">
            <a:avLst/>
          </a:prstGeom>
          <a:solidFill>
            <a:srgbClr val="FFFFFF">
              <a:alpha val="50196"/>
            </a:srgbClr>
          </a:solidFill>
          <a:ln>
            <a:solidFill>
              <a:srgbClr val="FFFFFF">
                <a:alpha val="50196"/>
              </a:srgb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sz="1400"/>
          </a:p>
        </p:txBody>
      </p:sp>
      <p:sp>
        <p:nvSpPr>
          <p:cNvPr id="70" name="Rectángulo 69">
            <a:extLst>
              <a:ext uri="{FF2B5EF4-FFF2-40B4-BE49-F238E27FC236}">
                <a16:creationId xmlns:a16="http://schemas.microsoft.com/office/drawing/2014/main" id="{AF8E2C5B-5AFE-5DDC-24C5-36005F6E6B50}"/>
              </a:ext>
            </a:extLst>
          </p:cNvPr>
          <p:cNvSpPr/>
          <p:nvPr/>
        </p:nvSpPr>
        <p:spPr>
          <a:xfrm>
            <a:off x="3805339" y="2492486"/>
            <a:ext cx="1869551" cy="1781542"/>
          </a:xfrm>
          <a:prstGeom prst="rect">
            <a:avLst/>
          </a:prstGeom>
          <a:solidFill>
            <a:srgbClr val="FFFFFF">
              <a:alpha val="50196"/>
            </a:srgbClr>
          </a:solidFill>
          <a:ln>
            <a:solidFill>
              <a:srgbClr val="FFFFFF">
                <a:alpha val="50196"/>
              </a:srgb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sz="1400"/>
          </a:p>
        </p:txBody>
      </p:sp>
      <p:sp>
        <p:nvSpPr>
          <p:cNvPr id="71" name="Rectángulo 70">
            <a:extLst>
              <a:ext uri="{FF2B5EF4-FFF2-40B4-BE49-F238E27FC236}">
                <a16:creationId xmlns:a16="http://schemas.microsoft.com/office/drawing/2014/main" id="{36E6CC1B-109A-A645-7270-AFA6F39AFC2D}"/>
              </a:ext>
            </a:extLst>
          </p:cNvPr>
          <p:cNvSpPr/>
          <p:nvPr/>
        </p:nvSpPr>
        <p:spPr>
          <a:xfrm>
            <a:off x="5745974" y="2531136"/>
            <a:ext cx="3308455" cy="1696757"/>
          </a:xfrm>
          <a:prstGeom prst="rect">
            <a:avLst/>
          </a:prstGeom>
          <a:solidFill>
            <a:srgbClr val="FFFFFF">
              <a:alpha val="50196"/>
            </a:srgbClr>
          </a:solidFill>
          <a:ln>
            <a:solidFill>
              <a:srgbClr val="FFFFFF">
                <a:alpha val="50196"/>
              </a:srgb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sz="1400"/>
          </a:p>
        </p:txBody>
      </p:sp>
      <p:sp>
        <p:nvSpPr>
          <p:cNvPr id="72" name="Rectángulo 71">
            <a:extLst>
              <a:ext uri="{FF2B5EF4-FFF2-40B4-BE49-F238E27FC236}">
                <a16:creationId xmlns:a16="http://schemas.microsoft.com/office/drawing/2014/main" id="{A99E4BCD-30B6-AE32-00FF-795C9799B83D}"/>
              </a:ext>
            </a:extLst>
          </p:cNvPr>
          <p:cNvSpPr/>
          <p:nvPr/>
        </p:nvSpPr>
        <p:spPr>
          <a:xfrm>
            <a:off x="603633" y="5303234"/>
            <a:ext cx="4978017" cy="1497616"/>
          </a:xfrm>
          <a:prstGeom prst="rect">
            <a:avLst/>
          </a:prstGeom>
          <a:solidFill>
            <a:srgbClr val="FFFFFF">
              <a:alpha val="50196"/>
            </a:srgbClr>
          </a:solidFill>
          <a:ln>
            <a:solidFill>
              <a:srgbClr val="FFFFFF">
                <a:alpha val="50196"/>
              </a:srgb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sz="1400"/>
          </a:p>
        </p:txBody>
      </p:sp>
      <p:sp>
        <p:nvSpPr>
          <p:cNvPr id="73" name="Rectángulo 72">
            <a:extLst>
              <a:ext uri="{FF2B5EF4-FFF2-40B4-BE49-F238E27FC236}">
                <a16:creationId xmlns:a16="http://schemas.microsoft.com/office/drawing/2014/main" id="{0B376088-BB01-6703-82C7-9423D7333F42}"/>
              </a:ext>
            </a:extLst>
          </p:cNvPr>
          <p:cNvSpPr/>
          <p:nvPr/>
        </p:nvSpPr>
        <p:spPr>
          <a:xfrm>
            <a:off x="5778354" y="4188952"/>
            <a:ext cx="3048146" cy="2518649"/>
          </a:xfrm>
          <a:prstGeom prst="rect">
            <a:avLst/>
          </a:prstGeom>
          <a:solidFill>
            <a:srgbClr val="FFFFFF">
              <a:alpha val="50196"/>
            </a:srgbClr>
          </a:solidFill>
          <a:ln>
            <a:solidFill>
              <a:srgbClr val="FFFFFF">
                <a:alpha val="50196"/>
              </a:srgb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sz="1400"/>
          </a:p>
        </p:txBody>
      </p:sp>
      <p:sp>
        <p:nvSpPr>
          <p:cNvPr id="12" name="CuadroTexto 11">
            <a:extLst>
              <a:ext uri="{FF2B5EF4-FFF2-40B4-BE49-F238E27FC236}">
                <a16:creationId xmlns:a16="http://schemas.microsoft.com/office/drawing/2014/main" id="{86B9074B-D5DC-33A7-11B7-7E685148D0AC}"/>
              </a:ext>
            </a:extLst>
          </p:cNvPr>
          <p:cNvSpPr txBox="1"/>
          <p:nvPr/>
        </p:nvSpPr>
        <p:spPr>
          <a:xfrm>
            <a:off x="0" y="0"/>
            <a:ext cx="8782430" cy="646331"/>
          </a:xfrm>
          <a:prstGeom prst="rect">
            <a:avLst/>
          </a:prstGeom>
          <a:noFill/>
        </p:spPr>
        <p:txBody>
          <a:bodyPr wrap="square" rtlCol="0">
            <a:spAutoFit/>
          </a:bodyPr>
          <a:lstStyle/>
          <a:p>
            <a:pPr algn="r"/>
            <a:r>
              <a:rPr lang="es-ES" sz="3600" b="1" dirty="0">
                <a:solidFill>
                  <a:schemeClr val="bg2">
                    <a:lumMod val="10000"/>
                  </a:schemeClr>
                </a:solidFill>
                <a:latin typeface="Amasis MT Pro Light" panose="02040304050005020304" pitchFamily="18" charset="0"/>
                <a:cs typeface="Adobe Devanagari" panose="02040503050201020203" pitchFamily="18" charset="0"/>
              </a:rPr>
              <a:t>Introducción</a:t>
            </a:r>
            <a:endParaRPr lang="es-ES" sz="4800" b="1" dirty="0">
              <a:solidFill>
                <a:schemeClr val="bg2">
                  <a:lumMod val="10000"/>
                </a:schemeClr>
              </a:solidFill>
              <a:latin typeface="Amasis MT Pro Light" panose="02040304050005020304" pitchFamily="18" charset="0"/>
              <a:cs typeface="Adobe Devanagari" panose="02040503050201020203" pitchFamily="18" charset="0"/>
            </a:endParaRPr>
          </a:p>
        </p:txBody>
      </p:sp>
    </p:spTree>
    <p:extLst>
      <p:ext uri="{BB962C8B-B14F-4D97-AF65-F5344CB8AC3E}">
        <p14:creationId xmlns:p14="http://schemas.microsoft.com/office/powerpoint/2010/main" val="9776300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xit" presetSubtype="0" fill="hold" grpId="0" nodeType="clickEffect">
                                  <p:stCondLst>
                                    <p:cond delay="0"/>
                                  </p:stCondLst>
                                  <p:childTnLst>
                                    <p:animEffect transition="out" filter="fade">
                                      <p:cBhvr>
                                        <p:cTn id="6" dur="500"/>
                                        <p:tgtEl>
                                          <p:spTgt spid="66"/>
                                        </p:tgtEl>
                                      </p:cBhvr>
                                    </p:animEffect>
                                    <p:set>
                                      <p:cBhvr>
                                        <p:cTn id="7" dur="1" fill="hold">
                                          <p:stCondLst>
                                            <p:cond delay="499"/>
                                          </p:stCondLst>
                                        </p:cTn>
                                        <p:tgtEl>
                                          <p:spTgt spid="66"/>
                                        </p:tgtEl>
                                        <p:attrNameLst>
                                          <p:attrName>style.visibility</p:attrName>
                                        </p:attrNameLst>
                                      </p:cBhvr>
                                      <p:to>
                                        <p:strVal val="hidden"/>
                                      </p:to>
                                    </p:set>
                                  </p:childTnLst>
                                </p:cTn>
                              </p:par>
                              <p:par>
                                <p:cTn id="8" presetID="10" presetClass="exit" presetSubtype="0" fill="hold" grpId="0" nodeType="withEffect">
                                  <p:stCondLst>
                                    <p:cond delay="0"/>
                                  </p:stCondLst>
                                  <p:childTnLst>
                                    <p:animEffect transition="out" filter="fade">
                                      <p:cBhvr>
                                        <p:cTn id="9" dur="500"/>
                                        <p:tgtEl>
                                          <p:spTgt spid="69"/>
                                        </p:tgtEl>
                                      </p:cBhvr>
                                    </p:animEffect>
                                    <p:set>
                                      <p:cBhvr>
                                        <p:cTn id="10" dur="1" fill="hold">
                                          <p:stCondLst>
                                            <p:cond delay="499"/>
                                          </p:stCondLst>
                                        </p:cTn>
                                        <p:tgtEl>
                                          <p:spTgt spid="69"/>
                                        </p:tgtEl>
                                        <p:attrNameLst>
                                          <p:attrName>style.visibility</p:attrName>
                                        </p:attrNameLst>
                                      </p:cBhvr>
                                      <p:to>
                                        <p:strVal val="hidden"/>
                                      </p:to>
                                    </p:se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1" nodeType="clickEffect">
                                  <p:stCondLst>
                                    <p:cond delay="0"/>
                                  </p:stCondLst>
                                  <p:childTnLst>
                                    <p:set>
                                      <p:cBhvr>
                                        <p:cTn id="14" dur="1" fill="hold">
                                          <p:stCondLst>
                                            <p:cond delay="0"/>
                                          </p:stCondLst>
                                        </p:cTn>
                                        <p:tgtEl>
                                          <p:spTgt spid="69"/>
                                        </p:tgtEl>
                                        <p:attrNameLst>
                                          <p:attrName>style.visibility</p:attrName>
                                        </p:attrNameLst>
                                      </p:cBhvr>
                                      <p:to>
                                        <p:strVal val="visible"/>
                                      </p:to>
                                    </p:set>
                                    <p:animEffect transition="in" filter="fade">
                                      <p:cBhvr>
                                        <p:cTn id="15" dur="500"/>
                                        <p:tgtEl>
                                          <p:spTgt spid="69"/>
                                        </p:tgtEl>
                                      </p:cBhvr>
                                    </p:animEffect>
                                  </p:childTnLst>
                                </p:cTn>
                              </p:par>
                              <p:par>
                                <p:cTn id="16" presetID="10" presetClass="entr" presetSubtype="0" fill="hold" grpId="1" nodeType="withEffect">
                                  <p:stCondLst>
                                    <p:cond delay="0"/>
                                  </p:stCondLst>
                                  <p:childTnLst>
                                    <p:set>
                                      <p:cBhvr>
                                        <p:cTn id="17" dur="1" fill="hold">
                                          <p:stCondLst>
                                            <p:cond delay="0"/>
                                          </p:stCondLst>
                                        </p:cTn>
                                        <p:tgtEl>
                                          <p:spTgt spid="66"/>
                                        </p:tgtEl>
                                        <p:attrNameLst>
                                          <p:attrName>style.visibility</p:attrName>
                                        </p:attrNameLst>
                                      </p:cBhvr>
                                      <p:to>
                                        <p:strVal val="visible"/>
                                      </p:to>
                                    </p:set>
                                    <p:animEffect transition="in" filter="fade">
                                      <p:cBhvr>
                                        <p:cTn id="18" dur="500"/>
                                        <p:tgtEl>
                                          <p:spTgt spid="66"/>
                                        </p:tgtEl>
                                      </p:cBhvr>
                                    </p:animEffect>
                                  </p:childTnLst>
                                </p:cTn>
                              </p:par>
                              <p:par>
                                <p:cTn id="19" presetID="10" presetClass="exit" presetSubtype="0" fill="hold" grpId="0" nodeType="withEffect">
                                  <p:stCondLst>
                                    <p:cond delay="0"/>
                                  </p:stCondLst>
                                  <p:childTnLst>
                                    <p:animEffect transition="out" filter="fade">
                                      <p:cBhvr>
                                        <p:cTn id="20" dur="500"/>
                                        <p:tgtEl>
                                          <p:spTgt spid="68"/>
                                        </p:tgtEl>
                                      </p:cBhvr>
                                    </p:animEffect>
                                    <p:set>
                                      <p:cBhvr>
                                        <p:cTn id="21" dur="1" fill="hold">
                                          <p:stCondLst>
                                            <p:cond delay="499"/>
                                          </p:stCondLst>
                                        </p:cTn>
                                        <p:tgtEl>
                                          <p:spTgt spid="68"/>
                                        </p:tgtEl>
                                        <p:attrNameLst>
                                          <p:attrName>style.visibility</p:attrName>
                                        </p:attrNameLst>
                                      </p:cBhvr>
                                      <p:to>
                                        <p:strVal val="hidden"/>
                                      </p:to>
                                    </p:set>
                                  </p:childTnLst>
                                </p:cTn>
                              </p:par>
                              <p:par>
                                <p:cTn id="22" presetID="10" presetClass="exit" presetSubtype="0" fill="hold" grpId="0" nodeType="withEffect">
                                  <p:stCondLst>
                                    <p:cond delay="0"/>
                                  </p:stCondLst>
                                  <p:childTnLst>
                                    <p:animEffect transition="out" filter="fade">
                                      <p:cBhvr>
                                        <p:cTn id="23" dur="500"/>
                                        <p:tgtEl>
                                          <p:spTgt spid="70"/>
                                        </p:tgtEl>
                                      </p:cBhvr>
                                    </p:animEffect>
                                    <p:set>
                                      <p:cBhvr>
                                        <p:cTn id="24" dur="1" fill="hold">
                                          <p:stCondLst>
                                            <p:cond delay="499"/>
                                          </p:stCondLst>
                                        </p:cTn>
                                        <p:tgtEl>
                                          <p:spTgt spid="70"/>
                                        </p:tgtEl>
                                        <p:attrNameLst>
                                          <p:attrName>style.visibility</p:attrName>
                                        </p:attrNameLst>
                                      </p:cBhvr>
                                      <p:to>
                                        <p:strVal val="hidden"/>
                                      </p:to>
                                    </p:set>
                                  </p:childTnLst>
                                </p:cTn>
                              </p:par>
                              <p:par>
                                <p:cTn id="25" presetID="10" presetClass="exit" presetSubtype="0" fill="hold" grpId="0" nodeType="withEffect">
                                  <p:stCondLst>
                                    <p:cond delay="0"/>
                                  </p:stCondLst>
                                  <p:childTnLst>
                                    <p:animEffect transition="out" filter="fade">
                                      <p:cBhvr>
                                        <p:cTn id="26" dur="500"/>
                                        <p:tgtEl>
                                          <p:spTgt spid="71"/>
                                        </p:tgtEl>
                                      </p:cBhvr>
                                    </p:animEffect>
                                    <p:set>
                                      <p:cBhvr>
                                        <p:cTn id="27" dur="1" fill="hold">
                                          <p:stCondLst>
                                            <p:cond delay="499"/>
                                          </p:stCondLst>
                                        </p:cTn>
                                        <p:tgtEl>
                                          <p:spTgt spid="71"/>
                                        </p:tgtEl>
                                        <p:attrNameLst>
                                          <p:attrName>style.visibility</p:attrName>
                                        </p:attrNameLst>
                                      </p:cBhvr>
                                      <p:to>
                                        <p:strVal val="hidden"/>
                                      </p:to>
                                    </p:se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1" nodeType="clickEffect">
                                  <p:stCondLst>
                                    <p:cond delay="0"/>
                                  </p:stCondLst>
                                  <p:childTnLst>
                                    <p:set>
                                      <p:cBhvr>
                                        <p:cTn id="31" dur="1" fill="hold">
                                          <p:stCondLst>
                                            <p:cond delay="0"/>
                                          </p:stCondLst>
                                        </p:cTn>
                                        <p:tgtEl>
                                          <p:spTgt spid="68"/>
                                        </p:tgtEl>
                                        <p:attrNameLst>
                                          <p:attrName>style.visibility</p:attrName>
                                        </p:attrNameLst>
                                      </p:cBhvr>
                                      <p:to>
                                        <p:strVal val="visible"/>
                                      </p:to>
                                    </p:set>
                                    <p:animEffect transition="in" filter="fade">
                                      <p:cBhvr>
                                        <p:cTn id="32" dur="500"/>
                                        <p:tgtEl>
                                          <p:spTgt spid="68"/>
                                        </p:tgtEl>
                                      </p:cBhvr>
                                    </p:animEffect>
                                  </p:childTnLst>
                                </p:cTn>
                              </p:par>
                              <p:par>
                                <p:cTn id="33" presetID="10" presetClass="entr" presetSubtype="0" fill="hold" grpId="1" nodeType="withEffect">
                                  <p:stCondLst>
                                    <p:cond delay="0"/>
                                  </p:stCondLst>
                                  <p:childTnLst>
                                    <p:set>
                                      <p:cBhvr>
                                        <p:cTn id="34" dur="1" fill="hold">
                                          <p:stCondLst>
                                            <p:cond delay="0"/>
                                          </p:stCondLst>
                                        </p:cTn>
                                        <p:tgtEl>
                                          <p:spTgt spid="70"/>
                                        </p:tgtEl>
                                        <p:attrNameLst>
                                          <p:attrName>style.visibility</p:attrName>
                                        </p:attrNameLst>
                                      </p:cBhvr>
                                      <p:to>
                                        <p:strVal val="visible"/>
                                      </p:to>
                                    </p:set>
                                    <p:animEffect transition="in" filter="fade">
                                      <p:cBhvr>
                                        <p:cTn id="35" dur="500"/>
                                        <p:tgtEl>
                                          <p:spTgt spid="70"/>
                                        </p:tgtEl>
                                      </p:cBhvr>
                                    </p:animEffect>
                                  </p:childTnLst>
                                </p:cTn>
                              </p:par>
                              <p:par>
                                <p:cTn id="36" presetID="10" presetClass="entr" presetSubtype="0" fill="hold" grpId="1" nodeType="withEffect">
                                  <p:stCondLst>
                                    <p:cond delay="0"/>
                                  </p:stCondLst>
                                  <p:childTnLst>
                                    <p:set>
                                      <p:cBhvr>
                                        <p:cTn id="37" dur="1" fill="hold">
                                          <p:stCondLst>
                                            <p:cond delay="0"/>
                                          </p:stCondLst>
                                        </p:cTn>
                                        <p:tgtEl>
                                          <p:spTgt spid="71"/>
                                        </p:tgtEl>
                                        <p:attrNameLst>
                                          <p:attrName>style.visibility</p:attrName>
                                        </p:attrNameLst>
                                      </p:cBhvr>
                                      <p:to>
                                        <p:strVal val="visible"/>
                                      </p:to>
                                    </p:set>
                                    <p:animEffect transition="in" filter="fade">
                                      <p:cBhvr>
                                        <p:cTn id="38" dur="500"/>
                                        <p:tgtEl>
                                          <p:spTgt spid="71"/>
                                        </p:tgtEl>
                                      </p:cBhvr>
                                    </p:animEffect>
                                  </p:childTnLst>
                                </p:cTn>
                              </p:par>
                              <p:par>
                                <p:cTn id="39" presetID="10" presetClass="exit" presetSubtype="0" fill="hold" grpId="0" nodeType="withEffect">
                                  <p:stCondLst>
                                    <p:cond delay="0"/>
                                  </p:stCondLst>
                                  <p:childTnLst>
                                    <p:animEffect transition="out" filter="fade">
                                      <p:cBhvr>
                                        <p:cTn id="40" dur="500"/>
                                        <p:tgtEl>
                                          <p:spTgt spid="72"/>
                                        </p:tgtEl>
                                      </p:cBhvr>
                                    </p:animEffect>
                                    <p:set>
                                      <p:cBhvr>
                                        <p:cTn id="41" dur="1" fill="hold">
                                          <p:stCondLst>
                                            <p:cond delay="499"/>
                                          </p:stCondLst>
                                        </p:cTn>
                                        <p:tgtEl>
                                          <p:spTgt spid="72"/>
                                        </p:tgtEl>
                                        <p:attrNameLst>
                                          <p:attrName>style.visibility</p:attrName>
                                        </p:attrNameLst>
                                      </p:cBhvr>
                                      <p:to>
                                        <p:strVal val="hidden"/>
                                      </p:to>
                                    </p:set>
                                  </p:childTnLst>
                                </p:cTn>
                              </p:par>
                              <p:par>
                                <p:cTn id="42" presetID="10" presetClass="exit" presetSubtype="0" fill="hold" grpId="0" nodeType="withEffect">
                                  <p:stCondLst>
                                    <p:cond delay="0"/>
                                  </p:stCondLst>
                                  <p:childTnLst>
                                    <p:animEffect transition="out" filter="fade">
                                      <p:cBhvr>
                                        <p:cTn id="43" dur="500"/>
                                        <p:tgtEl>
                                          <p:spTgt spid="73"/>
                                        </p:tgtEl>
                                      </p:cBhvr>
                                    </p:animEffect>
                                    <p:set>
                                      <p:cBhvr>
                                        <p:cTn id="44" dur="1" fill="hold">
                                          <p:stCondLst>
                                            <p:cond delay="499"/>
                                          </p:stCondLst>
                                        </p:cTn>
                                        <p:tgtEl>
                                          <p:spTgt spid="73"/>
                                        </p:tgtEl>
                                        <p:attrNameLst>
                                          <p:attrName>style.visibility</p:attrName>
                                        </p:attrNameLst>
                                      </p:cBhvr>
                                      <p:to>
                                        <p:strVal val="hidden"/>
                                      </p:to>
                                    </p:set>
                                  </p:childTnLst>
                                </p:cTn>
                              </p:par>
                              <p:par>
                                <p:cTn id="45" presetID="10" presetClass="exit" presetSubtype="0" fill="hold" grpId="0" nodeType="withEffect">
                                  <p:stCondLst>
                                    <p:cond delay="0"/>
                                  </p:stCondLst>
                                  <p:childTnLst>
                                    <p:animEffect transition="out" filter="fade">
                                      <p:cBhvr>
                                        <p:cTn id="46" dur="500"/>
                                        <p:tgtEl>
                                          <p:spTgt spid="67"/>
                                        </p:tgtEl>
                                      </p:cBhvr>
                                    </p:animEffect>
                                    <p:set>
                                      <p:cBhvr>
                                        <p:cTn id="47" dur="1" fill="hold">
                                          <p:stCondLst>
                                            <p:cond delay="499"/>
                                          </p:stCondLst>
                                        </p:cTn>
                                        <p:tgtEl>
                                          <p:spTgt spid="67"/>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6" grpId="0" animBg="1"/>
      <p:bldP spid="66" grpId="1" animBg="1"/>
      <p:bldP spid="67" grpId="0" animBg="1"/>
      <p:bldP spid="68" grpId="0" animBg="1"/>
      <p:bldP spid="68" grpId="1" animBg="1"/>
      <p:bldP spid="69" grpId="0" animBg="1"/>
      <p:bldP spid="69" grpId="1" animBg="1"/>
      <p:bldP spid="70" grpId="0" animBg="1"/>
      <p:bldP spid="70" grpId="1" animBg="1"/>
      <p:bldP spid="71" grpId="0" animBg="1"/>
      <p:bldP spid="71" grpId="1" animBg="1"/>
      <p:bldP spid="72" grpId="0" animBg="1"/>
      <p:bldP spid="73"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28B071-DCF6-ABC1-B062-A9F6DCDFFB0F}"/>
            </a:ext>
          </a:extLst>
        </p:cNvPr>
        <p:cNvGrpSpPr/>
        <p:nvPr/>
      </p:nvGrpSpPr>
      <p:grpSpPr>
        <a:xfrm>
          <a:off x="0" y="0"/>
          <a:ext cx="0" cy="0"/>
          <a:chOff x="0" y="0"/>
          <a:chExt cx="0" cy="0"/>
        </a:xfrm>
      </p:grpSpPr>
      <p:sp>
        <p:nvSpPr>
          <p:cNvPr id="2" name="CuadroTexto 1">
            <a:extLst>
              <a:ext uri="{FF2B5EF4-FFF2-40B4-BE49-F238E27FC236}">
                <a16:creationId xmlns:a16="http://schemas.microsoft.com/office/drawing/2014/main" id="{9F92BCE5-4796-BA4C-1555-BA6A58204DD4}"/>
              </a:ext>
            </a:extLst>
          </p:cNvPr>
          <p:cNvSpPr txBox="1"/>
          <p:nvPr/>
        </p:nvSpPr>
        <p:spPr>
          <a:xfrm>
            <a:off x="-5693" y="0"/>
            <a:ext cx="8782430" cy="1200329"/>
          </a:xfrm>
          <a:prstGeom prst="rect">
            <a:avLst/>
          </a:prstGeom>
          <a:noFill/>
        </p:spPr>
        <p:txBody>
          <a:bodyPr wrap="square" rtlCol="0">
            <a:spAutoFit/>
          </a:bodyPr>
          <a:lstStyle/>
          <a:p>
            <a:pPr algn="r"/>
            <a:r>
              <a:rPr lang="es-ES" sz="3600" b="1" dirty="0">
                <a:latin typeface="Amasis MT Pro Light" panose="02040304050005020304" pitchFamily="18" charset="0"/>
                <a:cs typeface="Adobe Devanagari" panose="02040503050201020203" pitchFamily="18" charset="0"/>
              </a:rPr>
              <a:t>1</a:t>
            </a:r>
            <a:r>
              <a:rPr lang="es-ES" sz="3600" b="1" dirty="0">
                <a:solidFill>
                  <a:schemeClr val="bg2">
                    <a:lumMod val="10000"/>
                  </a:schemeClr>
                </a:solidFill>
                <a:latin typeface="Amasis MT Pro Light" panose="02040304050005020304" pitchFamily="18" charset="0"/>
                <a:cs typeface="Adobe Devanagari" panose="02040503050201020203" pitchFamily="18" charset="0"/>
              </a:rPr>
              <a:t>. </a:t>
            </a:r>
            <a:r>
              <a:rPr lang="en-US" sz="3600" b="1" dirty="0">
                <a:solidFill>
                  <a:schemeClr val="bg2">
                    <a:lumMod val="10000"/>
                  </a:schemeClr>
                </a:solidFill>
                <a:latin typeface="Amasis MT Pro Light" panose="02040304050005020304" pitchFamily="18" charset="0"/>
                <a:cs typeface="Adobe Devanagari" panose="02040503050201020203" pitchFamily="18" charset="0"/>
              </a:rPr>
              <a:t>Time-dependent effects hinder cooperation on the public goods game</a:t>
            </a:r>
          </a:p>
        </p:txBody>
      </p:sp>
      <p:pic>
        <p:nvPicPr>
          <p:cNvPr id="5" name="Imagen 4">
            <a:extLst>
              <a:ext uri="{FF2B5EF4-FFF2-40B4-BE49-F238E27FC236}">
                <a16:creationId xmlns:a16="http://schemas.microsoft.com/office/drawing/2014/main" id="{454DE507-6FAF-E625-2D68-89314E8B5BBB}"/>
              </a:ext>
            </a:extLst>
          </p:cNvPr>
          <p:cNvPicPr>
            <a:picLocks noChangeAspect="1"/>
          </p:cNvPicPr>
          <p:nvPr/>
        </p:nvPicPr>
        <p:blipFill>
          <a:blip r:embed="rId2"/>
          <a:stretch>
            <a:fillRect/>
          </a:stretch>
        </p:blipFill>
        <p:spPr>
          <a:xfrm>
            <a:off x="923416" y="1631909"/>
            <a:ext cx="7297168" cy="4429743"/>
          </a:xfrm>
          <a:prstGeom prst="rect">
            <a:avLst/>
          </a:prstGeom>
        </p:spPr>
      </p:pic>
      <p:pic>
        <p:nvPicPr>
          <p:cNvPr id="4" name="Imagen 3">
            <a:extLst>
              <a:ext uri="{FF2B5EF4-FFF2-40B4-BE49-F238E27FC236}">
                <a16:creationId xmlns:a16="http://schemas.microsoft.com/office/drawing/2014/main" id="{C19C80A8-EF3E-46B6-42F5-EAA1B359456B}"/>
              </a:ext>
            </a:extLst>
          </p:cNvPr>
          <p:cNvPicPr>
            <a:picLocks noChangeAspect="1"/>
          </p:cNvPicPr>
          <p:nvPr/>
        </p:nvPicPr>
        <p:blipFill>
          <a:blip r:embed="rId3"/>
          <a:stretch>
            <a:fillRect/>
          </a:stretch>
        </p:blipFill>
        <p:spPr>
          <a:xfrm>
            <a:off x="61829" y="6267857"/>
            <a:ext cx="8905708" cy="450749"/>
          </a:xfrm>
          <a:prstGeom prst="rect">
            <a:avLst/>
          </a:prstGeom>
        </p:spPr>
      </p:pic>
      <p:sp>
        <p:nvSpPr>
          <p:cNvPr id="3" name="Rectángulo: esquinas redondeadas 2">
            <a:extLst>
              <a:ext uri="{FF2B5EF4-FFF2-40B4-BE49-F238E27FC236}">
                <a16:creationId xmlns:a16="http://schemas.microsoft.com/office/drawing/2014/main" id="{309F9282-0B70-BCDC-7B98-DB97F935B682}"/>
              </a:ext>
            </a:extLst>
          </p:cNvPr>
          <p:cNvSpPr/>
          <p:nvPr/>
        </p:nvSpPr>
        <p:spPr>
          <a:xfrm>
            <a:off x="-5694" y="6127750"/>
            <a:ext cx="9149693" cy="721185"/>
          </a:xfrm>
          <a:prstGeom prst="roundRect">
            <a:avLst/>
          </a:prstGeom>
          <a:noFill/>
          <a:ln w="38100">
            <a:solidFill>
              <a:schemeClr val="bg2">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Tree>
    <p:extLst>
      <p:ext uri="{BB962C8B-B14F-4D97-AF65-F5344CB8AC3E}">
        <p14:creationId xmlns:p14="http://schemas.microsoft.com/office/powerpoint/2010/main" val="338942470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85ABA1-82E9-D762-82B8-F28D547A4A16}"/>
            </a:ext>
          </a:extLst>
        </p:cNvPr>
        <p:cNvGrpSpPr/>
        <p:nvPr/>
      </p:nvGrpSpPr>
      <p:grpSpPr>
        <a:xfrm>
          <a:off x="0" y="0"/>
          <a:ext cx="0" cy="0"/>
          <a:chOff x="0" y="0"/>
          <a:chExt cx="0" cy="0"/>
        </a:xfrm>
      </p:grpSpPr>
      <p:sp>
        <p:nvSpPr>
          <p:cNvPr id="3" name="CuadroTexto 2">
            <a:extLst>
              <a:ext uri="{FF2B5EF4-FFF2-40B4-BE49-F238E27FC236}">
                <a16:creationId xmlns:a16="http://schemas.microsoft.com/office/drawing/2014/main" id="{277F0E43-E61B-4CDF-75DA-6C0133C8FD97}"/>
              </a:ext>
            </a:extLst>
          </p:cNvPr>
          <p:cNvSpPr txBox="1"/>
          <p:nvPr/>
        </p:nvSpPr>
        <p:spPr>
          <a:xfrm>
            <a:off x="1641475" y="1291172"/>
            <a:ext cx="1589442" cy="830997"/>
          </a:xfrm>
          <a:prstGeom prst="rect">
            <a:avLst/>
          </a:prstGeom>
          <a:noFill/>
        </p:spPr>
        <p:txBody>
          <a:bodyPr wrap="square" rtlCol="0">
            <a:spAutoFit/>
          </a:bodyPr>
          <a:lstStyle/>
          <a:p>
            <a:pPr algn="ctr"/>
            <a:r>
              <a:rPr lang="es-ES" sz="2400" dirty="0">
                <a:solidFill>
                  <a:schemeClr val="bg2">
                    <a:lumMod val="25000"/>
                  </a:schemeClr>
                </a:solidFill>
                <a:latin typeface="Amasis MT Pro" panose="02040504050005020304" pitchFamily="18" charset="0"/>
              </a:rPr>
              <a:t>Aptitud (fitness)</a:t>
            </a:r>
          </a:p>
        </p:txBody>
      </p:sp>
      <p:sp>
        <p:nvSpPr>
          <p:cNvPr id="5" name="CuadroTexto 4">
            <a:extLst>
              <a:ext uri="{FF2B5EF4-FFF2-40B4-BE49-F238E27FC236}">
                <a16:creationId xmlns:a16="http://schemas.microsoft.com/office/drawing/2014/main" id="{53F317F5-E355-8DC9-DC02-231B1C61C40B}"/>
              </a:ext>
            </a:extLst>
          </p:cNvPr>
          <p:cNvSpPr txBox="1"/>
          <p:nvPr/>
        </p:nvSpPr>
        <p:spPr>
          <a:xfrm>
            <a:off x="4730396" y="1398584"/>
            <a:ext cx="2014538" cy="830997"/>
          </a:xfrm>
          <a:prstGeom prst="rect">
            <a:avLst/>
          </a:prstGeom>
          <a:noFill/>
        </p:spPr>
        <p:txBody>
          <a:bodyPr wrap="square" rtlCol="0">
            <a:spAutoFit/>
          </a:bodyPr>
          <a:lstStyle/>
          <a:p>
            <a:pPr algn="ctr"/>
            <a:r>
              <a:rPr lang="es-ES" sz="2400" dirty="0">
                <a:solidFill>
                  <a:schemeClr val="bg2">
                    <a:lumMod val="25000"/>
                  </a:schemeClr>
                </a:solidFill>
                <a:latin typeface="Amasis MT Pro" panose="02040504050005020304" pitchFamily="18" charset="0"/>
              </a:rPr>
              <a:t>Recompensa (</a:t>
            </a:r>
            <a:r>
              <a:rPr lang="es-ES" sz="2400" dirty="0" err="1">
                <a:solidFill>
                  <a:schemeClr val="bg2">
                    <a:lumMod val="25000"/>
                  </a:schemeClr>
                </a:solidFill>
                <a:latin typeface="Amasis MT Pro" panose="02040504050005020304" pitchFamily="18" charset="0"/>
              </a:rPr>
              <a:t>payoff</a:t>
            </a:r>
            <a:r>
              <a:rPr lang="es-ES" sz="2400" dirty="0">
                <a:solidFill>
                  <a:schemeClr val="bg2">
                    <a:lumMod val="25000"/>
                  </a:schemeClr>
                </a:solidFill>
                <a:latin typeface="Amasis MT Pro" panose="02040504050005020304" pitchFamily="18" charset="0"/>
              </a:rPr>
              <a:t>)</a:t>
            </a:r>
          </a:p>
        </p:txBody>
      </p:sp>
      <p:cxnSp>
        <p:nvCxnSpPr>
          <p:cNvPr id="7" name="Conector recto de flecha 6">
            <a:extLst>
              <a:ext uri="{FF2B5EF4-FFF2-40B4-BE49-F238E27FC236}">
                <a16:creationId xmlns:a16="http://schemas.microsoft.com/office/drawing/2014/main" id="{355CC1C1-CECC-9E54-30DA-A125A5325176}"/>
              </a:ext>
            </a:extLst>
          </p:cNvPr>
          <p:cNvCxnSpPr>
            <a:cxnSpLocks/>
          </p:cNvCxnSpPr>
          <p:nvPr/>
        </p:nvCxnSpPr>
        <p:spPr>
          <a:xfrm flipH="1">
            <a:off x="3395663" y="1706670"/>
            <a:ext cx="1133475" cy="0"/>
          </a:xfrm>
          <a:prstGeom prst="straightConnector1">
            <a:avLst/>
          </a:prstGeom>
          <a:ln w="76200">
            <a:solidFill>
              <a:schemeClr val="bg2">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8" name="CuadroTexto 7">
            <a:extLst>
              <a:ext uri="{FF2B5EF4-FFF2-40B4-BE49-F238E27FC236}">
                <a16:creationId xmlns:a16="http://schemas.microsoft.com/office/drawing/2014/main" id="{132D9AA6-104F-106C-84BA-0DF2BFC17536}"/>
              </a:ext>
            </a:extLst>
          </p:cNvPr>
          <p:cNvSpPr txBox="1"/>
          <p:nvPr/>
        </p:nvSpPr>
        <p:spPr>
          <a:xfrm>
            <a:off x="5300662" y="2415384"/>
            <a:ext cx="2674938" cy="461665"/>
          </a:xfrm>
          <a:prstGeom prst="rect">
            <a:avLst/>
          </a:prstGeom>
          <a:noFill/>
        </p:spPr>
        <p:txBody>
          <a:bodyPr wrap="square" rtlCol="0">
            <a:spAutoFit/>
          </a:bodyPr>
          <a:lstStyle/>
          <a:p>
            <a:r>
              <a:rPr lang="es-ES" sz="2400" dirty="0">
                <a:solidFill>
                  <a:schemeClr val="bg2">
                    <a:lumMod val="25000"/>
                  </a:schemeClr>
                </a:solidFill>
                <a:latin typeface="Amasis MT Pro" panose="02040504050005020304" pitchFamily="18" charset="0"/>
              </a:rPr>
              <a:t>Estrategia propia</a:t>
            </a:r>
          </a:p>
        </p:txBody>
      </p:sp>
      <p:sp>
        <p:nvSpPr>
          <p:cNvPr id="9" name="CuadroTexto 8">
            <a:extLst>
              <a:ext uri="{FF2B5EF4-FFF2-40B4-BE49-F238E27FC236}">
                <a16:creationId xmlns:a16="http://schemas.microsoft.com/office/drawing/2014/main" id="{F0513A18-9959-C5FD-D0CF-ED0D1916E096}"/>
              </a:ext>
            </a:extLst>
          </p:cNvPr>
          <p:cNvSpPr txBox="1"/>
          <p:nvPr/>
        </p:nvSpPr>
        <p:spPr>
          <a:xfrm>
            <a:off x="5300662" y="3305710"/>
            <a:ext cx="3055938" cy="461665"/>
          </a:xfrm>
          <a:prstGeom prst="rect">
            <a:avLst/>
          </a:prstGeom>
          <a:noFill/>
        </p:spPr>
        <p:txBody>
          <a:bodyPr wrap="square" rtlCol="0">
            <a:spAutoFit/>
          </a:bodyPr>
          <a:lstStyle/>
          <a:p>
            <a:r>
              <a:rPr lang="es-ES" sz="2400" dirty="0">
                <a:solidFill>
                  <a:schemeClr val="bg2">
                    <a:lumMod val="25000"/>
                  </a:schemeClr>
                </a:solidFill>
                <a:latin typeface="Amasis MT Pro" panose="02040504050005020304" pitchFamily="18" charset="0"/>
              </a:rPr>
              <a:t>Estrategia vecinos</a:t>
            </a:r>
          </a:p>
        </p:txBody>
      </p:sp>
      <p:cxnSp>
        <p:nvCxnSpPr>
          <p:cNvPr id="11" name="Conector recto 10">
            <a:extLst>
              <a:ext uri="{FF2B5EF4-FFF2-40B4-BE49-F238E27FC236}">
                <a16:creationId xmlns:a16="http://schemas.microsoft.com/office/drawing/2014/main" id="{D9C55E56-2F90-59F9-E356-D2DE11B0376F}"/>
              </a:ext>
            </a:extLst>
          </p:cNvPr>
          <p:cNvCxnSpPr/>
          <p:nvPr/>
        </p:nvCxnSpPr>
        <p:spPr>
          <a:xfrm>
            <a:off x="5130800" y="2315735"/>
            <a:ext cx="0" cy="1581150"/>
          </a:xfrm>
          <a:prstGeom prst="line">
            <a:avLst/>
          </a:prstGeom>
          <a:ln w="5715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sp>
        <p:nvSpPr>
          <p:cNvPr id="12" name="CuadroTexto 11">
            <a:extLst>
              <a:ext uri="{FF2B5EF4-FFF2-40B4-BE49-F238E27FC236}">
                <a16:creationId xmlns:a16="http://schemas.microsoft.com/office/drawing/2014/main" id="{484E749A-AEF7-F277-9037-EBCF68863547}"/>
              </a:ext>
            </a:extLst>
          </p:cNvPr>
          <p:cNvSpPr txBox="1"/>
          <p:nvPr/>
        </p:nvSpPr>
        <p:spPr>
          <a:xfrm>
            <a:off x="689769" y="4354728"/>
            <a:ext cx="4345781" cy="461665"/>
          </a:xfrm>
          <a:prstGeom prst="rect">
            <a:avLst/>
          </a:prstGeom>
          <a:noFill/>
        </p:spPr>
        <p:txBody>
          <a:bodyPr wrap="square" rtlCol="0">
            <a:spAutoFit/>
          </a:bodyPr>
          <a:lstStyle/>
          <a:p>
            <a:r>
              <a:rPr lang="es-ES" sz="2400" dirty="0">
                <a:solidFill>
                  <a:schemeClr val="bg2">
                    <a:lumMod val="25000"/>
                  </a:schemeClr>
                </a:solidFill>
                <a:latin typeface="Amasis MT Pro" panose="02040504050005020304" pitchFamily="18" charset="0"/>
              </a:rPr>
              <a:t>Dinámica evolutiva: Imitación</a:t>
            </a:r>
          </a:p>
        </p:txBody>
      </p:sp>
      <p:cxnSp>
        <p:nvCxnSpPr>
          <p:cNvPr id="13" name="Conector recto de flecha 12">
            <a:extLst>
              <a:ext uri="{FF2B5EF4-FFF2-40B4-BE49-F238E27FC236}">
                <a16:creationId xmlns:a16="http://schemas.microsoft.com/office/drawing/2014/main" id="{FC0A184A-EDBD-F2B7-559D-306ADB2A47DE}"/>
              </a:ext>
            </a:extLst>
          </p:cNvPr>
          <p:cNvCxnSpPr>
            <a:cxnSpLocks/>
          </p:cNvCxnSpPr>
          <p:nvPr/>
        </p:nvCxnSpPr>
        <p:spPr>
          <a:xfrm>
            <a:off x="2398096" y="2315735"/>
            <a:ext cx="0" cy="1776413"/>
          </a:xfrm>
          <a:prstGeom prst="straightConnector1">
            <a:avLst/>
          </a:prstGeom>
          <a:ln w="76200">
            <a:solidFill>
              <a:schemeClr val="bg2">
                <a:lumMod val="50000"/>
              </a:schemeClr>
            </a:solidFill>
            <a:tailEnd type="triangle"/>
          </a:ln>
        </p:spPr>
        <p:style>
          <a:lnRef idx="1">
            <a:schemeClr val="accent1"/>
          </a:lnRef>
          <a:fillRef idx="0">
            <a:schemeClr val="accent1"/>
          </a:fillRef>
          <a:effectRef idx="0">
            <a:schemeClr val="accent1"/>
          </a:effectRef>
          <a:fontRef idx="minor">
            <a:schemeClr val="tx1"/>
          </a:fontRef>
        </p:style>
      </p:cxnSp>
      <p:pic>
        <p:nvPicPr>
          <p:cNvPr id="10" name="Imagen 9">
            <a:extLst>
              <a:ext uri="{FF2B5EF4-FFF2-40B4-BE49-F238E27FC236}">
                <a16:creationId xmlns:a16="http://schemas.microsoft.com/office/drawing/2014/main" id="{E779DAF9-F9AC-2618-1841-AE7175A11493}"/>
              </a:ext>
            </a:extLst>
          </p:cNvPr>
          <p:cNvPicPr>
            <a:picLocks noChangeAspect="1"/>
          </p:cNvPicPr>
          <p:nvPr/>
        </p:nvPicPr>
        <p:blipFill>
          <a:blip r:embed="rId3"/>
          <a:stretch>
            <a:fillRect/>
          </a:stretch>
        </p:blipFill>
        <p:spPr>
          <a:xfrm>
            <a:off x="2121300" y="5243861"/>
            <a:ext cx="4531119" cy="844154"/>
          </a:xfrm>
          <a:prstGeom prst="rect">
            <a:avLst/>
          </a:prstGeom>
        </p:spPr>
      </p:pic>
      <p:pic>
        <p:nvPicPr>
          <p:cNvPr id="19" name="Imagen 18">
            <a:extLst>
              <a:ext uri="{FF2B5EF4-FFF2-40B4-BE49-F238E27FC236}">
                <a16:creationId xmlns:a16="http://schemas.microsoft.com/office/drawing/2014/main" id="{32674367-BEF8-AFEA-290D-DC9878A9AA60}"/>
              </a:ext>
            </a:extLst>
          </p:cNvPr>
          <p:cNvPicPr>
            <a:picLocks noChangeAspect="1"/>
          </p:cNvPicPr>
          <p:nvPr/>
        </p:nvPicPr>
        <p:blipFill>
          <a:blip r:embed="rId4"/>
          <a:stretch>
            <a:fillRect/>
          </a:stretch>
        </p:blipFill>
        <p:spPr>
          <a:xfrm>
            <a:off x="7924805" y="2535159"/>
            <a:ext cx="268294" cy="222113"/>
          </a:xfrm>
          <a:prstGeom prst="rect">
            <a:avLst/>
          </a:prstGeom>
        </p:spPr>
      </p:pic>
      <p:pic>
        <p:nvPicPr>
          <p:cNvPr id="21" name="Imagen 20">
            <a:extLst>
              <a:ext uri="{FF2B5EF4-FFF2-40B4-BE49-F238E27FC236}">
                <a16:creationId xmlns:a16="http://schemas.microsoft.com/office/drawing/2014/main" id="{E4421A86-9490-ED3F-0659-FCD1F9E2B7EB}"/>
              </a:ext>
            </a:extLst>
          </p:cNvPr>
          <p:cNvPicPr>
            <a:picLocks noChangeAspect="1"/>
          </p:cNvPicPr>
          <p:nvPr/>
        </p:nvPicPr>
        <p:blipFill>
          <a:blip r:embed="rId5"/>
          <a:stretch>
            <a:fillRect/>
          </a:stretch>
        </p:blipFill>
        <p:spPr>
          <a:xfrm>
            <a:off x="7924805" y="3401438"/>
            <a:ext cx="268294" cy="266122"/>
          </a:xfrm>
          <a:prstGeom prst="rect">
            <a:avLst/>
          </a:prstGeom>
        </p:spPr>
      </p:pic>
      <p:sp>
        <p:nvSpPr>
          <p:cNvPr id="14" name="CuadroTexto 13">
            <a:extLst>
              <a:ext uri="{FF2B5EF4-FFF2-40B4-BE49-F238E27FC236}">
                <a16:creationId xmlns:a16="http://schemas.microsoft.com/office/drawing/2014/main" id="{8BB3FB45-9113-0200-D692-163514E63A7D}"/>
              </a:ext>
            </a:extLst>
          </p:cNvPr>
          <p:cNvSpPr txBox="1"/>
          <p:nvPr/>
        </p:nvSpPr>
        <p:spPr>
          <a:xfrm>
            <a:off x="-5693" y="0"/>
            <a:ext cx="8782430" cy="646331"/>
          </a:xfrm>
          <a:prstGeom prst="rect">
            <a:avLst/>
          </a:prstGeom>
          <a:noFill/>
        </p:spPr>
        <p:txBody>
          <a:bodyPr wrap="square" rtlCol="0">
            <a:spAutoFit/>
          </a:bodyPr>
          <a:lstStyle/>
          <a:p>
            <a:pPr algn="r"/>
            <a:r>
              <a:rPr lang="es-ES" sz="3600" dirty="0">
                <a:solidFill>
                  <a:schemeClr val="bg2">
                    <a:lumMod val="10000"/>
                  </a:schemeClr>
                </a:solidFill>
                <a:latin typeface="Amasis MT Pro Light" panose="02040304050005020304" pitchFamily="18" charset="0"/>
                <a:cs typeface="Adobe Devanagari" panose="02040503050201020203" pitchFamily="18" charset="0"/>
              </a:rPr>
              <a:t>Teoría evolutiva de juegos</a:t>
            </a:r>
            <a:endParaRPr lang="es-ES" sz="4500" dirty="0">
              <a:solidFill>
                <a:schemeClr val="bg2">
                  <a:lumMod val="10000"/>
                </a:schemeClr>
              </a:solidFill>
              <a:latin typeface="Amasis MT Pro Light" panose="02040304050005020304" pitchFamily="18" charset="0"/>
              <a:cs typeface="Adobe Devanagari" panose="02040503050201020203" pitchFamily="18" charset="0"/>
            </a:endParaRPr>
          </a:p>
        </p:txBody>
      </p:sp>
      <p:pic>
        <p:nvPicPr>
          <p:cNvPr id="16" name="Imagen 15">
            <a:extLst>
              <a:ext uri="{FF2B5EF4-FFF2-40B4-BE49-F238E27FC236}">
                <a16:creationId xmlns:a16="http://schemas.microsoft.com/office/drawing/2014/main" id="{08CF6264-9612-DF7C-37F7-ACD704DC01B5}"/>
              </a:ext>
            </a:extLst>
          </p:cNvPr>
          <p:cNvPicPr>
            <a:picLocks noChangeAspect="1"/>
          </p:cNvPicPr>
          <p:nvPr/>
        </p:nvPicPr>
        <p:blipFill>
          <a:blip r:embed="rId6"/>
          <a:stretch>
            <a:fillRect/>
          </a:stretch>
        </p:blipFill>
        <p:spPr>
          <a:xfrm>
            <a:off x="6946192" y="1652980"/>
            <a:ext cx="339709" cy="319789"/>
          </a:xfrm>
          <a:prstGeom prst="rect">
            <a:avLst/>
          </a:prstGeom>
        </p:spPr>
      </p:pic>
      <p:sp>
        <p:nvSpPr>
          <p:cNvPr id="2" name="Rectángulo: esquinas redondeadas 1">
            <a:extLst>
              <a:ext uri="{FF2B5EF4-FFF2-40B4-BE49-F238E27FC236}">
                <a16:creationId xmlns:a16="http://schemas.microsoft.com/office/drawing/2014/main" id="{4BD8A62A-4554-1DB0-77FC-988DC7E841BD}"/>
              </a:ext>
            </a:extLst>
          </p:cNvPr>
          <p:cNvSpPr/>
          <p:nvPr/>
        </p:nvSpPr>
        <p:spPr>
          <a:xfrm>
            <a:off x="1943100" y="5162550"/>
            <a:ext cx="5003084" cy="1162157"/>
          </a:xfrm>
          <a:prstGeom prst="roundRect">
            <a:avLst/>
          </a:prstGeom>
          <a:noFill/>
          <a:ln w="38100">
            <a:solidFill>
              <a:schemeClr val="bg2">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Tree>
    <p:extLst>
      <p:ext uri="{BB962C8B-B14F-4D97-AF65-F5344CB8AC3E}">
        <p14:creationId xmlns:p14="http://schemas.microsoft.com/office/powerpoint/2010/main" val="396332524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D6C2D2-9D85-ACDA-E832-84657D14AB63}"/>
            </a:ext>
          </a:extLst>
        </p:cNvPr>
        <p:cNvGrpSpPr/>
        <p:nvPr/>
      </p:nvGrpSpPr>
      <p:grpSpPr>
        <a:xfrm>
          <a:off x="0" y="0"/>
          <a:ext cx="0" cy="0"/>
          <a:chOff x="0" y="0"/>
          <a:chExt cx="0" cy="0"/>
        </a:xfrm>
      </p:grpSpPr>
      <p:sp>
        <p:nvSpPr>
          <p:cNvPr id="16" name="Elipse 15">
            <a:extLst>
              <a:ext uri="{FF2B5EF4-FFF2-40B4-BE49-F238E27FC236}">
                <a16:creationId xmlns:a16="http://schemas.microsoft.com/office/drawing/2014/main" id="{815C2388-DAA7-481F-4022-840F6B0CEC71}"/>
              </a:ext>
            </a:extLst>
          </p:cNvPr>
          <p:cNvSpPr/>
          <p:nvPr/>
        </p:nvSpPr>
        <p:spPr>
          <a:xfrm>
            <a:off x="3406346" y="2302868"/>
            <a:ext cx="2411730" cy="2411730"/>
          </a:xfrm>
          <a:prstGeom prst="ellipse">
            <a:avLst/>
          </a:prstGeom>
          <a:solidFill>
            <a:schemeClr val="bg2">
              <a:lumMod val="90000"/>
            </a:schemeClr>
          </a:solidFill>
          <a:ln>
            <a:solidFill>
              <a:schemeClr val="bg2">
                <a:lumMod val="1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sz="1350"/>
          </a:p>
        </p:txBody>
      </p:sp>
      <p:sp>
        <p:nvSpPr>
          <p:cNvPr id="17" name="CuadroTexto 16">
            <a:extLst>
              <a:ext uri="{FF2B5EF4-FFF2-40B4-BE49-F238E27FC236}">
                <a16:creationId xmlns:a16="http://schemas.microsoft.com/office/drawing/2014/main" id="{461DD956-2C60-454B-2A2A-CCBAD9845C33}"/>
              </a:ext>
            </a:extLst>
          </p:cNvPr>
          <p:cNvSpPr txBox="1"/>
          <p:nvPr/>
        </p:nvSpPr>
        <p:spPr>
          <a:xfrm>
            <a:off x="3760574" y="2731300"/>
            <a:ext cx="1703273" cy="830997"/>
          </a:xfrm>
          <a:prstGeom prst="rect">
            <a:avLst/>
          </a:prstGeom>
          <a:noFill/>
          <a:ln>
            <a:noFill/>
          </a:ln>
        </p:spPr>
        <p:txBody>
          <a:bodyPr wrap="square" rtlCol="0">
            <a:spAutoFit/>
          </a:bodyPr>
          <a:lstStyle/>
          <a:p>
            <a:pPr algn="ctr"/>
            <a:r>
              <a:rPr lang="es-ES" sz="2400" dirty="0">
                <a:solidFill>
                  <a:schemeClr val="bg2">
                    <a:lumMod val="10000"/>
                  </a:schemeClr>
                </a:solidFill>
                <a:latin typeface="Amasis MT Pro" panose="02040504050005020304" pitchFamily="18" charset="0"/>
              </a:rPr>
              <a:t>Bien Público</a:t>
            </a:r>
          </a:p>
        </p:txBody>
      </p:sp>
      <mc:AlternateContent xmlns:mc="http://schemas.openxmlformats.org/markup-compatibility/2006" xmlns:a14="http://schemas.microsoft.com/office/drawing/2010/main">
        <mc:Choice Requires="a14">
          <p:sp>
            <p:nvSpPr>
              <p:cNvPr id="19" name="CuadroTexto 18">
                <a:extLst>
                  <a:ext uri="{FF2B5EF4-FFF2-40B4-BE49-F238E27FC236}">
                    <a16:creationId xmlns:a16="http://schemas.microsoft.com/office/drawing/2014/main" id="{FE10E4F7-502F-BB85-9C4C-631E885364BA}"/>
                  </a:ext>
                </a:extLst>
              </p:cNvPr>
              <p:cNvSpPr txBox="1"/>
              <p:nvPr/>
            </p:nvSpPr>
            <p:spPr>
              <a:xfrm>
                <a:off x="4525242" y="3425839"/>
                <a:ext cx="1254806" cy="523220"/>
              </a:xfrm>
              <a:prstGeom prst="rect">
                <a:avLst/>
              </a:prstGeom>
              <a:noFill/>
            </p:spPr>
            <p:txBody>
              <a:bodyPr wrap="square">
                <a:spAutoFit/>
              </a:bodyPr>
              <a:lstStyle/>
              <a:p>
                <a:pPr algn="ctr"/>
                <a14:m>
                  <m:oMathPara xmlns:m="http://schemas.openxmlformats.org/officeDocument/2006/math">
                    <m:oMathParaPr>
                      <m:jc m:val="left"/>
                    </m:oMathParaPr>
                    <m:oMath xmlns:m="http://schemas.openxmlformats.org/officeDocument/2006/math">
                      <m:sSub>
                        <m:sSubPr>
                          <m:ctrlPr>
                            <a:rPr lang="es-ES" sz="2800" i="1" smtClean="0">
                              <a:solidFill>
                                <a:schemeClr val="accent1"/>
                              </a:solidFill>
                              <a:latin typeface="Cambria Math" panose="02040503050406030204" pitchFamily="18" charset="0"/>
                            </a:rPr>
                          </m:ctrlPr>
                        </m:sSubPr>
                        <m:e>
                          <m:sSup>
                            <m:sSupPr>
                              <m:ctrlPr>
                                <a:rPr lang="es-ES" sz="2800" i="1">
                                  <a:solidFill>
                                    <a:schemeClr val="accent1"/>
                                  </a:solidFill>
                                  <a:latin typeface="Cambria Math" panose="02040503050406030204" pitchFamily="18" charset="0"/>
                                </a:rPr>
                              </m:ctrlPr>
                            </m:sSupPr>
                            <m:e>
                              <m:r>
                                <a:rPr lang="es-ES" sz="2800" i="1">
                                  <a:solidFill>
                                    <a:schemeClr val="accent1"/>
                                  </a:solidFill>
                                  <a:latin typeface="Cambria Math" panose="02040503050406030204" pitchFamily="18" charset="0"/>
                                </a:rPr>
                                <m:t>𝑁</m:t>
                              </m:r>
                            </m:e>
                            <m:sup>
                              <m:r>
                                <a:rPr lang="es-ES" sz="2800" i="1">
                                  <a:solidFill>
                                    <a:schemeClr val="accent1"/>
                                  </a:solidFill>
                                  <a:latin typeface="Cambria Math" panose="02040503050406030204" pitchFamily="18" charset="0"/>
                                </a:rPr>
                                <m:t>𝑔</m:t>
                              </m:r>
                            </m:sup>
                          </m:sSup>
                        </m:e>
                        <m:sub>
                          <m:r>
                            <a:rPr lang="es-ES" sz="2800" i="1">
                              <a:solidFill>
                                <a:schemeClr val="accent1"/>
                              </a:solidFill>
                              <a:latin typeface="Cambria Math" panose="02040503050406030204" pitchFamily="18" charset="0"/>
                            </a:rPr>
                            <m:t>𝐶</m:t>
                          </m:r>
                        </m:sub>
                      </m:sSub>
                    </m:oMath>
                  </m:oMathPara>
                </a14:m>
                <a:endParaRPr lang="es-ES" sz="1350" dirty="0">
                  <a:solidFill>
                    <a:schemeClr val="accent5">
                      <a:lumMod val="50000"/>
                    </a:schemeClr>
                  </a:solidFill>
                </a:endParaRPr>
              </a:p>
            </p:txBody>
          </p:sp>
        </mc:Choice>
        <mc:Fallback xmlns="">
          <p:sp>
            <p:nvSpPr>
              <p:cNvPr id="19" name="CuadroTexto 18">
                <a:extLst>
                  <a:ext uri="{FF2B5EF4-FFF2-40B4-BE49-F238E27FC236}">
                    <a16:creationId xmlns:a16="http://schemas.microsoft.com/office/drawing/2014/main" id="{FE10E4F7-502F-BB85-9C4C-631E885364BA}"/>
                  </a:ext>
                </a:extLst>
              </p:cNvPr>
              <p:cNvSpPr txBox="1">
                <a:spLocks noRot="1" noChangeAspect="1" noMove="1" noResize="1" noEditPoints="1" noAdjustHandles="1" noChangeArrowheads="1" noChangeShapeType="1" noTextEdit="1"/>
              </p:cNvSpPr>
              <p:nvPr/>
            </p:nvSpPr>
            <p:spPr>
              <a:xfrm>
                <a:off x="4525242" y="3425839"/>
                <a:ext cx="1254806" cy="523220"/>
              </a:xfrm>
              <a:prstGeom prst="rect">
                <a:avLst/>
              </a:prstGeom>
              <a:blipFill>
                <a:blip r:embed="rId3"/>
                <a:stretch>
                  <a:fillRect/>
                </a:stretch>
              </a:blipFill>
            </p:spPr>
            <p:txBody>
              <a:bodyPr/>
              <a:lstStyle/>
              <a:p>
                <a:r>
                  <a:rPr lang="es-ES">
                    <a:noFill/>
                  </a:rPr>
                  <a:t> </a:t>
                </a:r>
              </a:p>
            </p:txBody>
          </p:sp>
        </mc:Fallback>
      </mc:AlternateContent>
      <p:sp>
        <p:nvSpPr>
          <p:cNvPr id="20" name="Flecha: curvada hacia abajo 19">
            <a:extLst>
              <a:ext uri="{FF2B5EF4-FFF2-40B4-BE49-F238E27FC236}">
                <a16:creationId xmlns:a16="http://schemas.microsoft.com/office/drawing/2014/main" id="{80B8D9B3-012C-77F4-5200-DAB5FACDA145}"/>
              </a:ext>
            </a:extLst>
          </p:cNvPr>
          <p:cNvSpPr/>
          <p:nvPr/>
        </p:nvSpPr>
        <p:spPr>
          <a:xfrm rot="2075034">
            <a:off x="3244230" y="1518791"/>
            <a:ext cx="946976" cy="474304"/>
          </a:xfrm>
          <a:prstGeom prst="curvedDownArrow">
            <a:avLst/>
          </a:pr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sz="1350" dirty="0">
              <a:solidFill>
                <a:schemeClr val="tx1"/>
              </a:solidFill>
            </a:endParaRPr>
          </a:p>
        </p:txBody>
      </p:sp>
      <mc:AlternateContent xmlns:mc="http://schemas.openxmlformats.org/markup-compatibility/2006" xmlns:a14="http://schemas.microsoft.com/office/drawing/2010/main">
        <mc:Choice Requires="a14">
          <p:sp>
            <p:nvSpPr>
              <p:cNvPr id="21" name="CuadroTexto 20">
                <a:extLst>
                  <a:ext uri="{FF2B5EF4-FFF2-40B4-BE49-F238E27FC236}">
                    <a16:creationId xmlns:a16="http://schemas.microsoft.com/office/drawing/2014/main" id="{3817B5D0-14A4-120D-070E-0CC3FA3CFF3D}"/>
                  </a:ext>
                </a:extLst>
              </p:cNvPr>
              <p:cNvSpPr txBox="1"/>
              <p:nvPr/>
            </p:nvSpPr>
            <p:spPr>
              <a:xfrm>
                <a:off x="3291840" y="1541796"/>
                <a:ext cx="594074" cy="461665"/>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s-ES" sz="2400" i="1">
                          <a:solidFill>
                            <a:schemeClr val="accent1"/>
                          </a:solidFill>
                          <a:latin typeface="Cambria Math" panose="02040503050406030204" pitchFamily="18" charset="0"/>
                        </a:rPr>
                        <m:t>+1</m:t>
                      </m:r>
                    </m:oMath>
                  </m:oMathPara>
                </a14:m>
                <a:endParaRPr lang="es-ES" sz="2400" dirty="0">
                  <a:solidFill>
                    <a:schemeClr val="accent1"/>
                  </a:solidFill>
                  <a:latin typeface="Amasis MT Pro" panose="02040504050005020304" pitchFamily="18" charset="0"/>
                </a:endParaRPr>
              </a:p>
            </p:txBody>
          </p:sp>
        </mc:Choice>
        <mc:Fallback xmlns="">
          <p:sp>
            <p:nvSpPr>
              <p:cNvPr id="21" name="CuadroTexto 20">
                <a:extLst>
                  <a:ext uri="{FF2B5EF4-FFF2-40B4-BE49-F238E27FC236}">
                    <a16:creationId xmlns:a16="http://schemas.microsoft.com/office/drawing/2014/main" id="{3817B5D0-14A4-120D-070E-0CC3FA3CFF3D}"/>
                  </a:ext>
                </a:extLst>
              </p:cNvPr>
              <p:cNvSpPr txBox="1">
                <a:spLocks noRot="1" noChangeAspect="1" noMove="1" noResize="1" noEditPoints="1" noAdjustHandles="1" noChangeArrowheads="1" noChangeShapeType="1" noTextEdit="1"/>
              </p:cNvSpPr>
              <p:nvPr/>
            </p:nvSpPr>
            <p:spPr>
              <a:xfrm>
                <a:off x="3291840" y="1541796"/>
                <a:ext cx="594074" cy="461665"/>
              </a:xfrm>
              <a:prstGeom prst="rect">
                <a:avLst/>
              </a:prstGeom>
              <a:blipFill>
                <a:blip r:embed="rId4"/>
                <a:stretch>
                  <a:fillRect r="-2062"/>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22" name="CuadroTexto 21">
                <a:extLst>
                  <a:ext uri="{FF2B5EF4-FFF2-40B4-BE49-F238E27FC236}">
                    <a16:creationId xmlns:a16="http://schemas.microsoft.com/office/drawing/2014/main" id="{62876D68-5A80-F4A9-4715-076D12FC9FDA}"/>
                  </a:ext>
                </a:extLst>
              </p:cNvPr>
              <p:cNvSpPr txBox="1"/>
              <p:nvPr/>
            </p:nvSpPr>
            <p:spPr>
              <a:xfrm>
                <a:off x="1498874" y="2645430"/>
                <a:ext cx="676852" cy="461665"/>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s-ES" sz="2400" i="1" smtClean="0">
                              <a:solidFill>
                                <a:schemeClr val="accent1"/>
                              </a:solidFill>
                              <a:latin typeface="Cambria Math" panose="02040503050406030204" pitchFamily="18" charset="0"/>
                            </a:rPr>
                          </m:ctrlPr>
                        </m:sSubPr>
                        <m:e>
                          <m:sSup>
                            <m:sSupPr>
                              <m:ctrlPr>
                                <a:rPr lang="es-ES" sz="2400" i="1">
                                  <a:solidFill>
                                    <a:schemeClr val="accent1"/>
                                  </a:solidFill>
                                  <a:latin typeface="Cambria Math" panose="02040503050406030204" pitchFamily="18" charset="0"/>
                                </a:rPr>
                              </m:ctrlPr>
                            </m:sSupPr>
                            <m:e>
                              <m:r>
                                <a:rPr lang="es-ES" sz="2400" i="1">
                                  <a:solidFill>
                                    <a:schemeClr val="accent1"/>
                                  </a:solidFill>
                                  <a:latin typeface="Cambria Math" panose="02040503050406030204" pitchFamily="18" charset="0"/>
                                </a:rPr>
                                <m:t>𝑁</m:t>
                              </m:r>
                            </m:e>
                            <m:sup>
                              <m:r>
                                <a:rPr lang="es-ES" sz="2400" i="1">
                                  <a:solidFill>
                                    <a:schemeClr val="accent1"/>
                                  </a:solidFill>
                                  <a:latin typeface="Cambria Math" panose="02040503050406030204" pitchFamily="18" charset="0"/>
                                </a:rPr>
                                <m:t>𝑔</m:t>
                              </m:r>
                            </m:sup>
                          </m:sSup>
                        </m:e>
                        <m:sub>
                          <m:r>
                            <a:rPr lang="es-ES" sz="2400" i="1">
                              <a:solidFill>
                                <a:schemeClr val="accent1"/>
                              </a:solidFill>
                              <a:latin typeface="Cambria Math" panose="02040503050406030204" pitchFamily="18" charset="0"/>
                            </a:rPr>
                            <m:t>𝐶</m:t>
                          </m:r>
                        </m:sub>
                      </m:sSub>
                    </m:oMath>
                  </m:oMathPara>
                </a14:m>
                <a:endParaRPr lang="es-ES" sz="1350" dirty="0"/>
              </a:p>
            </p:txBody>
          </p:sp>
        </mc:Choice>
        <mc:Fallback xmlns="">
          <p:sp>
            <p:nvSpPr>
              <p:cNvPr id="22" name="CuadroTexto 21">
                <a:extLst>
                  <a:ext uri="{FF2B5EF4-FFF2-40B4-BE49-F238E27FC236}">
                    <a16:creationId xmlns:a16="http://schemas.microsoft.com/office/drawing/2014/main" id="{62876D68-5A80-F4A9-4715-076D12FC9FDA}"/>
                  </a:ext>
                </a:extLst>
              </p:cNvPr>
              <p:cNvSpPr txBox="1">
                <a:spLocks noRot="1" noChangeAspect="1" noMove="1" noResize="1" noEditPoints="1" noAdjustHandles="1" noChangeArrowheads="1" noChangeShapeType="1" noTextEdit="1"/>
              </p:cNvSpPr>
              <p:nvPr/>
            </p:nvSpPr>
            <p:spPr>
              <a:xfrm>
                <a:off x="1498874" y="2645430"/>
                <a:ext cx="676852" cy="461665"/>
              </a:xfrm>
              <a:prstGeom prst="rect">
                <a:avLst/>
              </a:prstGeom>
              <a:blipFill>
                <a:blip r:embed="rId5"/>
                <a:stretch>
                  <a:fillRect l="-2703" r="-3604" b="-2632"/>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46" name="CuadroTexto 45">
                <a:extLst>
                  <a:ext uri="{FF2B5EF4-FFF2-40B4-BE49-F238E27FC236}">
                    <a16:creationId xmlns:a16="http://schemas.microsoft.com/office/drawing/2014/main" id="{74307C14-FB3C-2D64-DB3F-85890EA69308}"/>
                  </a:ext>
                </a:extLst>
              </p:cNvPr>
              <p:cNvSpPr txBox="1"/>
              <p:nvPr/>
            </p:nvSpPr>
            <p:spPr>
              <a:xfrm>
                <a:off x="4013487" y="3470714"/>
                <a:ext cx="550069" cy="461665"/>
              </a:xfrm>
              <a:prstGeom prst="rect">
                <a:avLst/>
              </a:prstGeom>
              <a:noFill/>
            </p:spPr>
            <p:txBody>
              <a:bodyPr wrap="square">
                <a:spAutoFit/>
              </a:bodyPr>
              <a:lstStyle/>
              <a:p>
                <a:pPr algn="ctr"/>
                <a14:m>
                  <m:oMath xmlns:m="http://schemas.openxmlformats.org/officeDocument/2006/math">
                    <m:r>
                      <a:rPr lang="es-ES" sz="2400" i="1" smtClean="0">
                        <a:solidFill>
                          <a:schemeClr val="bg2">
                            <a:lumMod val="10000"/>
                          </a:schemeClr>
                        </a:solidFill>
                        <a:latin typeface="Cambria Math" panose="02040503050406030204" pitchFamily="18" charset="0"/>
                      </a:rPr>
                      <m:t>𝑟</m:t>
                    </m:r>
                    <m:r>
                      <a:rPr lang="es-ES" sz="2400" i="1">
                        <a:solidFill>
                          <a:schemeClr val="bg2">
                            <a:lumMod val="10000"/>
                          </a:schemeClr>
                        </a:solidFill>
                        <a:latin typeface="Cambria Math" panose="02040503050406030204" pitchFamily="18" charset="0"/>
                        <a:ea typeface="Cambria Math" panose="02040503050406030204" pitchFamily="18" charset="0"/>
                      </a:rPr>
                      <m:t>×</m:t>
                    </m:r>
                  </m:oMath>
                </a14:m>
                <a:r>
                  <a:rPr lang="es-ES" sz="2400" dirty="0">
                    <a:solidFill>
                      <a:schemeClr val="bg2">
                        <a:lumMod val="10000"/>
                      </a:schemeClr>
                    </a:solidFill>
                  </a:rPr>
                  <a:t> </a:t>
                </a:r>
              </a:p>
            </p:txBody>
          </p:sp>
        </mc:Choice>
        <mc:Fallback xmlns="">
          <p:sp>
            <p:nvSpPr>
              <p:cNvPr id="46" name="CuadroTexto 45">
                <a:extLst>
                  <a:ext uri="{FF2B5EF4-FFF2-40B4-BE49-F238E27FC236}">
                    <a16:creationId xmlns:a16="http://schemas.microsoft.com/office/drawing/2014/main" id="{74307C14-FB3C-2D64-DB3F-85890EA69308}"/>
                  </a:ext>
                </a:extLst>
              </p:cNvPr>
              <p:cNvSpPr txBox="1">
                <a:spLocks noRot="1" noChangeAspect="1" noMove="1" noResize="1" noEditPoints="1" noAdjustHandles="1" noChangeArrowheads="1" noChangeShapeType="1" noTextEdit="1"/>
              </p:cNvSpPr>
              <p:nvPr/>
            </p:nvSpPr>
            <p:spPr>
              <a:xfrm>
                <a:off x="4013487" y="3470714"/>
                <a:ext cx="550069" cy="461665"/>
              </a:xfrm>
              <a:prstGeom prst="rect">
                <a:avLst/>
              </a:prstGeom>
              <a:blipFill>
                <a:blip r:embed="rId6"/>
                <a:stretch>
                  <a:fillRect l="-3297" r="-5495"/>
                </a:stretch>
              </a:blipFill>
            </p:spPr>
            <p:txBody>
              <a:bodyPr/>
              <a:lstStyle/>
              <a:p>
                <a:r>
                  <a:rPr lang="es-ES">
                    <a:noFill/>
                  </a:rPr>
                  <a:t> </a:t>
                </a:r>
              </a:p>
            </p:txBody>
          </p:sp>
        </mc:Fallback>
      </mc:AlternateContent>
      <p:sp>
        <p:nvSpPr>
          <p:cNvPr id="47" name="Flecha: curvada hacia abajo 46">
            <a:extLst>
              <a:ext uri="{FF2B5EF4-FFF2-40B4-BE49-F238E27FC236}">
                <a16:creationId xmlns:a16="http://schemas.microsoft.com/office/drawing/2014/main" id="{146818A3-5E81-6176-AAF9-3900D08C18A1}"/>
              </a:ext>
            </a:extLst>
          </p:cNvPr>
          <p:cNvSpPr/>
          <p:nvPr/>
        </p:nvSpPr>
        <p:spPr>
          <a:xfrm rot="1826593" flipH="1" flipV="1">
            <a:off x="2093795" y="3365132"/>
            <a:ext cx="998360" cy="501827"/>
          </a:xfrm>
          <a:prstGeom prst="curvedDownArrow">
            <a:avLst>
              <a:gd name="adj1" fmla="val 25000"/>
              <a:gd name="adj2" fmla="val 50000"/>
              <a:gd name="adj3" fmla="val 31735"/>
            </a:avLst>
          </a:pr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sz="1350" dirty="0">
              <a:solidFill>
                <a:schemeClr val="tx1"/>
              </a:solidFill>
            </a:endParaRPr>
          </a:p>
        </p:txBody>
      </p:sp>
      <mc:AlternateContent xmlns:mc="http://schemas.openxmlformats.org/markup-compatibility/2006" xmlns:a14="http://schemas.microsoft.com/office/drawing/2010/main">
        <mc:Choice Requires="a14">
          <p:sp>
            <p:nvSpPr>
              <p:cNvPr id="48" name="CuadroTexto 47">
                <a:extLst>
                  <a:ext uri="{FF2B5EF4-FFF2-40B4-BE49-F238E27FC236}">
                    <a16:creationId xmlns:a16="http://schemas.microsoft.com/office/drawing/2014/main" id="{D91AE079-75C0-6481-A9D3-80186AFA11BD}"/>
                  </a:ext>
                </a:extLst>
              </p:cNvPr>
              <p:cNvSpPr txBox="1"/>
              <p:nvPr/>
            </p:nvSpPr>
            <p:spPr>
              <a:xfrm>
                <a:off x="1837300" y="4017730"/>
                <a:ext cx="1454540" cy="684996"/>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s-ES" sz="2000" i="1" smtClean="0">
                          <a:solidFill>
                            <a:schemeClr val="bg2">
                              <a:lumMod val="10000"/>
                            </a:schemeClr>
                          </a:solidFill>
                          <a:latin typeface="Cambria Math" panose="02040503050406030204" pitchFamily="18" charset="0"/>
                        </a:rPr>
                        <m:t>+</m:t>
                      </m:r>
                      <m:f>
                        <m:fPr>
                          <m:ctrlPr>
                            <a:rPr lang="es-ES" sz="2000" i="1" smtClean="0">
                              <a:solidFill>
                                <a:schemeClr val="bg2">
                                  <a:lumMod val="10000"/>
                                </a:schemeClr>
                              </a:solidFill>
                              <a:latin typeface="Cambria Math" panose="02040503050406030204" pitchFamily="18" charset="0"/>
                            </a:rPr>
                          </m:ctrlPr>
                        </m:fPr>
                        <m:num>
                          <m:sSub>
                            <m:sSubPr>
                              <m:ctrlPr>
                                <a:rPr lang="es-ES" sz="2000" i="1">
                                  <a:solidFill>
                                    <a:schemeClr val="bg2">
                                      <a:lumMod val="10000"/>
                                    </a:schemeClr>
                                  </a:solidFill>
                                  <a:latin typeface="Cambria Math" panose="02040503050406030204" pitchFamily="18" charset="0"/>
                                </a:rPr>
                              </m:ctrlPr>
                            </m:sSubPr>
                            <m:e>
                              <m:sSup>
                                <m:sSupPr>
                                  <m:ctrlPr>
                                    <a:rPr lang="es-ES" sz="2000" i="1">
                                      <a:solidFill>
                                        <a:schemeClr val="bg2">
                                          <a:lumMod val="10000"/>
                                        </a:schemeClr>
                                      </a:solidFill>
                                      <a:latin typeface="Cambria Math" panose="02040503050406030204" pitchFamily="18" charset="0"/>
                                    </a:rPr>
                                  </m:ctrlPr>
                                </m:sSupPr>
                                <m:e>
                                  <m:r>
                                    <a:rPr lang="es-ES" sz="2000" i="1">
                                      <a:solidFill>
                                        <a:schemeClr val="bg2">
                                          <a:lumMod val="10000"/>
                                        </a:schemeClr>
                                      </a:solidFill>
                                      <a:latin typeface="Cambria Math" panose="02040503050406030204" pitchFamily="18" charset="0"/>
                                    </a:rPr>
                                    <m:t>𝑟</m:t>
                                  </m:r>
                                  <m:r>
                                    <a:rPr lang="es-ES" sz="2000" i="1">
                                      <a:solidFill>
                                        <a:schemeClr val="bg2">
                                          <a:lumMod val="10000"/>
                                        </a:schemeClr>
                                      </a:solidFill>
                                      <a:latin typeface="Cambria Math" panose="02040503050406030204" pitchFamily="18" charset="0"/>
                                      <a:ea typeface="Cambria Math" panose="02040503050406030204" pitchFamily="18" charset="0"/>
                                    </a:rPr>
                                    <m:t>×</m:t>
                                  </m:r>
                                  <m:r>
                                    <a:rPr lang="es-ES" sz="2000" i="1" smtClean="0">
                                      <a:solidFill>
                                        <a:schemeClr val="accent1"/>
                                      </a:solidFill>
                                      <a:latin typeface="Cambria Math" panose="02040503050406030204" pitchFamily="18" charset="0"/>
                                    </a:rPr>
                                    <m:t>𝑁</m:t>
                                  </m:r>
                                </m:e>
                                <m:sup>
                                  <m:r>
                                    <a:rPr lang="es-ES" sz="2000" i="1" smtClean="0">
                                      <a:solidFill>
                                        <a:schemeClr val="accent1"/>
                                      </a:solidFill>
                                      <a:latin typeface="Cambria Math" panose="02040503050406030204" pitchFamily="18" charset="0"/>
                                    </a:rPr>
                                    <m:t>𝑔</m:t>
                                  </m:r>
                                </m:sup>
                              </m:sSup>
                            </m:e>
                            <m:sub>
                              <m:r>
                                <a:rPr lang="es-ES" sz="2000" i="1" smtClean="0">
                                  <a:solidFill>
                                    <a:schemeClr val="accent1"/>
                                  </a:solidFill>
                                  <a:latin typeface="Cambria Math" panose="02040503050406030204" pitchFamily="18" charset="0"/>
                                </a:rPr>
                                <m:t>𝐶</m:t>
                              </m:r>
                            </m:sub>
                          </m:sSub>
                        </m:num>
                        <m:den>
                          <m:r>
                            <a:rPr lang="es-ES" sz="2000" i="1">
                              <a:solidFill>
                                <a:schemeClr val="bg2">
                                  <a:lumMod val="10000"/>
                                </a:schemeClr>
                              </a:solidFill>
                              <a:latin typeface="Cambria Math" panose="02040503050406030204" pitchFamily="18" charset="0"/>
                            </a:rPr>
                            <m:t>𝐺</m:t>
                          </m:r>
                        </m:den>
                      </m:f>
                    </m:oMath>
                  </m:oMathPara>
                </a14:m>
                <a:endParaRPr lang="es-ES" sz="1350" dirty="0">
                  <a:solidFill>
                    <a:schemeClr val="accent1"/>
                  </a:solidFill>
                </a:endParaRPr>
              </a:p>
            </p:txBody>
          </p:sp>
        </mc:Choice>
        <mc:Fallback xmlns="">
          <p:sp>
            <p:nvSpPr>
              <p:cNvPr id="48" name="CuadroTexto 47">
                <a:extLst>
                  <a:ext uri="{FF2B5EF4-FFF2-40B4-BE49-F238E27FC236}">
                    <a16:creationId xmlns:a16="http://schemas.microsoft.com/office/drawing/2014/main" id="{D91AE079-75C0-6481-A9D3-80186AFA11BD}"/>
                  </a:ext>
                </a:extLst>
              </p:cNvPr>
              <p:cNvSpPr txBox="1">
                <a:spLocks noRot="1" noChangeAspect="1" noMove="1" noResize="1" noEditPoints="1" noAdjustHandles="1" noChangeArrowheads="1" noChangeShapeType="1" noTextEdit="1"/>
              </p:cNvSpPr>
              <p:nvPr/>
            </p:nvSpPr>
            <p:spPr>
              <a:xfrm>
                <a:off x="1837300" y="4017730"/>
                <a:ext cx="1454540" cy="684996"/>
              </a:xfrm>
              <a:prstGeom prst="rect">
                <a:avLst/>
              </a:prstGeom>
              <a:blipFill>
                <a:blip r:embed="rId7"/>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51" name="CuadroTexto 50">
                <a:extLst>
                  <a:ext uri="{FF2B5EF4-FFF2-40B4-BE49-F238E27FC236}">
                    <a16:creationId xmlns:a16="http://schemas.microsoft.com/office/drawing/2014/main" id="{ACF035C1-A435-9EDD-71D0-8E5813185E36}"/>
                  </a:ext>
                </a:extLst>
              </p:cNvPr>
              <p:cNvSpPr txBox="1"/>
              <p:nvPr/>
            </p:nvSpPr>
            <p:spPr>
              <a:xfrm>
                <a:off x="5241251" y="5139605"/>
                <a:ext cx="1455425" cy="684996"/>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s-ES" sz="2000" i="1">
                          <a:solidFill>
                            <a:schemeClr val="bg2">
                              <a:lumMod val="10000"/>
                            </a:schemeClr>
                          </a:solidFill>
                          <a:latin typeface="Cambria Math" panose="02040503050406030204" pitchFamily="18" charset="0"/>
                        </a:rPr>
                        <m:t>+</m:t>
                      </m:r>
                      <m:f>
                        <m:fPr>
                          <m:ctrlPr>
                            <a:rPr lang="es-ES" sz="2000" i="1">
                              <a:solidFill>
                                <a:schemeClr val="bg2">
                                  <a:lumMod val="10000"/>
                                </a:schemeClr>
                              </a:solidFill>
                              <a:latin typeface="Cambria Math" panose="02040503050406030204" pitchFamily="18" charset="0"/>
                            </a:rPr>
                          </m:ctrlPr>
                        </m:fPr>
                        <m:num>
                          <m:sSub>
                            <m:sSubPr>
                              <m:ctrlPr>
                                <a:rPr lang="es-ES" sz="2000" i="1">
                                  <a:solidFill>
                                    <a:schemeClr val="bg2">
                                      <a:lumMod val="10000"/>
                                    </a:schemeClr>
                                  </a:solidFill>
                                  <a:latin typeface="Cambria Math" panose="02040503050406030204" pitchFamily="18" charset="0"/>
                                </a:rPr>
                              </m:ctrlPr>
                            </m:sSubPr>
                            <m:e>
                              <m:sSup>
                                <m:sSupPr>
                                  <m:ctrlPr>
                                    <a:rPr lang="es-ES" sz="2000" i="1">
                                      <a:solidFill>
                                        <a:schemeClr val="bg2">
                                          <a:lumMod val="10000"/>
                                        </a:schemeClr>
                                      </a:solidFill>
                                      <a:latin typeface="Cambria Math" panose="02040503050406030204" pitchFamily="18" charset="0"/>
                                    </a:rPr>
                                  </m:ctrlPr>
                                </m:sSupPr>
                                <m:e>
                                  <m:r>
                                    <a:rPr lang="es-ES" sz="2000" i="1">
                                      <a:solidFill>
                                        <a:schemeClr val="bg2">
                                          <a:lumMod val="10000"/>
                                        </a:schemeClr>
                                      </a:solidFill>
                                      <a:latin typeface="Cambria Math" panose="02040503050406030204" pitchFamily="18" charset="0"/>
                                    </a:rPr>
                                    <m:t>𝑟</m:t>
                                  </m:r>
                                  <m:r>
                                    <a:rPr lang="es-ES" sz="2000" i="1">
                                      <a:solidFill>
                                        <a:schemeClr val="bg2">
                                          <a:lumMod val="10000"/>
                                        </a:schemeClr>
                                      </a:solidFill>
                                      <a:latin typeface="Cambria Math" panose="02040503050406030204" pitchFamily="18" charset="0"/>
                                      <a:ea typeface="Cambria Math" panose="02040503050406030204" pitchFamily="18" charset="0"/>
                                    </a:rPr>
                                    <m:t>×</m:t>
                                  </m:r>
                                  <m:r>
                                    <a:rPr lang="es-ES" sz="2000" i="1">
                                      <a:solidFill>
                                        <a:schemeClr val="accent1"/>
                                      </a:solidFill>
                                      <a:latin typeface="Cambria Math" panose="02040503050406030204" pitchFamily="18" charset="0"/>
                                    </a:rPr>
                                    <m:t>𝑁</m:t>
                                  </m:r>
                                </m:e>
                                <m:sup>
                                  <m:r>
                                    <a:rPr lang="es-ES" sz="2000" i="1">
                                      <a:solidFill>
                                        <a:schemeClr val="accent1"/>
                                      </a:solidFill>
                                      <a:latin typeface="Cambria Math" panose="02040503050406030204" pitchFamily="18" charset="0"/>
                                    </a:rPr>
                                    <m:t>𝑔</m:t>
                                  </m:r>
                                </m:sup>
                              </m:sSup>
                            </m:e>
                            <m:sub>
                              <m:r>
                                <a:rPr lang="es-ES" sz="2000" i="1">
                                  <a:solidFill>
                                    <a:schemeClr val="accent1"/>
                                  </a:solidFill>
                                  <a:latin typeface="Cambria Math" panose="02040503050406030204" pitchFamily="18" charset="0"/>
                                </a:rPr>
                                <m:t>𝐶</m:t>
                              </m:r>
                            </m:sub>
                          </m:sSub>
                        </m:num>
                        <m:den>
                          <m:r>
                            <a:rPr lang="es-ES" sz="2000" i="1">
                              <a:solidFill>
                                <a:schemeClr val="bg2">
                                  <a:lumMod val="10000"/>
                                </a:schemeClr>
                              </a:solidFill>
                              <a:latin typeface="Cambria Math" panose="02040503050406030204" pitchFamily="18" charset="0"/>
                            </a:rPr>
                            <m:t>𝐺</m:t>
                          </m:r>
                        </m:den>
                      </m:f>
                    </m:oMath>
                  </m:oMathPara>
                </a14:m>
                <a:endParaRPr lang="es-ES" sz="1350" dirty="0">
                  <a:solidFill>
                    <a:schemeClr val="accent1"/>
                  </a:solidFill>
                </a:endParaRPr>
              </a:p>
            </p:txBody>
          </p:sp>
        </mc:Choice>
        <mc:Fallback xmlns="">
          <p:sp>
            <p:nvSpPr>
              <p:cNvPr id="51" name="CuadroTexto 50">
                <a:extLst>
                  <a:ext uri="{FF2B5EF4-FFF2-40B4-BE49-F238E27FC236}">
                    <a16:creationId xmlns:a16="http://schemas.microsoft.com/office/drawing/2014/main" id="{ACF035C1-A435-9EDD-71D0-8E5813185E36}"/>
                  </a:ext>
                </a:extLst>
              </p:cNvPr>
              <p:cNvSpPr txBox="1">
                <a:spLocks noRot="1" noChangeAspect="1" noMove="1" noResize="1" noEditPoints="1" noAdjustHandles="1" noChangeArrowheads="1" noChangeShapeType="1" noTextEdit="1"/>
              </p:cNvSpPr>
              <p:nvPr/>
            </p:nvSpPr>
            <p:spPr>
              <a:xfrm>
                <a:off x="5241251" y="5139605"/>
                <a:ext cx="1455425" cy="684996"/>
              </a:xfrm>
              <a:prstGeom prst="rect">
                <a:avLst/>
              </a:prstGeom>
              <a:blipFill>
                <a:blip r:embed="rId8"/>
                <a:stretch>
                  <a:fillRect/>
                </a:stretch>
              </a:blipFill>
            </p:spPr>
            <p:txBody>
              <a:bodyPr/>
              <a:lstStyle/>
              <a:p>
                <a:r>
                  <a:rPr lang="es-ES">
                    <a:noFill/>
                  </a:rPr>
                  <a:t> </a:t>
                </a:r>
              </a:p>
            </p:txBody>
          </p:sp>
        </mc:Fallback>
      </mc:AlternateContent>
      <p:sp>
        <p:nvSpPr>
          <p:cNvPr id="52" name="Flecha: curvada hacia abajo 51">
            <a:extLst>
              <a:ext uri="{FF2B5EF4-FFF2-40B4-BE49-F238E27FC236}">
                <a16:creationId xmlns:a16="http://schemas.microsoft.com/office/drawing/2014/main" id="{86B88DC3-7EFE-0E7E-9AE9-4DB7944B9B28}"/>
              </a:ext>
            </a:extLst>
          </p:cNvPr>
          <p:cNvSpPr/>
          <p:nvPr/>
        </p:nvSpPr>
        <p:spPr>
          <a:xfrm rot="896436" flipV="1">
            <a:off x="5547808" y="4525307"/>
            <a:ext cx="1097986" cy="538684"/>
          </a:xfrm>
          <a:prstGeom prst="curvedDownArrow">
            <a:avLst>
              <a:gd name="adj1" fmla="val 25000"/>
              <a:gd name="adj2" fmla="val 50000"/>
              <a:gd name="adj3" fmla="val 31735"/>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sz="1350" dirty="0">
              <a:solidFill>
                <a:schemeClr val="tx1"/>
              </a:solidFill>
            </a:endParaRPr>
          </a:p>
        </p:txBody>
      </p:sp>
      <p:sp>
        <p:nvSpPr>
          <p:cNvPr id="53" name="CuadroTexto 52">
            <a:extLst>
              <a:ext uri="{FF2B5EF4-FFF2-40B4-BE49-F238E27FC236}">
                <a16:creationId xmlns:a16="http://schemas.microsoft.com/office/drawing/2014/main" id="{5595045F-9254-930E-D96E-9BBC6BCCFB6F}"/>
              </a:ext>
            </a:extLst>
          </p:cNvPr>
          <p:cNvSpPr txBox="1"/>
          <p:nvPr/>
        </p:nvSpPr>
        <p:spPr>
          <a:xfrm>
            <a:off x="3227281" y="4787548"/>
            <a:ext cx="1925364" cy="646331"/>
          </a:xfrm>
          <a:prstGeom prst="rect">
            <a:avLst/>
          </a:prstGeom>
          <a:noFill/>
        </p:spPr>
        <p:txBody>
          <a:bodyPr wrap="square" rtlCol="0">
            <a:spAutoFit/>
          </a:bodyPr>
          <a:lstStyle/>
          <a:p>
            <a:pPr algn="ctr"/>
            <a:r>
              <a:rPr lang="es-ES" dirty="0">
                <a:solidFill>
                  <a:schemeClr val="bg2">
                    <a:lumMod val="10000"/>
                  </a:schemeClr>
                </a:solidFill>
                <a:latin typeface="Amasis MT Pro" panose="02040504050005020304" pitchFamily="18" charset="0"/>
              </a:rPr>
              <a:t>a cada individuo por igual</a:t>
            </a:r>
          </a:p>
        </p:txBody>
      </p:sp>
      <p:sp>
        <p:nvSpPr>
          <p:cNvPr id="3" name="CuadroTexto 2">
            <a:extLst>
              <a:ext uri="{FF2B5EF4-FFF2-40B4-BE49-F238E27FC236}">
                <a16:creationId xmlns:a16="http://schemas.microsoft.com/office/drawing/2014/main" id="{E0B00D75-84B0-B372-9955-5FA89BBD0A7B}"/>
              </a:ext>
            </a:extLst>
          </p:cNvPr>
          <p:cNvSpPr txBox="1"/>
          <p:nvPr/>
        </p:nvSpPr>
        <p:spPr>
          <a:xfrm>
            <a:off x="-5693" y="0"/>
            <a:ext cx="8782430" cy="646331"/>
          </a:xfrm>
          <a:prstGeom prst="rect">
            <a:avLst/>
          </a:prstGeom>
          <a:noFill/>
        </p:spPr>
        <p:txBody>
          <a:bodyPr wrap="square" rtlCol="0">
            <a:spAutoFit/>
          </a:bodyPr>
          <a:lstStyle/>
          <a:p>
            <a:pPr lvl="1" algn="r"/>
            <a:r>
              <a:rPr lang="es-ES" sz="3600" dirty="0">
                <a:solidFill>
                  <a:schemeClr val="bg2">
                    <a:lumMod val="10000"/>
                  </a:schemeClr>
                </a:solidFill>
                <a:latin typeface="Amasis MT Pro Light" panose="02040304050005020304" pitchFamily="18" charset="0"/>
                <a:cs typeface="Adobe Devanagari" panose="02040503050201020203" pitchFamily="18" charset="0"/>
              </a:rPr>
              <a:t>Juego de los bienes públicos</a:t>
            </a:r>
          </a:p>
        </p:txBody>
      </p:sp>
      <p:pic>
        <p:nvPicPr>
          <p:cNvPr id="29" name="Imagen 28">
            <a:extLst>
              <a:ext uri="{FF2B5EF4-FFF2-40B4-BE49-F238E27FC236}">
                <a16:creationId xmlns:a16="http://schemas.microsoft.com/office/drawing/2014/main" id="{7C66E5F6-2F85-1ABD-DF52-E9609EFA4867}"/>
              </a:ext>
            </a:extLst>
          </p:cNvPr>
          <p:cNvPicPr>
            <a:picLocks noChangeAspect="1"/>
          </p:cNvPicPr>
          <p:nvPr/>
        </p:nvPicPr>
        <p:blipFill>
          <a:blip r:embed="rId9"/>
          <a:stretch>
            <a:fillRect/>
          </a:stretch>
        </p:blipFill>
        <p:spPr>
          <a:xfrm>
            <a:off x="1020370" y="1281713"/>
            <a:ext cx="1633861" cy="1372300"/>
          </a:xfrm>
          <a:prstGeom prst="rect">
            <a:avLst/>
          </a:prstGeom>
        </p:spPr>
      </p:pic>
      <p:pic>
        <p:nvPicPr>
          <p:cNvPr id="6" name="Imagen 5">
            <a:extLst>
              <a:ext uri="{FF2B5EF4-FFF2-40B4-BE49-F238E27FC236}">
                <a16:creationId xmlns:a16="http://schemas.microsoft.com/office/drawing/2014/main" id="{D8A8B6D9-ADCB-838D-5A2E-51D33C4FAD34}"/>
              </a:ext>
            </a:extLst>
          </p:cNvPr>
          <p:cNvPicPr>
            <a:picLocks noChangeAspect="1"/>
          </p:cNvPicPr>
          <p:nvPr/>
        </p:nvPicPr>
        <p:blipFill>
          <a:blip r:embed="rId10"/>
          <a:stretch>
            <a:fillRect/>
          </a:stretch>
        </p:blipFill>
        <p:spPr>
          <a:xfrm>
            <a:off x="6232225" y="2538471"/>
            <a:ext cx="1445915" cy="1414176"/>
          </a:xfrm>
          <a:prstGeom prst="rect">
            <a:avLst/>
          </a:prstGeom>
        </p:spPr>
      </p:pic>
      <mc:AlternateContent xmlns:mc="http://schemas.openxmlformats.org/markup-compatibility/2006" xmlns:a14="http://schemas.microsoft.com/office/drawing/2010/main">
        <mc:Choice Requires="a14">
          <p:sp>
            <p:nvSpPr>
              <p:cNvPr id="7" name="CuadroTexto 6">
                <a:extLst>
                  <a:ext uri="{FF2B5EF4-FFF2-40B4-BE49-F238E27FC236}">
                    <a16:creationId xmlns:a16="http://schemas.microsoft.com/office/drawing/2014/main" id="{CF8DA1D1-EB23-41BF-BC7D-A13A2BED6CFB}"/>
                  </a:ext>
                </a:extLst>
              </p:cNvPr>
              <p:cNvSpPr txBox="1"/>
              <p:nvPr/>
            </p:nvSpPr>
            <p:spPr>
              <a:xfrm>
                <a:off x="6654159" y="3905643"/>
                <a:ext cx="722572" cy="461665"/>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s-ES" sz="2400" i="1">
                              <a:solidFill>
                                <a:schemeClr val="accent5">
                                  <a:lumMod val="50000"/>
                                </a:schemeClr>
                              </a:solidFill>
                              <a:latin typeface="Cambria Math" panose="02040503050406030204" pitchFamily="18" charset="0"/>
                            </a:rPr>
                          </m:ctrlPr>
                        </m:sSubPr>
                        <m:e>
                          <m:sSup>
                            <m:sSupPr>
                              <m:ctrlPr>
                                <a:rPr lang="es-ES" sz="2400" i="1">
                                  <a:solidFill>
                                    <a:schemeClr val="accent5">
                                      <a:lumMod val="50000"/>
                                    </a:schemeClr>
                                  </a:solidFill>
                                  <a:latin typeface="Cambria Math" panose="02040503050406030204" pitchFamily="18" charset="0"/>
                                </a:rPr>
                              </m:ctrlPr>
                            </m:sSupPr>
                            <m:e>
                              <m:r>
                                <a:rPr lang="es-ES" sz="2400" i="1">
                                  <a:solidFill>
                                    <a:schemeClr val="accent5">
                                      <a:lumMod val="50000"/>
                                    </a:schemeClr>
                                  </a:solidFill>
                                  <a:latin typeface="Cambria Math" panose="02040503050406030204" pitchFamily="18" charset="0"/>
                                </a:rPr>
                                <m:t>𝑁</m:t>
                              </m:r>
                            </m:e>
                            <m:sup>
                              <m:r>
                                <a:rPr lang="es-ES" sz="2400" i="1">
                                  <a:solidFill>
                                    <a:schemeClr val="accent5">
                                      <a:lumMod val="50000"/>
                                    </a:schemeClr>
                                  </a:solidFill>
                                  <a:latin typeface="Cambria Math" panose="02040503050406030204" pitchFamily="18" charset="0"/>
                                </a:rPr>
                                <m:t>𝑔</m:t>
                              </m:r>
                            </m:sup>
                          </m:sSup>
                        </m:e>
                        <m:sub>
                          <m:r>
                            <a:rPr lang="es-ES" sz="2400" i="1">
                              <a:solidFill>
                                <a:schemeClr val="accent5">
                                  <a:lumMod val="50000"/>
                                </a:schemeClr>
                              </a:solidFill>
                              <a:latin typeface="Cambria Math" panose="02040503050406030204" pitchFamily="18" charset="0"/>
                            </a:rPr>
                            <m:t>𝐷</m:t>
                          </m:r>
                        </m:sub>
                      </m:sSub>
                    </m:oMath>
                  </m:oMathPara>
                </a14:m>
                <a:endParaRPr lang="es-ES" sz="1350" dirty="0"/>
              </a:p>
            </p:txBody>
          </p:sp>
        </mc:Choice>
        <mc:Fallback xmlns="">
          <p:sp>
            <p:nvSpPr>
              <p:cNvPr id="7" name="CuadroTexto 6">
                <a:extLst>
                  <a:ext uri="{FF2B5EF4-FFF2-40B4-BE49-F238E27FC236}">
                    <a16:creationId xmlns:a16="http://schemas.microsoft.com/office/drawing/2014/main" id="{CF8DA1D1-EB23-41BF-BC7D-A13A2BED6CFB}"/>
                  </a:ext>
                </a:extLst>
              </p:cNvPr>
              <p:cNvSpPr txBox="1">
                <a:spLocks noRot="1" noChangeAspect="1" noMove="1" noResize="1" noEditPoints="1" noAdjustHandles="1" noChangeArrowheads="1" noChangeShapeType="1" noTextEdit="1"/>
              </p:cNvSpPr>
              <p:nvPr/>
            </p:nvSpPr>
            <p:spPr>
              <a:xfrm>
                <a:off x="6654159" y="3905643"/>
                <a:ext cx="722572" cy="461665"/>
              </a:xfrm>
              <a:prstGeom prst="rect">
                <a:avLst/>
              </a:prstGeom>
              <a:blipFill>
                <a:blip r:embed="rId11"/>
                <a:stretch>
                  <a:fillRect l="-2542" r="-847" b="-2667"/>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8" name="CuadroTexto 7">
                <a:extLst>
                  <a:ext uri="{FF2B5EF4-FFF2-40B4-BE49-F238E27FC236}">
                    <a16:creationId xmlns:a16="http://schemas.microsoft.com/office/drawing/2014/main" id="{3A18BB7F-41DA-22A4-C4A3-0288424CD827}"/>
                  </a:ext>
                </a:extLst>
              </p:cNvPr>
              <p:cNvSpPr txBox="1"/>
              <p:nvPr/>
            </p:nvSpPr>
            <p:spPr>
              <a:xfrm>
                <a:off x="167877" y="6330038"/>
                <a:ext cx="3841786" cy="646331"/>
              </a:xfrm>
              <a:prstGeom prst="rect">
                <a:avLst/>
              </a:prstGeom>
              <a:noFill/>
            </p:spPr>
            <p:txBody>
              <a:bodyPr wrap="square" lIns="0" tIns="0" rIns="0" bIns="0" rtlCol="0">
                <a:spAutoFit/>
              </a:bodyPr>
              <a:lstStyle/>
              <a:p>
                <a:pPr/>
                <a14:m>
                  <m:oMathPara xmlns:m="http://schemas.openxmlformats.org/officeDocument/2006/math">
                    <m:oMathParaPr>
                      <m:jc m:val="left"/>
                    </m:oMathParaPr>
                    <m:oMath xmlns:m="http://schemas.openxmlformats.org/officeDocument/2006/math">
                      <m:r>
                        <a:rPr lang="es-ES" sz="2800" i="1">
                          <a:solidFill>
                            <a:schemeClr val="bg2">
                              <a:lumMod val="10000"/>
                            </a:schemeClr>
                          </a:solidFill>
                          <a:latin typeface="Cambria Math" panose="02040503050406030204" pitchFamily="18" charset="0"/>
                        </a:rPr>
                        <m:t>𝐺</m:t>
                      </m:r>
                      <m:r>
                        <a:rPr lang="es-ES" sz="2800" i="1">
                          <a:solidFill>
                            <a:schemeClr val="bg2">
                              <a:lumMod val="10000"/>
                            </a:schemeClr>
                          </a:solidFill>
                          <a:latin typeface="Cambria Math" panose="02040503050406030204" pitchFamily="18" charset="0"/>
                        </a:rPr>
                        <m:t>=</m:t>
                      </m:r>
                      <m:sSub>
                        <m:sSubPr>
                          <m:ctrlPr>
                            <a:rPr lang="es-ES" sz="2800" i="1" smtClean="0">
                              <a:solidFill>
                                <a:schemeClr val="accent1">
                                  <a:lumMod val="60000"/>
                                  <a:lumOff val="40000"/>
                                </a:schemeClr>
                              </a:solidFill>
                              <a:latin typeface="Cambria Math" panose="02040503050406030204" pitchFamily="18" charset="0"/>
                            </a:rPr>
                          </m:ctrlPr>
                        </m:sSubPr>
                        <m:e>
                          <m:sSup>
                            <m:sSupPr>
                              <m:ctrlPr>
                                <a:rPr lang="es-ES" sz="2800" i="1">
                                  <a:solidFill>
                                    <a:schemeClr val="accent1">
                                      <a:lumMod val="60000"/>
                                      <a:lumOff val="40000"/>
                                    </a:schemeClr>
                                  </a:solidFill>
                                  <a:latin typeface="Cambria Math" panose="02040503050406030204" pitchFamily="18" charset="0"/>
                                </a:rPr>
                              </m:ctrlPr>
                            </m:sSupPr>
                            <m:e>
                              <m:r>
                                <a:rPr lang="es-ES" sz="2800" i="1">
                                  <a:solidFill>
                                    <a:schemeClr val="accent1">
                                      <a:lumMod val="60000"/>
                                      <a:lumOff val="40000"/>
                                    </a:schemeClr>
                                  </a:solidFill>
                                  <a:latin typeface="Cambria Math" panose="02040503050406030204" pitchFamily="18" charset="0"/>
                                </a:rPr>
                                <m:t>𝑁</m:t>
                              </m:r>
                            </m:e>
                            <m:sup>
                              <m:r>
                                <a:rPr lang="es-ES" sz="2800" i="1">
                                  <a:solidFill>
                                    <a:schemeClr val="accent1">
                                      <a:lumMod val="60000"/>
                                      <a:lumOff val="40000"/>
                                    </a:schemeClr>
                                  </a:solidFill>
                                  <a:latin typeface="Cambria Math" panose="02040503050406030204" pitchFamily="18" charset="0"/>
                                </a:rPr>
                                <m:t>𝑔</m:t>
                              </m:r>
                            </m:sup>
                          </m:sSup>
                        </m:e>
                        <m:sub>
                          <m:r>
                            <a:rPr lang="es-ES" sz="2800" i="1">
                              <a:solidFill>
                                <a:schemeClr val="accent1">
                                  <a:lumMod val="60000"/>
                                  <a:lumOff val="40000"/>
                                </a:schemeClr>
                              </a:solidFill>
                              <a:latin typeface="Cambria Math" panose="02040503050406030204" pitchFamily="18" charset="0"/>
                            </a:rPr>
                            <m:t>𝐶</m:t>
                          </m:r>
                        </m:sub>
                      </m:sSub>
                      <m:r>
                        <a:rPr lang="es-ES" sz="2800" i="1">
                          <a:solidFill>
                            <a:schemeClr val="bg2">
                              <a:lumMod val="10000"/>
                            </a:schemeClr>
                          </a:solidFill>
                          <a:latin typeface="Cambria Math" panose="02040503050406030204" pitchFamily="18" charset="0"/>
                        </a:rPr>
                        <m:t>+</m:t>
                      </m:r>
                      <m:sSub>
                        <m:sSubPr>
                          <m:ctrlPr>
                            <a:rPr lang="es-ES" sz="2800" i="1" smtClean="0">
                              <a:solidFill>
                                <a:schemeClr val="accent5"/>
                              </a:solidFill>
                              <a:latin typeface="Cambria Math" panose="02040503050406030204" pitchFamily="18" charset="0"/>
                            </a:rPr>
                          </m:ctrlPr>
                        </m:sSubPr>
                        <m:e>
                          <m:sSup>
                            <m:sSupPr>
                              <m:ctrlPr>
                                <a:rPr lang="es-ES" sz="2800" i="1">
                                  <a:solidFill>
                                    <a:schemeClr val="accent5"/>
                                  </a:solidFill>
                                  <a:latin typeface="Cambria Math" panose="02040503050406030204" pitchFamily="18" charset="0"/>
                                </a:rPr>
                              </m:ctrlPr>
                            </m:sSupPr>
                            <m:e>
                              <m:r>
                                <a:rPr lang="es-ES" sz="2800" i="1">
                                  <a:solidFill>
                                    <a:schemeClr val="accent5"/>
                                  </a:solidFill>
                                  <a:latin typeface="Cambria Math" panose="02040503050406030204" pitchFamily="18" charset="0"/>
                                </a:rPr>
                                <m:t>𝑁</m:t>
                              </m:r>
                            </m:e>
                            <m:sup>
                              <m:r>
                                <a:rPr lang="es-ES" sz="2800" i="1">
                                  <a:solidFill>
                                    <a:schemeClr val="accent5"/>
                                  </a:solidFill>
                                  <a:latin typeface="Cambria Math" panose="02040503050406030204" pitchFamily="18" charset="0"/>
                                </a:rPr>
                                <m:t>𝑔</m:t>
                              </m:r>
                            </m:sup>
                          </m:sSup>
                        </m:e>
                        <m:sub>
                          <m:r>
                            <a:rPr lang="es-ES" sz="2800" i="1">
                              <a:solidFill>
                                <a:schemeClr val="accent5"/>
                              </a:solidFill>
                              <a:latin typeface="Cambria Math" panose="02040503050406030204" pitchFamily="18" charset="0"/>
                            </a:rPr>
                            <m:t>𝐷</m:t>
                          </m:r>
                        </m:sub>
                      </m:sSub>
                    </m:oMath>
                  </m:oMathPara>
                </a14:m>
                <a:endParaRPr lang="es-ES" sz="2800" dirty="0">
                  <a:solidFill>
                    <a:schemeClr val="accent6"/>
                  </a:solidFill>
                  <a:latin typeface="Amasis MT Pro" panose="02040504050005020304" pitchFamily="18" charset="0"/>
                </a:endParaRPr>
              </a:p>
              <a:p>
                <a:endParaRPr lang="es-ES" sz="1400" dirty="0">
                  <a:solidFill>
                    <a:schemeClr val="bg2">
                      <a:lumMod val="10000"/>
                    </a:schemeClr>
                  </a:solidFill>
                  <a:latin typeface="Amasis MT Pro" panose="02040504050005020304" pitchFamily="18" charset="0"/>
                </a:endParaRPr>
              </a:p>
            </p:txBody>
          </p:sp>
        </mc:Choice>
        <mc:Fallback xmlns="">
          <p:sp>
            <p:nvSpPr>
              <p:cNvPr id="8" name="CuadroTexto 7">
                <a:extLst>
                  <a:ext uri="{FF2B5EF4-FFF2-40B4-BE49-F238E27FC236}">
                    <a16:creationId xmlns:a16="http://schemas.microsoft.com/office/drawing/2014/main" id="{3A18BB7F-41DA-22A4-C4A3-0288424CD827}"/>
                  </a:ext>
                </a:extLst>
              </p:cNvPr>
              <p:cNvSpPr txBox="1">
                <a:spLocks noRot="1" noChangeAspect="1" noMove="1" noResize="1" noEditPoints="1" noAdjustHandles="1" noChangeArrowheads="1" noChangeShapeType="1" noTextEdit="1"/>
              </p:cNvSpPr>
              <p:nvPr/>
            </p:nvSpPr>
            <p:spPr>
              <a:xfrm>
                <a:off x="167877" y="6330038"/>
                <a:ext cx="3841786" cy="646331"/>
              </a:xfrm>
              <a:prstGeom prst="rect">
                <a:avLst/>
              </a:prstGeom>
              <a:blipFill>
                <a:blip r:embed="rId12"/>
                <a:stretch>
                  <a:fillRect/>
                </a:stretch>
              </a:blipFill>
            </p:spPr>
            <p:txBody>
              <a:bodyPr/>
              <a:lstStyle/>
              <a:p>
                <a:r>
                  <a:rPr lang="es-ES">
                    <a:noFill/>
                  </a:rPr>
                  <a:t> </a:t>
                </a:r>
              </a:p>
            </p:txBody>
          </p:sp>
        </mc:Fallback>
      </mc:AlternateContent>
    </p:spTree>
    <p:extLst>
      <p:ext uri="{BB962C8B-B14F-4D97-AF65-F5344CB8AC3E}">
        <p14:creationId xmlns:p14="http://schemas.microsoft.com/office/powerpoint/2010/main" val="6310764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1"/>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9"/>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2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xit" presetSubtype="0" fill="hold" grpId="1" nodeType="clickEffect">
                                  <p:stCondLst>
                                    <p:cond delay="0"/>
                                  </p:stCondLst>
                                  <p:childTnLst>
                                    <p:set>
                                      <p:cBhvr>
                                        <p:cTn id="14" dur="1" fill="hold">
                                          <p:stCondLst>
                                            <p:cond delay="0"/>
                                          </p:stCondLst>
                                        </p:cTn>
                                        <p:tgtEl>
                                          <p:spTgt spid="21"/>
                                        </p:tgtEl>
                                        <p:attrNameLst>
                                          <p:attrName>style.visibility</p:attrName>
                                        </p:attrNameLst>
                                      </p:cBhvr>
                                      <p:to>
                                        <p:strVal val="hidden"/>
                                      </p:to>
                                    </p:set>
                                  </p:childTnLst>
                                </p:cTn>
                              </p:par>
                              <p:par>
                                <p:cTn id="15" presetID="1" presetClass="exit" presetSubtype="0" fill="hold" grpId="1" nodeType="withEffect">
                                  <p:stCondLst>
                                    <p:cond delay="0"/>
                                  </p:stCondLst>
                                  <p:childTnLst>
                                    <p:set>
                                      <p:cBhvr>
                                        <p:cTn id="16" dur="1" fill="hold">
                                          <p:stCondLst>
                                            <p:cond delay="0"/>
                                          </p:stCondLst>
                                        </p:cTn>
                                        <p:tgtEl>
                                          <p:spTgt spid="20"/>
                                        </p:tgtEl>
                                        <p:attrNameLst>
                                          <p:attrName>style.visibility</p:attrName>
                                        </p:attrNameLst>
                                      </p:cBhvr>
                                      <p:to>
                                        <p:strVal val="hidden"/>
                                      </p:to>
                                    </p:set>
                                  </p:childTnLst>
                                </p:cTn>
                              </p:par>
                              <p:par>
                                <p:cTn id="17" presetID="1" presetClass="entr" presetSubtype="0" fill="hold" grpId="0" nodeType="withEffect">
                                  <p:stCondLst>
                                    <p:cond delay="0"/>
                                  </p:stCondLst>
                                  <p:childTnLst>
                                    <p:set>
                                      <p:cBhvr>
                                        <p:cTn id="18" dur="1" fill="hold">
                                          <p:stCondLst>
                                            <p:cond delay="0"/>
                                          </p:stCondLst>
                                        </p:cTn>
                                        <p:tgtEl>
                                          <p:spTgt spid="46"/>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47"/>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48"/>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53"/>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51"/>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52"/>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p:bldP spid="20" grpId="0" animBg="1"/>
      <p:bldP spid="20" grpId="1" animBg="1"/>
      <p:bldP spid="21" grpId="0"/>
      <p:bldP spid="21" grpId="1"/>
      <p:bldP spid="46" grpId="0"/>
      <p:bldP spid="47" grpId="0" animBg="1"/>
      <p:bldP spid="48" grpId="0"/>
      <p:bldP spid="51" grpId="0"/>
      <p:bldP spid="52" grpId="0" animBg="1"/>
      <p:bldP spid="53" grpId="0"/>
      <p:bldP spid="8"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4A7B6D-B382-1EDE-49C0-29736F4D83AF}"/>
            </a:ext>
          </a:extLst>
        </p:cNvPr>
        <p:cNvGrpSpPr/>
        <p:nvPr/>
      </p:nvGrpSpPr>
      <p:grpSpPr>
        <a:xfrm>
          <a:off x="0" y="0"/>
          <a:ext cx="0" cy="0"/>
          <a:chOff x="0" y="0"/>
          <a:chExt cx="0" cy="0"/>
        </a:xfrm>
      </p:grpSpPr>
      <p:sp>
        <p:nvSpPr>
          <p:cNvPr id="16" name="Elipse 15">
            <a:extLst>
              <a:ext uri="{FF2B5EF4-FFF2-40B4-BE49-F238E27FC236}">
                <a16:creationId xmlns:a16="http://schemas.microsoft.com/office/drawing/2014/main" id="{C239B0FD-5618-A425-63B9-9CFD3E0DF6A5}"/>
              </a:ext>
            </a:extLst>
          </p:cNvPr>
          <p:cNvSpPr/>
          <p:nvPr/>
        </p:nvSpPr>
        <p:spPr>
          <a:xfrm>
            <a:off x="3406346" y="2302868"/>
            <a:ext cx="2411730" cy="2411730"/>
          </a:xfrm>
          <a:prstGeom prst="ellipse">
            <a:avLst/>
          </a:prstGeom>
          <a:solidFill>
            <a:schemeClr val="bg2">
              <a:lumMod val="90000"/>
            </a:schemeClr>
          </a:solidFill>
          <a:ln>
            <a:solidFill>
              <a:schemeClr val="bg2">
                <a:lumMod val="1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sz="1350"/>
          </a:p>
        </p:txBody>
      </p:sp>
      <p:sp>
        <p:nvSpPr>
          <p:cNvPr id="17" name="CuadroTexto 16">
            <a:extLst>
              <a:ext uri="{FF2B5EF4-FFF2-40B4-BE49-F238E27FC236}">
                <a16:creationId xmlns:a16="http://schemas.microsoft.com/office/drawing/2014/main" id="{0BDD4EB0-370F-8B63-BFEA-F3E18727CA57}"/>
              </a:ext>
            </a:extLst>
          </p:cNvPr>
          <p:cNvSpPr txBox="1"/>
          <p:nvPr/>
        </p:nvSpPr>
        <p:spPr>
          <a:xfrm>
            <a:off x="3760574" y="2731300"/>
            <a:ext cx="1703273" cy="830997"/>
          </a:xfrm>
          <a:prstGeom prst="rect">
            <a:avLst/>
          </a:prstGeom>
          <a:noFill/>
          <a:ln>
            <a:noFill/>
          </a:ln>
        </p:spPr>
        <p:txBody>
          <a:bodyPr wrap="square" rtlCol="0">
            <a:spAutoFit/>
          </a:bodyPr>
          <a:lstStyle/>
          <a:p>
            <a:pPr algn="ctr"/>
            <a:r>
              <a:rPr lang="es-ES" sz="2400" dirty="0">
                <a:solidFill>
                  <a:schemeClr val="bg2">
                    <a:lumMod val="10000"/>
                  </a:schemeClr>
                </a:solidFill>
                <a:latin typeface="Amasis MT Pro" panose="02040504050005020304" pitchFamily="18" charset="0"/>
              </a:rPr>
              <a:t>Bien Público</a:t>
            </a:r>
          </a:p>
        </p:txBody>
      </p:sp>
      <p:sp>
        <p:nvSpPr>
          <p:cNvPr id="20" name="Flecha: curvada hacia abajo 19">
            <a:extLst>
              <a:ext uri="{FF2B5EF4-FFF2-40B4-BE49-F238E27FC236}">
                <a16:creationId xmlns:a16="http://schemas.microsoft.com/office/drawing/2014/main" id="{35A03C9D-CD39-9BDE-347B-25BBC5E3DB86}"/>
              </a:ext>
            </a:extLst>
          </p:cNvPr>
          <p:cNvSpPr/>
          <p:nvPr/>
        </p:nvSpPr>
        <p:spPr>
          <a:xfrm rot="2075034">
            <a:off x="3244230" y="1518791"/>
            <a:ext cx="946976" cy="474304"/>
          </a:xfrm>
          <a:prstGeom prst="curvedDownArrow">
            <a:avLst/>
          </a:pr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sz="1350" dirty="0">
              <a:solidFill>
                <a:schemeClr val="tx1"/>
              </a:solidFill>
            </a:endParaRPr>
          </a:p>
        </p:txBody>
      </p:sp>
      <mc:AlternateContent xmlns:mc="http://schemas.openxmlformats.org/markup-compatibility/2006" xmlns:a14="http://schemas.microsoft.com/office/drawing/2010/main">
        <mc:Choice Requires="a14">
          <p:sp>
            <p:nvSpPr>
              <p:cNvPr id="22" name="CuadroTexto 21">
                <a:extLst>
                  <a:ext uri="{FF2B5EF4-FFF2-40B4-BE49-F238E27FC236}">
                    <a16:creationId xmlns:a16="http://schemas.microsoft.com/office/drawing/2014/main" id="{132F82A7-BC12-96AA-DF22-F1596708B1F3}"/>
                  </a:ext>
                </a:extLst>
              </p:cNvPr>
              <p:cNvSpPr txBox="1"/>
              <p:nvPr/>
            </p:nvSpPr>
            <p:spPr>
              <a:xfrm>
                <a:off x="1498874" y="2645430"/>
                <a:ext cx="676852" cy="461665"/>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s-ES" sz="2400" i="1" smtClean="0">
                              <a:solidFill>
                                <a:schemeClr val="accent1">
                                  <a:lumMod val="60000"/>
                                  <a:lumOff val="40000"/>
                                </a:schemeClr>
                              </a:solidFill>
                              <a:latin typeface="Cambria Math" panose="02040503050406030204" pitchFamily="18" charset="0"/>
                            </a:rPr>
                          </m:ctrlPr>
                        </m:sSubPr>
                        <m:e>
                          <m:sSup>
                            <m:sSupPr>
                              <m:ctrlPr>
                                <a:rPr lang="es-ES" sz="2400" i="1">
                                  <a:solidFill>
                                    <a:schemeClr val="accent1">
                                      <a:lumMod val="60000"/>
                                      <a:lumOff val="40000"/>
                                    </a:schemeClr>
                                  </a:solidFill>
                                  <a:latin typeface="Cambria Math" panose="02040503050406030204" pitchFamily="18" charset="0"/>
                                </a:rPr>
                              </m:ctrlPr>
                            </m:sSupPr>
                            <m:e>
                              <m:r>
                                <a:rPr lang="es-ES" sz="2400" i="1">
                                  <a:solidFill>
                                    <a:schemeClr val="accent1">
                                      <a:lumMod val="60000"/>
                                      <a:lumOff val="40000"/>
                                    </a:schemeClr>
                                  </a:solidFill>
                                  <a:latin typeface="Cambria Math" panose="02040503050406030204" pitchFamily="18" charset="0"/>
                                </a:rPr>
                                <m:t>𝑁</m:t>
                              </m:r>
                            </m:e>
                            <m:sup>
                              <m:r>
                                <a:rPr lang="es-ES" sz="2400" i="1">
                                  <a:solidFill>
                                    <a:schemeClr val="accent1">
                                      <a:lumMod val="60000"/>
                                      <a:lumOff val="40000"/>
                                    </a:schemeClr>
                                  </a:solidFill>
                                  <a:latin typeface="Cambria Math" panose="02040503050406030204" pitchFamily="18" charset="0"/>
                                </a:rPr>
                                <m:t>𝑔</m:t>
                              </m:r>
                            </m:sup>
                          </m:sSup>
                        </m:e>
                        <m:sub>
                          <m:r>
                            <a:rPr lang="es-ES" sz="2400" i="1">
                              <a:solidFill>
                                <a:schemeClr val="accent1">
                                  <a:lumMod val="60000"/>
                                  <a:lumOff val="40000"/>
                                </a:schemeClr>
                              </a:solidFill>
                              <a:latin typeface="Cambria Math" panose="02040503050406030204" pitchFamily="18" charset="0"/>
                            </a:rPr>
                            <m:t>𝐶</m:t>
                          </m:r>
                        </m:sub>
                      </m:sSub>
                    </m:oMath>
                  </m:oMathPara>
                </a14:m>
                <a:endParaRPr lang="es-ES" sz="1350" dirty="0"/>
              </a:p>
            </p:txBody>
          </p:sp>
        </mc:Choice>
        <mc:Fallback xmlns="">
          <p:sp>
            <p:nvSpPr>
              <p:cNvPr id="22" name="CuadroTexto 21">
                <a:extLst>
                  <a:ext uri="{FF2B5EF4-FFF2-40B4-BE49-F238E27FC236}">
                    <a16:creationId xmlns:a16="http://schemas.microsoft.com/office/drawing/2014/main" id="{132F82A7-BC12-96AA-DF22-F1596708B1F3}"/>
                  </a:ext>
                </a:extLst>
              </p:cNvPr>
              <p:cNvSpPr txBox="1">
                <a:spLocks noRot="1" noChangeAspect="1" noMove="1" noResize="1" noEditPoints="1" noAdjustHandles="1" noChangeArrowheads="1" noChangeShapeType="1" noTextEdit="1"/>
              </p:cNvSpPr>
              <p:nvPr/>
            </p:nvSpPr>
            <p:spPr>
              <a:xfrm>
                <a:off x="1498874" y="2645430"/>
                <a:ext cx="676852" cy="461665"/>
              </a:xfrm>
              <a:prstGeom prst="rect">
                <a:avLst/>
              </a:prstGeom>
              <a:blipFill>
                <a:blip r:embed="rId3"/>
                <a:stretch>
                  <a:fillRect l="-2703" r="-3604" b="-2632"/>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41" name="CuadroTexto 40">
                <a:extLst>
                  <a:ext uri="{FF2B5EF4-FFF2-40B4-BE49-F238E27FC236}">
                    <a16:creationId xmlns:a16="http://schemas.microsoft.com/office/drawing/2014/main" id="{B14190DD-B795-71FC-B798-53F4DAA2284F}"/>
                  </a:ext>
                </a:extLst>
              </p:cNvPr>
              <p:cNvSpPr txBox="1"/>
              <p:nvPr/>
            </p:nvSpPr>
            <p:spPr>
              <a:xfrm>
                <a:off x="6654159" y="3905643"/>
                <a:ext cx="722572" cy="461665"/>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s-ES" sz="2400" i="1">
                              <a:solidFill>
                                <a:schemeClr val="accent5">
                                  <a:lumMod val="50000"/>
                                </a:schemeClr>
                              </a:solidFill>
                              <a:latin typeface="Cambria Math" panose="02040503050406030204" pitchFamily="18" charset="0"/>
                            </a:rPr>
                          </m:ctrlPr>
                        </m:sSubPr>
                        <m:e>
                          <m:sSup>
                            <m:sSupPr>
                              <m:ctrlPr>
                                <a:rPr lang="es-ES" sz="2400" i="1">
                                  <a:solidFill>
                                    <a:schemeClr val="accent5">
                                      <a:lumMod val="50000"/>
                                    </a:schemeClr>
                                  </a:solidFill>
                                  <a:latin typeface="Cambria Math" panose="02040503050406030204" pitchFamily="18" charset="0"/>
                                </a:rPr>
                              </m:ctrlPr>
                            </m:sSupPr>
                            <m:e>
                              <m:r>
                                <a:rPr lang="es-ES" sz="2400" i="1">
                                  <a:solidFill>
                                    <a:schemeClr val="accent5">
                                      <a:lumMod val="50000"/>
                                    </a:schemeClr>
                                  </a:solidFill>
                                  <a:latin typeface="Cambria Math" panose="02040503050406030204" pitchFamily="18" charset="0"/>
                                </a:rPr>
                                <m:t>𝑁</m:t>
                              </m:r>
                            </m:e>
                            <m:sup>
                              <m:r>
                                <a:rPr lang="es-ES" sz="2400" i="1">
                                  <a:solidFill>
                                    <a:schemeClr val="accent5">
                                      <a:lumMod val="50000"/>
                                    </a:schemeClr>
                                  </a:solidFill>
                                  <a:latin typeface="Cambria Math" panose="02040503050406030204" pitchFamily="18" charset="0"/>
                                </a:rPr>
                                <m:t>𝑔</m:t>
                              </m:r>
                            </m:sup>
                          </m:sSup>
                        </m:e>
                        <m:sub>
                          <m:r>
                            <a:rPr lang="es-ES" sz="2400" i="1">
                              <a:solidFill>
                                <a:schemeClr val="accent5">
                                  <a:lumMod val="50000"/>
                                </a:schemeClr>
                              </a:solidFill>
                              <a:latin typeface="Cambria Math" panose="02040503050406030204" pitchFamily="18" charset="0"/>
                            </a:rPr>
                            <m:t>𝐷</m:t>
                          </m:r>
                        </m:sub>
                      </m:sSub>
                    </m:oMath>
                  </m:oMathPara>
                </a14:m>
                <a:endParaRPr lang="es-ES" sz="1350" dirty="0"/>
              </a:p>
            </p:txBody>
          </p:sp>
        </mc:Choice>
        <mc:Fallback xmlns="">
          <p:sp>
            <p:nvSpPr>
              <p:cNvPr id="41" name="CuadroTexto 40">
                <a:extLst>
                  <a:ext uri="{FF2B5EF4-FFF2-40B4-BE49-F238E27FC236}">
                    <a16:creationId xmlns:a16="http://schemas.microsoft.com/office/drawing/2014/main" id="{B14190DD-B795-71FC-B798-53F4DAA2284F}"/>
                  </a:ext>
                </a:extLst>
              </p:cNvPr>
              <p:cNvSpPr txBox="1">
                <a:spLocks noRot="1" noChangeAspect="1" noMove="1" noResize="1" noEditPoints="1" noAdjustHandles="1" noChangeArrowheads="1" noChangeShapeType="1" noTextEdit="1"/>
              </p:cNvSpPr>
              <p:nvPr/>
            </p:nvSpPr>
            <p:spPr>
              <a:xfrm>
                <a:off x="6654159" y="3905643"/>
                <a:ext cx="722572" cy="461665"/>
              </a:xfrm>
              <a:prstGeom prst="rect">
                <a:avLst/>
              </a:prstGeom>
              <a:blipFill>
                <a:blip r:embed="rId4"/>
                <a:stretch>
                  <a:fillRect l="-2542" r="-847" b="-2667"/>
                </a:stretch>
              </a:blipFill>
            </p:spPr>
            <p:txBody>
              <a:bodyPr/>
              <a:lstStyle/>
              <a:p>
                <a:r>
                  <a:rPr lang="es-ES">
                    <a:noFill/>
                  </a:rPr>
                  <a:t> </a:t>
                </a:r>
              </a:p>
            </p:txBody>
          </p:sp>
        </mc:Fallback>
      </mc:AlternateContent>
      <p:sp>
        <p:nvSpPr>
          <p:cNvPr id="47" name="Flecha: curvada hacia abajo 46">
            <a:extLst>
              <a:ext uri="{FF2B5EF4-FFF2-40B4-BE49-F238E27FC236}">
                <a16:creationId xmlns:a16="http://schemas.microsoft.com/office/drawing/2014/main" id="{FF6AA1CD-18C7-B517-A773-91133E029D38}"/>
              </a:ext>
            </a:extLst>
          </p:cNvPr>
          <p:cNvSpPr/>
          <p:nvPr/>
        </p:nvSpPr>
        <p:spPr>
          <a:xfrm rot="1826593" flipH="1" flipV="1">
            <a:off x="2093795" y="3365132"/>
            <a:ext cx="998360" cy="501827"/>
          </a:xfrm>
          <a:prstGeom prst="curvedDownArrow">
            <a:avLst>
              <a:gd name="adj1" fmla="val 25000"/>
              <a:gd name="adj2" fmla="val 50000"/>
              <a:gd name="adj3" fmla="val 31735"/>
            </a:avLst>
          </a:pr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sz="1350" dirty="0">
              <a:solidFill>
                <a:schemeClr val="tx1"/>
              </a:solidFill>
            </a:endParaRPr>
          </a:p>
        </p:txBody>
      </p:sp>
      <p:sp>
        <p:nvSpPr>
          <p:cNvPr id="52" name="Flecha: curvada hacia abajo 51">
            <a:extLst>
              <a:ext uri="{FF2B5EF4-FFF2-40B4-BE49-F238E27FC236}">
                <a16:creationId xmlns:a16="http://schemas.microsoft.com/office/drawing/2014/main" id="{D78BBAA4-A22B-7CDB-FFA9-6C04AA23A7C1}"/>
              </a:ext>
            </a:extLst>
          </p:cNvPr>
          <p:cNvSpPr/>
          <p:nvPr/>
        </p:nvSpPr>
        <p:spPr>
          <a:xfrm rot="896436">
            <a:off x="5873810" y="1761483"/>
            <a:ext cx="1085899" cy="574755"/>
          </a:xfrm>
          <a:prstGeom prst="curvedDownArrow">
            <a:avLst>
              <a:gd name="adj1" fmla="val 25000"/>
              <a:gd name="adj2" fmla="val 50000"/>
              <a:gd name="adj3" fmla="val 31735"/>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sz="1350" dirty="0">
              <a:solidFill>
                <a:schemeClr val="tx1"/>
              </a:solidFill>
            </a:endParaRPr>
          </a:p>
        </p:txBody>
      </p:sp>
      <p:sp>
        <p:nvSpPr>
          <p:cNvPr id="3" name="CuadroTexto 2">
            <a:extLst>
              <a:ext uri="{FF2B5EF4-FFF2-40B4-BE49-F238E27FC236}">
                <a16:creationId xmlns:a16="http://schemas.microsoft.com/office/drawing/2014/main" id="{A2DAFF4E-F373-58A6-0292-4231F15E9FFD}"/>
              </a:ext>
            </a:extLst>
          </p:cNvPr>
          <p:cNvSpPr txBox="1"/>
          <p:nvPr/>
        </p:nvSpPr>
        <p:spPr>
          <a:xfrm>
            <a:off x="-5693" y="0"/>
            <a:ext cx="8782430" cy="646331"/>
          </a:xfrm>
          <a:prstGeom prst="rect">
            <a:avLst/>
          </a:prstGeom>
          <a:noFill/>
        </p:spPr>
        <p:txBody>
          <a:bodyPr wrap="square" rtlCol="0">
            <a:spAutoFit/>
          </a:bodyPr>
          <a:lstStyle/>
          <a:p>
            <a:pPr lvl="1" algn="r"/>
            <a:r>
              <a:rPr lang="es-ES" sz="3600" dirty="0">
                <a:solidFill>
                  <a:schemeClr val="bg2">
                    <a:lumMod val="10000"/>
                  </a:schemeClr>
                </a:solidFill>
                <a:latin typeface="Amasis MT Pro Light" panose="02040304050005020304" pitchFamily="18" charset="0"/>
                <a:cs typeface="Adobe Devanagari" panose="02040503050201020203" pitchFamily="18" charset="0"/>
              </a:rPr>
              <a:t>Juego de los bienes públicos</a:t>
            </a:r>
          </a:p>
        </p:txBody>
      </p:sp>
      <p:pic>
        <p:nvPicPr>
          <p:cNvPr id="29" name="Imagen 28">
            <a:extLst>
              <a:ext uri="{FF2B5EF4-FFF2-40B4-BE49-F238E27FC236}">
                <a16:creationId xmlns:a16="http://schemas.microsoft.com/office/drawing/2014/main" id="{DB035976-A9BC-2AAA-7712-295B37B77D82}"/>
              </a:ext>
            </a:extLst>
          </p:cNvPr>
          <p:cNvPicPr>
            <a:picLocks noChangeAspect="1"/>
          </p:cNvPicPr>
          <p:nvPr/>
        </p:nvPicPr>
        <p:blipFill>
          <a:blip r:embed="rId5"/>
          <a:stretch>
            <a:fillRect/>
          </a:stretch>
        </p:blipFill>
        <p:spPr>
          <a:xfrm>
            <a:off x="1020370" y="1281713"/>
            <a:ext cx="1633861" cy="1372300"/>
          </a:xfrm>
          <a:prstGeom prst="rect">
            <a:avLst/>
          </a:prstGeom>
        </p:spPr>
      </p:pic>
      <p:pic>
        <p:nvPicPr>
          <p:cNvPr id="30" name="Imagen 29">
            <a:extLst>
              <a:ext uri="{FF2B5EF4-FFF2-40B4-BE49-F238E27FC236}">
                <a16:creationId xmlns:a16="http://schemas.microsoft.com/office/drawing/2014/main" id="{63A68F1D-8A07-4819-BE06-F87F6B461FA4}"/>
              </a:ext>
            </a:extLst>
          </p:cNvPr>
          <p:cNvPicPr>
            <a:picLocks noChangeAspect="1"/>
          </p:cNvPicPr>
          <p:nvPr/>
        </p:nvPicPr>
        <p:blipFill>
          <a:blip r:embed="rId6"/>
          <a:stretch>
            <a:fillRect/>
          </a:stretch>
        </p:blipFill>
        <p:spPr>
          <a:xfrm>
            <a:off x="6232225" y="2538471"/>
            <a:ext cx="1445915" cy="1414176"/>
          </a:xfrm>
          <a:prstGeom prst="rect">
            <a:avLst/>
          </a:prstGeom>
        </p:spPr>
      </p:pic>
      <mc:AlternateContent xmlns:mc="http://schemas.openxmlformats.org/markup-compatibility/2006" xmlns:a14="http://schemas.microsoft.com/office/drawing/2010/main">
        <mc:Choice Requires="a14">
          <p:sp>
            <p:nvSpPr>
              <p:cNvPr id="2" name="CuadroTexto 1">
                <a:extLst>
                  <a:ext uri="{FF2B5EF4-FFF2-40B4-BE49-F238E27FC236}">
                    <a16:creationId xmlns:a16="http://schemas.microsoft.com/office/drawing/2014/main" id="{1073E0CE-332C-4D4C-72BB-8BFD6E7F5720}"/>
                  </a:ext>
                </a:extLst>
              </p:cNvPr>
              <p:cNvSpPr txBox="1"/>
              <p:nvPr/>
            </p:nvSpPr>
            <p:spPr>
              <a:xfrm>
                <a:off x="3489043" y="3490982"/>
                <a:ext cx="550069" cy="461665"/>
              </a:xfrm>
              <a:prstGeom prst="rect">
                <a:avLst/>
              </a:prstGeom>
              <a:noFill/>
            </p:spPr>
            <p:txBody>
              <a:bodyPr wrap="square">
                <a:spAutoFit/>
              </a:bodyPr>
              <a:lstStyle/>
              <a:p>
                <a:pPr algn="ctr"/>
                <a14:m>
                  <m:oMath xmlns:m="http://schemas.openxmlformats.org/officeDocument/2006/math">
                    <m:r>
                      <a:rPr lang="es-ES" sz="2400" i="1">
                        <a:solidFill>
                          <a:schemeClr val="bg2">
                            <a:lumMod val="10000"/>
                          </a:schemeClr>
                        </a:solidFill>
                        <a:latin typeface="Cambria Math" panose="02040503050406030204" pitchFamily="18" charset="0"/>
                      </a:rPr>
                      <m:t>𝑟</m:t>
                    </m:r>
                    <m:r>
                      <a:rPr lang="es-ES" sz="2400" i="1">
                        <a:solidFill>
                          <a:schemeClr val="bg2">
                            <a:lumMod val="10000"/>
                          </a:schemeClr>
                        </a:solidFill>
                        <a:latin typeface="Cambria Math" panose="02040503050406030204" pitchFamily="18" charset="0"/>
                        <a:ea typeface="Cambria Math" panose="02040503050406030204" pitchFamily="18" charset="0"/>
                      </a:rPr>
                      <m:t>×</m:t>
                    </m:r>
                  </m:oMath>
                </a14:m>
                <a:r>
                  <a:rPr lang="es-ES" sz="2400" dirty="0">
                    <a:solidFill>
                      <a:schemeClr val="bg2">
                        <a:lumMod val="10000"/>
                      </a:schemeClr>
                    </a:solidFill>
                  </a:rPr>
                  <a:t> </a:t>
                </a:r>
                <a:endParaRPr lang="es-ES" sz="2400" dirty="0"/>
              </a:p>
            </p:txBody>
          </p:sp>
        </mc:Choice>
        <mc:Fallback xmlns="">
          <p:sp>
            <p:nvSpPr>
              <p:cNvPr id="2" name="CuadroTexto 1">
                <a:extLst>
                  <a:ext uri="{FF2B5EF4-FFF2-40B4-BE49-F238E27FC236}">
                    <a16:creationId xmlns:a16="http://schemas.microsoft.com/office/drawing/2014/main" id="{1073E0CE-332C-4D4C-72BB-8BFD6E7F5720}"/>
                  </a:ext>
                </a:extLst>
              </p:cNvPr>
              <p:cNvSpPr txBox="1">
                <a:spLocks noRot="1" noChangeAspect="1" noMove="1" noResize="1" noEditPoints="1" noAdjustHandles="1" noChangeArrowheads="1" noChangeShapeType="1" noTextEdit="1"/>
              </p:cNvSpPr>
              <p:nvPr/>
            </p:nvSpPr>
            <p:spPr>
              <a:xfrm>
                <a:off x="3489043" y="3490982"/>
                <a:ext cx="550069" cy="461665"/>
              </a:xfrm>
              <a:prstGeom prst="rect">
                <a:avLst/>
              </a:prstGeom>
              <a:blipFill>
                <a:blip r:embed="rId7"/>
                <a:stretch>
                  <a:fillRect l="-3297" r="-5495"/>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4" name="CuadroTexto 3">
                <a:extLst>
                  <a:ext uri="{FF2B5EF4-FFF2-40B4-BE49-F238E27FC236}">
                    <a16:creationId xmlns:a16="http://schemas.microsoft.com/office/drawing/2014/main" id="{FA813E2E-3C7D-5F44-C732-DC73459C8730}"/>
                  </a:ext>
                </a:extLst>
              </p:cNvPr>
              <p:cNvSpPr txBox="1"/>
              <p:nvPr/>
            </p:nvSpPr>
            <p:spPr>
              <a:xfrm>
                <a:off x="3902583" y="3470238"/>
                <a:ext cx="1998190" cy="503151"/>
              </a:xfrm>
              <a:prstGeom prst="rect">
                <a:avLst/>
              </a:prstGeom>
              <a:noFill/>
            </p:spPr>
            <p:txBody>
              <a:bodyPr wrap="square">
                <a:spAutoFit/>
              </a:bodyPr>
              <a:lstStyle/>
              <a:p>
                <a:pPr algn="ctr"/>
                <a14:m>
                  <m:oMath xmlns:m="http://schemas.openxmlformats.org/officeDocument/2006/math">
                    <m:sSub>
                      <m:sSubPr>
                        <m:ctrlPr>
                          <a:rPr lang="es-ES" sz="2400" i="1">
                            <a:solidFill>
                              <a:schemeClr val="bg2">
                                <a:lumMod val="10000"/>
                              </a:schemeClr>
                            </a:solidFill>
                            <a:latin typeface="Cambria Math" panose="02040503050406030204" pitchFamily="18" charset="0"/>
                          </a:rPr>
                        </m:ctrlPr>
                      </m:sSubPr>
                      <m:e>
                        <m:r>
                          <a:rPr lang="es-ES" sz="2400" i="1">
                            <a:solidFill>
                              <a:schemeClr val="bg2">
                                <a:lumMod val="10000"/>
                              </a:schemeClr>
                            </a:solidFill>
                            <a:latin typeface="Cambria Math" panose="02040503050406030204" pitchFamily="18" charset="0"/>
                          </a:rPr>
                          <m:t>(</m:t>
                        </m:r>
                        <m:sSup>
                          <m:sSupPr>
                            <m:ctrlPr>
                              <a:rPr lang="es-ES" sz="2400" i="1" smtClean="0">
                                <a:solidFill>
                                  <a:schemeClr val="accent1"/>
                                </a:solidFill>
                                <a:latin typeface="Cambria Math" panose="02040503050406030204" pitchFamily="18" charset="0"/>
                              </a:rPr>
                            </m:ctrlPr>
                          </m:sSupPr>
                          <m:e>
                            <m:r>
                              <a:rPr lang="es-ES" sz="2400" i="1">
                                <a:solidFill>
                                  <a:schemeClr val="accent1"/>
                                </a:solidFill>
                                <a:latin typeface="Cambria Math" panose="02040503050406030204" pitchFamily="18" charset="0"/>
                              </a:rPr>
                              <m:t>𝑁</m:t>
                            </m:r>
                          </m:e>
                          <m:sup>
                            <m:r>
                              <a:rPr lang="es-ES" sz="2400" i="1">
                                <a:solidFill>
                                  <a:schemeClr val="accent1"/>
                                </a:solidFill>
                                <a:latin typeface="Cambria Math" panose="02040503050406030204" pitchFamily="18" charset="0"/>
                              </a:rPr>
                              <m:t>𝑔</m:t>
                            </m:r>
                          </m:sup>
                        </m:sSup>
                      </m:e>
                      <m:sub>
                        <m:r>
                          <a:rPr lang="es-ES" sz="2400" i="1" smtClean="0">
                            <a:solidFill>
                              <a:schemeClr val="accent1"/>
                            </a:solidFill>
                            <a:latin typeface="Cambria Math" panose="02040503050406030204" pitchFamily="18" charset="0"/>
                          </a:rPr>
                          <m:t>𝐶</m:t>
                        </m:r>
                      </m:sub>
                    </m:sSub>
                    <m:r>
                      <a:rPr lang="es-ES" sz="2400" i="1">
                        <a:solidFill>
                          <a:schemeClr val="bg2">
                            <a:lumMod val="10000"/>
                          </a:schemeClr>
                        </a:solidFill>
                        <a:latin typeface="Cambria Math" panose="02040503050406030204" pitchFamily="18" charset="0"/>
                      </a:rPr>
                      <m:t>+</m:t>
                    </m:r>
                  </m:oMath>
                </a14:m>
                <a:r>
                  <a:rPr lang="es-ES" sz="2400" dirty="0">
                    <a:solidFill>
                      <a:schemeClr val="bg2">
                        <a:lumMod val="10000"/>
                      </a:schemeClr>
                    </a:solidFill>
                    <a:latin typeface="Amasis MT Pro" panose="02040504050005020304" pitchFamily="18" charset="0"/>
                  </a:rPr>
                  <a:t> </a:t>
                </a:r>
                <a14:m>
                  <m:oMath xmlns:m="http://schemas.openxmlformats.org/officeDocument/2006/math">
                    <m:sSub>
                      <m:sSubPr>
                        <m:ctrlPr>
                          <a:rPr lang="es-ES" sz="2400" i="1">
                            <a:solidFill>
                              <a:schemeClr val="accent6"/>
                            </a:solidFill>
                            <a:latin typeface="Cambria Math" panose="02040503050406030204" pitchFamily="18" charset="0"/>
                          </a:rPr>
                        </m:ctrlPr>
                      </m:sSubPr>
                      <m:e>
                        <m:sSup>
                          <m:sSupPr>
                            <m:ctrlPr>
                              <a:rPr lang="es-ES" sz="2400" i="1">
                                <a:solidFill>
                                  <a:schemeClr val="accent6"/>
                                </a:solidFill>
                                <a:latin typeface="Cambria Math" panose="02040503050406030204" pitchFamily="18" charset="0"/>
                              </a:rPr>
                            </m:ctrlPr>
                          </m:sSupPr>
                          <m:e>
                            <m:r>
                              <a:rPr lang="es-ES" sz="2400" i="1">
                                <a:solidFill>
                                  <a:schemeClr val="accent6"/>
                                </a:solidFill>
                                <a:latin typeface="Cambria Math" panose="02040503050406030204" pitchFamily="18" charset="0"/>
                              </a:rPr>
                              <m:t>𝑁</m:t>
                            </m:r>
                          </m:e>
                          <m:sup>
                            <m:r>
                              <a:rPr lang="es-ES" sz="2400" i="1">
                                <a:solidFill>
                                  <a:schemeClr val="accent6"/>
                                </a:solidFill>
                                <a:latin typeface="Cambria Math" panose="02040503050406030204" pitchFamily="18" charset="0"/>
                              </a:rPr>
                              <m:t>𝑔</m:t>
                            </m:r>
                          </m:sup>
                        </m:sSup>
                      </m:e>
                      <m:sub>
                        <m:r>
                          <a:rPr lang="es-ES" sz="2400" i="1">
                            <a:solidFill>
                              <a:schemeClr val="accent6"/>
                            </a:solidFill>
                            <a:latin typeface="Cambria Math" panose="02040503050406030204" pitchFamily="18" charset="0"/>
                          </a:rPr>
                          <m:t>𝑃</m:t>
                        </m:r>
                      </m:sub>
                    </m:sSub>
                    <m:r>
                      <a:rPr lang="es-ES" sz="2400" i="1">
                        <a:solidFill>
                          <a:schemeClr val="bg2">
                            <a:lumMod val="10000"/>
                          </a:schemeClr>
                        </a:solidFill>
                        <a:latin typeface="Cambria Math" panose="02040503050406030204" pitchFamily="18" charset="0"/>
                      </a:rPr>
                      <m:t>)</m:t>
                    </m:r>
                  </m:oMath>
                </a14:m>
                <a:endParaRPr lang="es-ES" sz="2400" dirty="0">
                  <a:solidFill>
                    <a:schemeClr val="accent5">
                      <a:lumMod val="50000"/>
                    </a:schemeClr>
                  </a:solidFill>
                  <a:latin typeface="Amasis MT Pro" panose="02040504050005020304" pitchFamily="18" charset="0"/>
                </a:endParaRPr>
              </a:p>
            </p:txBody>
          </p:sp>
        </mc:Choice>
        <mc:Fallback xmlns="">
          <p:sp>
            <p:nvSpPr>
              <p:cNvPr id="4" name="CuadroTexto 3">
                <a:extLst>
                  <a:ext uri="{FF2B5EF4-FFF2-40B4-BE49-F238E27FC236}">
                    <a16:creationId xmlns:a16="http://schemas.microsoft.com/office/drawing/2014/main" id="{FA813E2E-3C7D-5F44-C732-DC73459C8730}"/>
                  </a:ext>
                </a:extLst>
              </p:cNvPr>
              <p:cNvSpPr txBox="1">
                <a:spLocks noRot="1" noChangeAspect="1" noMove="1" noResize="1" noEditPoints="1" noAdjustHandles="1" noChangeArrowheads="1" noChangeShapeType="1" noTextEdit="1"/>
              </p:cNvSpPr>
              <p:nvPr/>
            </p:nvSpPr>
            <p:spPr>
              <a:xfrm>
                <a:off x="3902583" y="3470238"/>
                <a:ext cx="1998190" cy="503151"/>
              </a:xfrm>
              <a:prstGeom prst="rect">
                <a:avLst/>
              </a:prstGeom>
              <a:blipFill>
                <a:blip r:embed="rId8"/>
                <a:stretch>
                  <a:fillRect b="-8434"/>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6" name="CuadroTexto 5">
                <a:extLst>
                  <a:ext uri="{FF2B5EF4-FFF2-40B4-BE49-F238E27FC236}">
                    <a16:creationId xmlns:a16="http://schemas.microsoft.com/office/drawing/2014/main" id="{3DD181D6-2ED8-993B-188C-49F9A8B731B5}"/>
                  </a:ext>
                </a:extLst>
              </p:cNvPr>
              <p:cNvSpPr txBox="1"/>
              <p:nvPr/>
            </p:nvSpPr>
            <p:spPr>
              <a:xfrm>
                <a:off x="167877" y="6330038"/>
                <a:ext cx="3841786" cy="646331"/>
              </a:xfrm>
              <a:prstGeom prst="rect">
                <a:avLst/>
              </a:prstGeom>
              <a:noFill/>
            </p:spPr>
            <p:txBody>
              <a:bodyPr wrap="square" lIns="0" tIns="0" rIns="0" bIns="0" rtlCol="0">
                <a:spAutoFit/>
              </a:bodyPr>
              <a:lstStyle/>
              <a:p>
                <a:pPr/>
                <a14:m>
                  <m:oMathPara xmlns:m="http://schemas.openxmlformats.org/officeDocument/2006/math">
                    <m:oMathParaPr>
                      <m:jc m:val="left"/>
                    </m:oMathParaPr>
                    <m:oMath xmlns:m="http://schemas.openxmlformats.org/officeDocument/2006/math">
                      <m:r>
                        <a:rPr lang="es-ES" sz="2800" i="1">
                          <a:solidFill>
                            <a:schemeClr val="bg2">
                              <a:lumMod val="10000"/>
                            </a:schemeClr>
                          </a:solidFill>
                          <a:latin typeface="Cambria Math" panose="02040503050406030204" pitchFamily="18" charset="0"/>
                        </a:rPr>
                        <m:t>𝐺</m:t>
                      </m:r>
                      <m:r>
                        <a:rPr lang="es-ES" sz="2800" i="1">
                          <a:solidFill>
                            <a:schemeClr val="bg2">
                              <a:lumMod val="10000"/>
                            </a:schemeClr>
                          </a:solidFill>
                          <a:latin typeface="Cambria Math" panose="02040503050406030204" pitchFamily="18" charset="0"/>
                        </a:rPr>
                        <m:t>=</m:t>
                      </m:r>
                      <m:sSub>
                        <m:sSubPr>
                          <m:ctrlPr>
                            <a:rPr lang="es-ES" sz="2800" i="1" smtClean="0">
                              <a:solidFill>
                                <a:schemeClr val="accent1"/>
                              </a:solidFill>
                              <a:latin typeface="Cambria Math" panose="02040503050406030204" pitchFamily="18" charset="0"/>
                            </a:rPr>
                          </m:ctrlPr>
                        </m:sSubPr>
                        <m:e>
                          <m:sSup>
                            <m:sSupPr>
                              <m:ctrlPr>
                                <a:rPr lang="es-ES" sz="2800" i="1">
                                  <a:solidFill>
                                    <a:schemeClr val="accent1"/>
                                  </a:solidFill>
                                  <a:latin typeface="Cambria Math" panose="02040503050406030204" pitchFamily="18" charset="0"/>
                                </a:rPr>
                              </m:ctrlPr>
                            </m:sSupPr>
                            <m:e>
                              <m:r>
                                <a:rPr lang="es-ES" sz="2800" i="1">
                                  <a:solidFill>
                                    <a:schemeClr val="accent1"/>
                                  </a:solidFill>
                                  <a:latin typeface="Cambria Math" panose="02040503050406030204" pitchFamily="18" charset="0"/>
                                </a:rPr>
                                <m:t>𝑁</m:t>
                              </m:r>
                            </m:e>
                            <m:sup>
                              <m:r>
                                <a:rPr lang="es-ES" sz="2800" i="1">
                                  <a:solidFill>
                                    <a:schemeClr val="accent1"/>
                                  </a:solidFill>
                                  <a:latin typeface="Cambria Math" panose="02040503050406030204" pitchFamily="18" charset="0"/>
                                </a:rPr>
                                <m:t>𝑔</m:t>
                              </m:r>
                            </m:sup>
                          </m:sSup>
                        </m:e>
                        <m:sub>
                          <m:r>
                            <a:rPr lang="es-ES" sz="2800" i="1">
                              <a:solidFill>
                                <a:schemeClr val="accent1"/>
                              </a:solidFill>
                              <a:latin typeface="Cambria Math" panose="02040503050406030204" pitchFamily="18" charset="0"/>
                            </a:rPr>
                            <m:t>𝐶</m:t>
                          </m:r>
                        </m:sub>
                      </m:sSub>
                      <m:r>
                        <a:rPr lang="es-ES" sz="2800" i="1">
                          <a:solidFill>
                            <a:schemeClr val="bg2">
                              <a:lumMod val="10000"/>
                            </a:schemeClr>
                          </a:solidFill>
                          <a:latin typeface="Cambria Math" panose="02040503050406030204" pitchFamily="18" charset="0"/>
                        </a:rPr>
                        <m:t>+</m:t>
                      </m:r>
                      <m:sSub>
                        <m:sSubPr>
                          <m:ctrlPr>
                            <a:rPr lang="es-ES" sz="2800" i="1" smtClean="0">
                              <a:solidFill>
                                <a:schemeClr val="accent5"/>
                              </a:solidFill>
                              <a:latin typeface="Cambria Math" panose="02040503050406030204" pitchFamily="18" charset="0"/>
                            </a:rPr>
                          </m:ctrlPr>
                        </m:sSubPr>
                        <m:e>
                          <m:sSup>
                            <m:sSupPr>
                              <m:ctrlPr>
                                <a:rPr lang="es-ES" sz="2800" i="1">
                                  <a:solidFill>
                                    <a:schemeClr val="accent5"/>
                                  </a:solidFill>
                                  <a:latin typeface="Cambria Math" panose="02040503050406030204" pitchFamily="18" charset="0"/>
                                </a:rPr>
                              </m:ctrlPr>
                            </m:sSupPr>
                            <m:e>
                              <m:r>
                                <a:rPr lang="es-ES" sz="2800" i="1">
                                  <a:solidFill>
                                    <a:schemeClr val="accent5"/>
                                  </a:solidFill>
                                  <a:latin typeface="Cambria Math" panose="02040503050406030204" pitchFamily="18" charset="0"/>
                                </a:rPr>
                                <m:t>𝑁</m:t>
                              </m:r>
                            </m:e>
                            <m:sup>
                              <m:r>
                                <a:rPr lang="es-ES" sz="2800" i="1">
                                  <a:solidFill>
                                    <a:schemeClr val="accent5"/>
                                  </a:solidFill>
                                  <a:latin typeface="Cambria Math" panose="02040503050406030204" pitchFamily="18" charset="0"/>
                                </a:rPr>
                                <m:t>𝑔</m:t>
                              </m:r>
                            </m:sup>
                          </m:sSup>
                        </m:e>
                        <m:sub>
                          <m:r>
                            <a:rPr lang="es-ES" sz="2800" i="1">
                              <a:solidFill>
                                <a:schemeClr val="accent5"/>
                              </a:solidFill>
                              <a:latin typeface="Cambria Math" panose="02040503050406030204" pitchFamily="18" charset="0"/>
                            </a:rPr>
                            <m:t>𝐷</m:t>
                          </m:r>
                        </m:sub>
                      </m:sSub>
                      <m:r>
                        <m:rPr>
                          <m:nor/>
                        </m:rPr>
                        <a:rPr lang="es-ES" sz="2800" dirty="0">
                          <a:solidFill>
                            <a:schemeClr val="bg2">
                              <a:lumMod val="10000"/>
                            </a:schemeClr>
                          </a:solidFill>
                          <a:latin typeface="Amasis MT Pro" panose="02040504050005020304" pitchFamily="18" charset="0"/>
                        </a:rPr>
                        <m:t> + </m:t>
                      </m:r>
                      <m:sSub>
                        <m:sSubPr>
                          <m:ctrlPr>
                            <a:rPr lang="es-ES" sz="2800" i="1" smtClean="0">
                              <a:solidFill>
                                <a:schemeClr val="accent6"/>
                              </a:solidFill>
                              <a:latin typeface="Cambria Math" panose="02040503050406030204" pitchFamily="18" charset="0"/>
                            </a:rPr>
                          </m:ctrlPr>
                        </m:sSubPr>
                        <m:e>
                          <m:sSup>
                            <m:sSupPr>
                              <m:ctrlPr>
                                <a:rPr lang="es-ES" sz="2800" i="1">
                                  <a:solidFill>
                                    <a:schemeClr val="accent6"/>
                                  </a:solidFill>
                                  <a:latin typeface="Cambria Math" panose="02040503050406030204" pitchFamily="18" charset="0"/>
                                </a:rPr>
                              </m:ctrlPr>
                            </m:sSupPr>
                            <m:e>
                              <m:r>
                                <a:rPr lang="es-ES" sz="2800" i="1">
                                  <a:solidFill>
                                    <a:schemeClr val="accent6"/>
                                  </a:solidFill>
                                  <a:latin typeface="Cambria Math" panose="02040503050406030204" pitchFamily="18" charset="0"/>
                                </a:rPr>
                                <m:t>𝑁</m:t>
                              </m:r>
                            </m:e>
                            <m:sup>
                              <m:r>
                                <a:rPr lang="es-ES" sz="2800" i="1">
                                  <a:solidFill>
                                    <a:schemeClr val="accent6"/>
                                  </a:solidFill>
                                  <a:latin typeface="Cambria Math" panose="02040503050406030204" pitchFamily="18" charset="0"/>
                                </a:rPr>
                                <m:t>𝑔</m:t>
                              </m:r>
                            </m:sup>
                          </m:sSup>
                        </m:e>
                        <m:sub>
                          <m:r>
                            <a:rPr lang="es-ES" sz="2800" i="1">
                              <a:solidFill>
                                <a:schemeClr val="accent6"/>
                              </a:solidFill>
                              <a:latin typeface="Cambria Math" panose="02040503050406030204" pitchFamily="18" charset="0"/>
                            </a:rPr>
                            <m:t>𝑃</m:t>
                          </m:r>
                        </m:sub>
                      </m:sSub>
                      <m:r>
                        <m:rPr>
                          <m:nor/>
                        </m:rPr>
                        <a:rPr lang="es-ES" sz="2800" dirty="0">
                          <a:solidFill>
                            <a:schemeClr val="accent6"/>
                          </a:solidFill>
                          <a:latin typeface="Amasis MT Pro" panose="02040504050005020304" pitchFamily="18" charset="0"/>
                        </a:rPr>
                        <m:t> </m:t>
                      </m:r>
                    </m:oMath>
                  </m:oMathPara>
                </a14:m>
                <a:endParaRPr lang="es-ES" sz="2800" dirty="0">
                  <a:solidFill>
                    <a:schemeClr val="accent6"/>
                  </a:solidFill>
                  <a:latin typeface="Amasis MT Pro" panose="02040504050005020304" pitchFamily="18" charset="0"/>
                </a:endParaRPr>
              </a:p>
              <a:p>
                <a:endParaRPr lang="es-ES" sz="1400" dirty="0">
                  <a:solidFill>
                    <a:schemeClr val="bg2">
                      <a:lumMod val="10000"/>
                    </a:schemeClr>
                  </a:solidFill>
                  <a:latin typeface="Amasis MT Pro" panose="02040504050005020304" pitchFamily="18" charset="0"/>
                </a:endParaRPr>
              </a:p>
            </p:txBody>
          </p:sp>
        </mc:Choice>
        <mc:Fallback xmlns="">
          <p:sp>
            <p:nvSpPr>
              <p:cNvPr id="6" name="CuadroTexto 5">
                <a:extLst>
                  <a:ext uri="{FF2B5EF4-FFF2-40B4-BE49-F238E27FC236}">
                    <a16:creationId xmlns:a16="http://schemas.microsoft.com/office/drawing/2014/main" id="{3DD181D6-2ED8-993B-188C-49F9A8B731B5}"/>
                  </a:ext>
                </a:extLst>
              </p:cNvPr>
              <p:cNvSpPr txBox="1">
                <a:spLocks noRot="1" noChangeAspect="1" noMove="1" noResize="1" noEditPoints="1" noAdjustHandles="1" noChangeArrowheads="1" noChangeShapeType="1" noTextEdit="1"/>
              </p:cNvSpPr>
              <p:nvPr/>
            </p:nvSpPr>
            <p:spPr>
              <a:xfrm>
                <a:off x="167877" y="6330038"/>
                <a:ext cx="3841786" cy="646331"/>
              </a:xfrm>
              <a:prstGeom prst="rect">
                <a:avLst/>
              </a:prstGeom>
              <a:blipFill>
                <a:blip r:embed="rId9"/>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7" name="CuadroTexto 6">
                <a:extLst>
                  <a:ext uri="{FF2B5EF4-FFF2-40B4-BE49-F238E27FC236}">
                    <a16:creationId xmlns:a16="http://schemas.microsoft.com/office/drawing/2014/main" id="{2801F018-4CB2-5723-6269-C367DF30A350}"/>
                  </a:ext>
                </a:extLst>
              </p:cNvPr>
              <p:cNvSpPr txBox="1"/>
              <p:nvPr/>
            </p:nvSpPr>
            <p:spPr>
              <a:xfrm>
                <a:off x="5373857" y="912388"/>
                <a:ext cx="2737091" cy="911596"/>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s-ES" sz="2000" i="1">
                          <a:solidFill>
                            <a:schemeClr val="bg2">
                              <a:lumMod val="10000"/>
                            </a:schemeClr>
                          </a:solidFill>
                          <a:latin typeface="Cambria Math" panose="02040503050406030204" pitchFamily="18" charset="0"/>
                        </a:rPr>
                        <m:t>+</m:t>
                      </m:r>
                      <m:f>
                        <m:fPr>
                          <m:ctrlPr>
                            <a:rPr lang="es-ES" sz="2000" i="1">
                              <a:solidFill>
                                <a:schemeClr val="bg2">
                                  <a:lumMod val="10000"/>
                                </a:schemeClr>
                              </a:solidFill>
                              <a:latin typeface="Cambria Math" panose="02040503050406030204" pitchFamily="18" charset="0"/>
                            </a:rPr>
                          </m:ctrlPr>
                        </m:fPr>
                        <m:num>
                          <m:r>
                            <a:rPr lang="es-ES" sz="2000" i="1">
                              <a:solidFill>
                                <a:schemeClr val="bg2">
                                  <a:lumMod val="10000"/>
                                </a:schemeClr>
                              </a:solidFill>
                              <a:latin typeface="Cambria Math" panose="02040503050406030204" pitchFamily="18" charset="0"/>
                            </a:rPr>
                            <m:t>𝑟</m:t>
                          </m:r>
                          <m:r>
                            <a:rPr lang="es-ES" sz="2000" i="1">
                              <a:solidFill>
                                <a:schemeClr val="bg2">
                                  <a:lumMod val="10000"/>
                                </a:schemeClr>
                              </a:solidFill>
                              <a:latin typeface="Cambria Math" panose="02040503050406030204" pitchFamily="18" charset="0"/>
                              <a:ea typeface="Cambria Math" panose="02040503050406030204" pitchFamily="18" charset="0"/>
                            </a:rPr>
                            <m:t>×</m:t>
                          </m:r>
                          <m:sSub>
                            <m:sSubPr>
                              <m:ctrlPr>
                                <a:rPr lang="es-ES" sz="2000" i="1">
                                  <a:solidFill>
                                    <a:schemeClr val="bg2">
                                      <a:lumMod val="10000"/>
                                    </a:schemeClr>
                                  </a:solidFill>
                                  <a:latin typeface="Cambria Math" panose="02040503050406030204" pitchFamily="18" charset="0"/>
                                </a:rPr>
                              </m:ctrlPr>
                            </m:sSubPr>
                            <m:e>
                              <m:r>
                                <a:rPr lang="es-ES" sz="2000" i="1">
                                  <a:solidFill>
                                    <a:schemeClr val="bg2">
                                      <a:lumMod val="10000"/>
                                    </a:schemeClr>
                                  </a:solidFill>
                                  <a:latin typeface="Cambria Math" panose="02040503050406030204" pitchFamily="18" charset="0"/>
                                </a:rPr>
                                <m:t>(</m:t>
                              </m:r>
                              <m:sSup>
                                <m:sSupPr>
                                  <m:ctrlPr>
                                    <a:rPr lang="es-ES" sz="2000" i="1">
                                      <a:solidFill>
                                        <a:schemeClr val="accent1"/>
                                      </a:solidFill>
                                      <a:latin typeface="Cambria Math" panose="02040503050406030204" pitchFamily="18" charset="0"/>
                                    </a:rPr>
                                  </m:ctrlPr>
                                </m:sSupPr>
                                <m:e>
                                  <m:r>
                                    <a:rPr lang="es-ES" sz="2000" i="1">
                                      <a:solidFill>
                                        <a:schemeClr val="accent1"/>
                                      </a:solidFill>
                                      <a:latin typeface="Cambria Math" panose="02040503050406030204" pitchFamily="18" charset="0"/>
                                    </a:rPr>
                                    <m:t>𝑁</m:t>
                                  </m:r>
                                </m:e>
                                <m:sup>
                                  <m:r>
                                    <a:rPr lang="es-ES" sz="2000" i="1">
                                      <a:solidFill>
                                        <a:schemeClr val="accent1"/>
                                      </a:solidFill>
                                      <a:latin typeface="Cambria Math" panose="02040503050406030204" pitchFamily="18" charset="0"/>
                                    </a:rPr>
                                    <m:t>𝑔</m:t>
                                  </m:r>
                                </m:sup>
                              </m:sSup>
                            </m:e>
                            <m:sub>
                              <m:r>
                                <a:rPr lang="es-ES" sz="2000" i="1">
                                  <a:solidFill>
                                    <a:schemeClr val="accent1"/>
                                  </a:solidFill>
                                  <a:latin typeface="Cambria Math" panose="02040503050406030204" pitchFamily="18" charset="0"/>
                                </a:rPr>
                                <m:t>𝐶</m:t>
                              </m:r>
                            </m:sub>
                          </m:sSub>
                          <m:r>
                            <a:rPr lang="es-ES" sz="2000" i="1">
                              <a:solidFill>
                                <a:schemeClr val="bg2">
                                  <a:lumMod val="10000"/>
                                </a:schemeClr>
                              </a:solidFill>
                              <a:latin typeface="Cambria Math" panose="02040503050406030204" pitchFamily="18" charset="0"/>
                            </a:rPr>
                            <m:t>+</m:t>
                          </m:r>
                          <m:r>
                            <m:rPr>
                              <m:nor/>
                            </m:rPr>
                            <a:rPr lang="es-ES" sz="2000" dirty="0">
                              <a:solidFill>
                                <a:schemeClr val="bg2">
                                  <a:lumMod val="10000"/>
                                </a:schemeClr>
                              </a:solidFill>
                              <a:latin typeface="Amasis MT Pro" panose="02040504050005020304" pitchFamily="18" charset="0"/>
                            </a:rPr>
                            <m:t> </m:t>
                          </m:r>
                          <m:sSub>
                            <m:sSubPr>
                              <m:ctrlPr>
                                <a:rPr lang="es-ES" sz="2000" i="1">
                                  <a:solidFill>
                                    <a:schemeClr val="accent6"/>
                                  </a:solidFill>
                                  <a:latin typeface="Cambria Math" panose="02040503050406030204" pitchFamily="18" charset="0"/>
                                </a:rPr>
                              </m:ctrlPr>
                            </m:sSubPr>
                            <m:e>
                              <m:sSup>
                                <m:sSupPr>
                                  <m:ctrlPr>
                                    <a:rPr lang="es-ES" sz="2000" i="1">
                                      <a:solidFill>
                                        <a:schemeClr val="accent6"/>
                                      </a:solidFill>
                                      <a:latin typeface="Cambria Math" panose="02040503050406030204" pitchFamily="18" charset="0"/>
                                    </a:rPr>
                                  </m:ctrlPr>
                                </m:sSupPr>
                                <m:e>
                                  <m:r>
                                    <a:rPr lang="es-ES" sz="2000" i="1">
                                      <a:solidFill>
                                        <a:schemeClr val="accent6"/>
                                      </a:solidFill>
                                      <a:latin typeface="Cambria Math" panose="02040503050406030204" pitchFamily="18" charset="0"/>
                                    </a:rPr>
                                    <m:t>𝑁</m:t>
                                  </m:r>
                                </m:e>
                                <m:sup>
                                  <m:r>
                                    <a:rPr lang="es-ES" sz="2000" i="1">
                                      <a:solidFill>
                                        <a:schemeClr val="accent6"/>
                                      </a:solidFill>
                                      <a:latin typeface="Cambria Math" panose="02040503050406030204" pitchFamily="18" charset="0"/>
                                    </a:rPr>
                                    <m:t>𝑔</m:t>
                                  </m:r>
                                </m:sup>
                              </m:sSup>
                            </m:e>
                            <m:sub>
                              <m:r>
                                <a:rPr lang="es-ES" sz="2000" i="1">
                                  <a:solidFill>
                                    <a:schemeClr val="accent6"/>
                                  </a:solidFill>
                                  <a:latin typeface="Cambria Math" panose="02040503050406030204" pitchFamily="18" charset="0"/>
                                </a:rPr>
                                <m:t>𝑃</m:t>
                              </m:r>
                            </m:sub>
                          </m:sSub>
                          <m:r>
                            <a:rPr lang="es-ES" sz="2000" i="1">
                              <a:solidFill>
                                <a:schemeClr val="bg2">
                                  <a:lumMod val="10000"/>
                                </a:schemeClr>
                              </a:solidFill>
                              <a:latin typeface="Cambria Math" panose="02040503050406030204" pitchFamily="18" charset="0"/>
                            </a:rPr>
                            <m:t>)</m:t>
                          </m:r>
                        </m:num>
                        <m:den>
                          <m:r>
                            <a:rPr lang="es-ES" sz="2000" i="1">
                              <a:solidFill>
                                <a:schemeClr val="bg2">
                                  <a:lumMod val="10000"/>
                                </a:schemeClr>
                              </a:solidFill>
                              <a:latin typeface="Cambria Math" panose="02040503050406030204" pitchFamily="18" charset="0"/>
                            </a:rPr>
                            <m:t>𝐺</m:t>
                          </m:r>
                        </m:den>
                      </m:f>
                    </m:oMath>
                  </m:oMathPara>
                </a14:m>
                <a:endParaRPr lang="es-ES" sz="2000" dirty="0">
                  <a:solidFill>
                    <a:schemeClr val="accent1"/>
                  </a:solidFill>
                  <a:latin typeface="Amasis MT Pro" panose="02040504050005020304" pitchFamily="18" charset="0"/>
                </a:endParaRPr>
              </a:p>
              <a:p>
                <a:endParaRPr lang="es-ES" sz="1350" dirty="0">
                  <a:solidFill>
                    <a:schemeClr val="accent1"/>
                  </a:solidFill>
                </a:endParaRPr>
              </a:p>
            </p:txBody>
          </p:sp>
        </mc:Choice>
        <mc:Fallback xmlns="">
          <p:sp>
            <p:nvSpPr>
              <p:cNvPr id="7" name="CuadroTexto 6">
                <a:extLst>
                  <a:ext uri="{FF2B5EF4-FFF2-40B4-BE49-F238E27FC236}">
                    <a16:creationId xmlns:a16="http://schemas.microsoft.com/office/drawing/2014/main" id="{2801F018-4CB2-5723-6269-C367DF30A350}"/>
                  </a:ext>
                </a:extLst>
              </p:cNvPr>
              <p:cNvSpPr txBox="1">
                <a:spLocks noRot="1" noChangeAspect="1" noMove="1" noResize="1" noEditPoints="1" noAdjustHandles="1" noChangeArrowheads="1" noChangeShapeType="1" noTextEdit="1"/>
              </p:cNvSpPr>
              <p:nvPr/>
            </p:nvSpPr>
            <p:spPr>
              <a:xfrm>
                <a:off x="5373857" y="912388"/>
                <a:ext cx="2737091" cy="911596"/>
              </a:xfrm>
              <a:prstGeom prst="rect">
                <a:avLst/>
              </a:prstGeom>
              <a:blipFill>
                <a:blip r:embed="rId10"/>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9" name="CuadroTexto 8">
                <a:extLst>
                  <a:ext uri="{FF2B5EF4-FFF2-40B4-BE49-F238E27FC236}">
                    <a16:creationId xmlns:a16="http://schemas.microsoft.com/office/drawing/2014/main" id="{276A4A7E-3DE1-A9F1-ED3B-C263A46859A0}"/>
                  </a:ext>
                </a:extLst>
              </p:cNvPr>
              <p:cNvSpPr txBox="1"/>
              <p:nvPr/>
            </p:nvSpPr>
            <p:spPr>
              <a:xfrm>
                <a:off x="211374" y="3835831"/>
                <a:ext cx="2737091" cy="911596"/>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s-ES" sz="2000" i="1">
                          <a:solidFill>
                            <a:schemeClr val="bg2">
                              <a:lumMod val="10000"/>
                            </a:schemeClr>
                          </a:solidFill>
                          <a:latin typeface="Cambria Math" panose="02040503050406030204" pitchFamily="18" charset="0"/>
                        </a:rPr>
                        <m:t>+</m:t>
                      </m:r>
                      <m:f>
                        <m:fPr>
                          <m:ctrlPr>
                            <a:rPr lang="es-ES" sz="2000" i="1">
                              <a:solidFill>
                                <a:schemeClr val="bg2">
                                  <a:lumMod val="10000"/>
                                </a:schemeClr>
                              </a:solidFill>
                              <a:latin typeface="Cambria Math" panose="02040503050406030204" pitchFamily="18" charset="0"/>
                            </a:rPr>
                          </m:ctrlPr>
                        </m:fPr>
                        <m:num>
                          <m:r>
                            <a:rPr lang="es-ES" sz="2000" i="1">
                              <a:solidFill>
                                <a:schemeClr val="bg2">
                                  <a:lumMod val="10000"/>
                                </a:schemeClr>
                              </a:solidFill>
                              <a:latin typeface="Cambria Math" panose="02040503050406030204" pitchFamily="18" charset="0"/>
                            </a:rPr>
                            <m:t>𝑟</m:t>
                          </m:r>
                          <m:r>
                            <a:rPr lang="es-ES" sz="2000" i="1">
                              <a:solidFill>
                                <a:schemeClr val="bg2">
                                  <a:lumMod val="10000"/>
                                </a:schemeClr>
                              </a:solidFill>
                              <a:latin typeface="Cambria Math" panose="02040503050406030204" pitchFamily="18" charset="0"/>
                              <a:ea typeface="Cambria Math" panose="02040503050406030204" pitchFamily="18" charset="0"/>
                            </a:rPr>
                            <m:t>×</m:t>
                          </m:r>
                          <m:sSub>
                            <m:sSubPr>
                              <m:ctrlPr>
                                <a:rPr lang="es-ES" sz="2000" i="1">
                                  <a:solidFill>
                                    <a:schemeClr val="bg2">
                                      <a:lumMod val="10000"/>
                                    </a:schemeClr>
                                  </a:solidFill>
                                  <a:latin typeface="Cambria Math" panose="02040503050406030204" pitchFamily="18" charset="0"/>
                                </a:rPr>
                              </m:ctrlPr>
                            </m:sSubPr>
                            <m:e>
                              <m:r>
                                <a:rPr lang="es-ES" sz="2000" i="1">
                                  <a:solidFill>
                                    <a:schemeClr val="bg2">
                                      <a:lumMod val="10000"/>
                                    </a:schemeClr>
                                  </a:solidFill>
                                  <a:latin typeface="Cambria Math" panose="02040503050406030204" pitchFamily="18" charset="0"/>
                                </a:rPr>
                                <m:t>(</m:t>
                              </m:r>
                              <m:sSup>
                                <m:sSupPr>
                                  <m:ctrlPr>
                                    <a:rPr lang="es-ES" sz="2000" i="1" smtClean="0">
                                      <a:solidFill>
                                        <a:schemeClr val="accent1"/>
                                      </a:solidFill>
                                      <a:latin typeface="Cambria Math" panose="02040503050406030204" pitchFamily="18" charset="0"/>
                                    </a:rPr>
                                  </m:ctrlPr>
                                </m:sSupPr>
                                <m:e>
                                  <m:r>
                                    <a:rPr lang="es-ES" sz="2000" i="1">
                                      <a:solidFill>
                                        <a:schemeClr val="accent1"/>
                                      </a:solidFill>
                                      <a:latin typeface="Cambria Math" panose="02040503050406030204" pitchFamily="18" charset="0"/>
                                    </a:rPr>
                                    <m:t>𝑁</m:t>
                                  </m:r>
                                </m:e>
                                <m:sup>
                                  <m:r>
                                    <a:rPr lang="es-ES" sz="2000" i="1">
                                      <a:solidFill>
                                        <a:schemeClr val="accent1"/>
                                      </a:solidFill>
                                      <a:latin typeface="Cambria Math" panose="02040503050406030204" pitchFamily="18" charset="0"/>
                                    </a:rPr>
                                    <m:t>𝑔</m:t>
                                  </m:r>
                                </m:sup>
                              </m:sSup>
                            </m:e>
                            <m:sub>
                              <m:r>
                                <a:rPr lang="es-ES" sz="2000" i="1" smtClean="0">
                                  <a:solidFill>
                                    <a:schemeClr val="accent1"/>
                                  </a:solidFill>
                                  <a:latin typeface="Cambria Math" panose="02040503050406030204" pitchFamily="18" charset="0"/>
                                </a:rPr>
                                <m:t>𝐶</m:t>
                              </m:r>
                            </m:sub>
                          </m:sSub>
                          <m:r>
                            <a:rPr lang="es-ES" sz="2000" i="1">
                              <a:solidFill>
                                <a:schemeClr val="bg2">
                                  <a:lumMod val="10000"/>
                                </a:schemeClr>
                              </a:solidFill>
                              <a:latin typeface="Cambria Math" panose="02040503050406030204" pitchFamily="18" charset="0"/>
                            </a:rPr>
                            <m:t>+</m:t>
                          </m:r>
                          <m:r>
                            <m:rPr>
                              <m:nor/>
                            </m:rPr>
                            <a:rPr lang="es-ES" sz="2000" dirty="0">
                              <a:solidFill>
                                <a:schemeClr val="bg2">
                                  <a:lumMod val="10000"/>
                                </a:schemeClr>
                              </a:solidFill>
                              <a:latin typeface="Amasis MT Pro" panose="02040504050005020304" pitchFamily="18" charset="0"/>
                            </a:rPr>
                            <m:t> </m:t>
                          </m:r>
                          <m:sSub>
                            <m:sSubPr>
                              <m:ctrlPr>
                                <a:rPr lang="es-ES" sz="2000" i="1">
                                  <a:solidFill>
                                    <a:schemeClr val="accent6"/>
                                  </a:solidFill>
                                  <a:latin typeface="Cambria Math" panose="02040503050406030204" pitchFamily="18" charset="0"/>
                                </a:rPr>
                              </m:ctrlPr>
                            </m:sSubPr>
                            <m:e>
                              <m:sSup>
                                <m:sSupPr>
                                  <m:ctrlPr>
                                    <a:rPr lang="es-ES" sz="2000" i="1">
                                      <a:solidFill>
                                        <a:schemeClr val="accent6"/>
                                      </a:solidFill>
                                      <a:latin typeface="Cambria Math" panose="02040503050406030204" pitchFamily="18" charset="0"/>
                                    </a:rPr>
                                  </m:ctrlPr>
                                </m:sSupPr>
                                <m:e>
                                  <m:r>
                                    <a:rPr lang="es-ES" sz="2000" i="1">
                                      <a:solidFill>
                                        <a:schemeClr val="accent6"/>
                                      </a:solidFill>
                                      <a:latin typeface="Cambria Math" panose="02040503050406030204" pitchFamily="18" charset="0"/>
                                    </a:rPr>
                                    <m:t>𝑁</m:t>
                                  </m:r>
                                </m:e>
                                <m:sup>
                                  <m:r>
                                    <a:rPr lang="es-ES" sz="2000" i="1">
                                      <a:solidFill>
                                        <a:schemeClr val="accent6"/>
                                      </a:solidFill>
                                      <a:latin typeface="Cambria Math" panose="02040503050406030204" pitchFamily="18" charset="0"/>
                                    </a:rPr>
                                    <m:t>𝑔</m:t>
                                  </m:r>
                                </m:sup>
                              </m:sSup>
                            </m:e>
                            <m:sub>
                              <m:r>
                                <a:rPr lang="es-ES" sz="2000" i="1">
                                  <a:solidFill>
                                    <a:schemeClr val="accent6"/>
                                  </a:solidFill>
                                  <a:latin typeface="Cambria Math" panose="02040503050406030204" pitchFamily="18" charset="0"/>
                                </a:rPr>
                                <m:t>𝑃</m:t>
                              </m:r>
                            </m:sub>
                          </m:sSub>
                          <m:r>
                            <a:rPr lang="es-ES" sz="2000" i="1">
                              <a:solidFill>
                                <a:schemeClr val="bg2">
                                  <a:lumMod val="10000"/>
                                </a:schemeClr>
                              </a:solidFill>
                              <a:latin typeface="Cambria Math" panose="02040503050406030204" pitchFamily="18" charset="0"/>
                            </a:rPr>
                            <m:t>)</m:t>
                          </m:r>
                        </m:num>
                        <m:den>
                          <m:r>
                            <a:rPr lang="es-ES" sz="2000" i="1">
                              <a:solidFill>
                                <a:schemeClr val="bg2">
                                  <a:lumMod val="10000"/>
                                </a:schemeClr>
                              </a:solidFill>
                              <a:latin typeface="Cambria Math" panose="02040503050406030204" pitchFamily="18" charset="0"/>
                            </a:rPr>
                            <m:t>𝐺</m:t>
                          </m:r>
                        </m:den>
                      </m:f>
                    </m:oMath>
                  </m:oMathPara>
                </a14:m>
                <a:endParaRPr lang="es-ES" sz="2000" dirty="0">
                  <a:solidFill>
                    <a:schemeClr val="accent1"/>
                  </a:solidFill>
                  <a:latin typeface="Amasis MT Pro" panose="02040504050005020304" pitchFamily="18" charset="0"/>
                </a:endParaRPr>
              </a:p>
              <a:p>
                <a:endParaRPr lang="es-ES" sz="1350" dirty="0">
                  <a:solidFill>
                    <a:schemeClr val="accent1"/>
                  </a:solidFill>
                </a:endParaRPr>
              </a:p>
            </p:txBody>
          </p:sp>
        </mc:Choice>
        <mc:Fallback xmlns="">
          <p:sp>
            <p:nvSpPr>
              <p:cNvPr id="9" name="CuadroTexto 8">
                <a:extLst>
                  <a:ext uri="{FF2B5EF4-FFF2-40B4-BE49-F238E27FC236}">
                    <a16:creationId xmlns:a16="http://schemas.microsoft.com/office/drawing/2014/main" id="{276A4A7E-3DE1-A9F1-ED3B-C263A46859A0}"/>
                  </a:ext>
                </a:extLst>
              </p:cNvPr>
              <p:cNvSpPr txBox="1">
                <a:spLocks noRot="1" noChangeAspect="1" noMove="1" noResize="1" noEditPoints="1" noAdjustHandles="1" noChangeArrowheads="1" noChangeShapeType="1" noTextEdit="1"/>
              </p:cNvSpPr>
              <p:nvPr/>
            </p:nvSpPr>
            <p:spPr>
              <a:xfrm>
                <a:off x="211374" y="3835831"/>
                <a:ext cx="2737091" cy="911596"/>
              </a:xfrm>
              <a:prstGeom prst="rect">
                <a:avLst/>
              </a:prstGeom>
              <a:blipFill>
                <a:blip r:embed="rId11"/>
                <a:stretch>
                  <a:fillRect/>
                </a:stretch>
              </a:blipFill>
            </p:spPr>
            <p:txBody>
              <a:bodyPr/>
              <a:lstStyle/>
              <a:p>
                <a:r>
                  <a:rPr lang="es-ES">
                    <a:noFill/>
                  </a:rPr>
                  <a:t> </a:t>
                </a:r>
              </a:p>
            </p:txBody>
          </p:sp>
        </mc:Fallback>
      </mc:AlternateContent>
      <p:sp>
        <p:nvSpPr>
          <p:cNvPr id="10" name="Flecha: curvada hacia abajo 9">
            <a:extLst>
              <a:ext uri="{FF2B5EF4-FFF2-40B4-BE49-F238E27FC236}">
                <a16:creationId xmlns:a16="http://schemas.microsoft.com/office/drawing/2014/main" id="{2EAA375A-4617-A3EF-2110-0E2823D976A8}"/>
              </a:ext>
            </a:extLst>
          </p:cNvPr>
          <p:cNvSpPr/>
          <p:nvPr/>
        </p:nvSpPr>
        <p:spPr>
          <a:xfrm rot="18303438" flipH="1" flipV="1">
            <a:off x="4093406" y="5152149"/>
            <a:ext cx="1252208" cy="502571"/>
          </a:xfrm>
          <a:prstGeom prst="curvedDownArrow">
            <a:avLst>
              <a:gd name="adj1" fmla="val 25000"/>
              <a:gd name="adj2" fmla="val 50000"/>
              <a:gd name="adj3" fmla="val 31735"/>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sz="1350" dirty="0">
              <a:solidFill>
                <a:schemeClr val="tx1"/>
              </a:solidFill>
            </a:endParaRPr>
          </a:p>
        </p:txBody>
      </p:sp>
      <p:sp>
        <p:nvSpPr>
          <p:cNvPr id="11" name="Flecha: curvada hacia abajo 10">
            <a:extLst>
              <a:ext uri="{FF2B5EF4-FFF2-40B4-BE49-F238E27FC236}">
                <a16:creationId xmlns:a16="http://schemas.microsoft.com/office/drawing/2014/main" id="{053402D2-5D32-60C3-EFDD-AD00E9D1D843}"/>
              </a:ext>
            </a:extLst>
          </p:cNvPr>
          <p:cNvSpPr/>
          <p:nvPr/>
        </p:nvSpPr>
        <p:spPr>
          <a:xfrm rot="19248949" flipV="1">
            <a:off x="3953232" y="4931514"/>
            <a:ext cx="848830" cy="412812"/>
          </a:xfrm>
          <a:prstGeom prst="curvedDownArrow">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sz="1350" dirty="0">
              <a:solidFill>
                <a:schemeClr val="tx1"/>
              </a:solidFill>
            </a:endParaRPr>
          </a:p>
        </p:txBody>
      </p:sp>
      <mc:AlternateContent xmlns:mc="http://schemas.openxmlformats.org/markup-compatibility/2006" xmlns:a14="http://schemas.microsoft.com/office/drawing/2010/main">
        <mc:Choice Requires="a14">
          <p:sp>
            <p:nvSpPr>
              <p:cNvPr id="12" name="CuadroTexto 11">
                <a:extLst>
                  <a:ext uri="{FF2B5EF4-FFF2-40B4-BE49-F238E27FC236}">
                    <a16:creationId xmlns:a16="http://schemas.microsoft.com/office/drawing/2014/main" id="{C0AEB49F-C594-C2C3-19EB-9A022DC8BF26}"/>
                  </a:ext>
                </a:extLst>
              </p:cNvPr>
              <p:cNvSpPr txBox="1"/>
              <p:nvPr/>
            </p:nvSpPr>
            <p:spPr>
              <a:xfrm>
                <a:off x="3918648" y="4747427"/>
                <a:ext cx="594074" cy="461665"/>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s-ES" sz="2400" i="1" smtClean="0">
                          <a:solidFill>
                            <a:schemeClr val="accent6"/>
                          </a:solidFill>
                          <a:latin typeface="Cambria Math" panose="02040503050406030204" pitchFamily="18" charset="0"/>
                        </a:rPr>
                        <m:t>+1</m:t>
                      </m:r>
                    </m:oMath>
                  </m:oMathPara>
                </a14:m>
                <a:endParaRPr lang="es-ES" sz="2400" dirty="0">
                  <a:solidFill>
                    <a:schemeClr val="accent6"/>
                  </a:solidFill>
                  <a:latin typeface="Amasis MT Pro" panose="02040504050005020304" pitchFamily="18" charset="0"/>
                </a:endParaRPr>
              </a:p>
            </p:txBody>
          </p:sp>
        </mc:Choice>
        <mc:Fallback xmlns="">
          <p:sp>
            <p:nvSpPr>
              <p:cNvPr id="12" name="CuadroTexto 11">
                <a:extLst>
                  <a:ext uri="{FF2B5EF4-FFF2-40B4-BE49-F238E27FC236}">
                    <a16:creationId xmlns:a16="http://schemas.microsoft.com/office/drawing/2014/main" id="{C0AEB49F-C594-C2C3-19EB-9A022DC8BF26}"/>
                  </a:ext>
                </a:extLst>
              </p:cNvPr>
              <p:cNvSpPr txBox="1">
                <a:spLocks noRot="1" noChangeAspect="1" noMove="1" noResize="1" noEditPoints="1" noAdjustHandles="1" noChangeArrowheads="1" noChangeShapeType="1" noTextEdit="1"/>
              </p:cNvSpPr>
              <p:nvPr/>
            </p:nvSpPr>
            <p:spPr>
              <a:xfrm>
                <a:off x="3918648" y="4747427"/>
                <a:ext cx="594074" cy="461665"/>
              </a:xfrm>
              <a:prstGeom prst="rect">
                <a:avLst/>
              </a:prstGeom>
              <a:blipFill>
                <a:blip r:embed="rId12"/>
                <a:stretch>
                  <a:fillRect r="-2062"/>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13" name="CuadroTexto 12">
                <a:extLst>
                  <a:ext uri="{FF2B5EF4-FFF2-40B4-BE49-F238E27FC236}">
                    <a16:creationId xmlns:a16="http://schemas.microsoft.com/office/drawing/2014/main" id="{ED8B0B40-3AF7-0950-37E2-0862831BD8D4}"/>
                  </a:ext>
                </a:extLst>
              </p:cNvPr>
              <p:cNvSpPr txBox="1"/>
              <p:nvPr/>
            </p:nvSpPr>
            <p:spPr>
              <a:xfrm>
                <a:off x="3291840" y="1541796"/>
                <a:ext cx="594074" cy="461665"/>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s-ES" sz="2400" i="1">
                          <a:solidFill>
                            <a:schemeClr val="accent1"/>
                          </a:solidFill>
                          <a:latin typeface="Cambria Math" panose="02040503050406030204" pitchFamily="18" charset="0"/>
                        </a:rPr>
                        <m:t>+1</m:t>
                      </m:r>
                    </m:oMath>
                  </m:oMathPara>
                </a14:m>
                <a:endParaRPr lang="es-ES" sz="2400" dirty="0">
                  <a:solidFill>
                    <a:schemeClr val="accent1"/>
                  </a:solidFill>
                  <a:latin typeface="Amasis MT Pro" panose="02040504050005020304" pitchFamily="18" charset="0"/>
                </a:endParaRPr>
              </a:p>
            </p:txBody>
          </p:sp>
        </mc:Choice>
        <mc:Fallback xmlns="">
          <p:sp>
            <p:nvSpPr>
              <p:cNvPr id="13" name="CuadroTexto 12">
                <a:extLst>
                  <a:ext uri="{FF2B5EF4-FFF2-40B4-BE49-F238E27FC236}">
                    <a16:creationId xmlns:a16="http://schemas.microsoft.com/office/drawing/2014/main" id="{ED8B0B40-3AF7-0950-37E2-0862831BD8D4}"/>
                  </a:ext>
                </a:extLst>
              </p:cNvPr>
              <p:cNvSpPr txBox="1">
                <a:spLocks noRot="1" noChangeAspect="1" noMove="1" noResize="1" noEditPoints="1" noAdjustHandles="1" noChangeArrowheads="1" noChangeShapeType="1" noTextEdit="1"/>
              </p:cNvSpPr>
              <p:nvPr/>
            </p:nvSpPr>
            <p:spPr>
              <a:xfrm>
                <a:off x="3291840" y="1541796"/>
                <a:ext cx="594074" cy="461665"/>
              </a:xfrm>
              <a:prstGeom prst="rect">
                <a:avLst/>
              </a:prstGeom>
              <a:blipFill>
                <a:blip r:embed="rId13"/>
                <a:stretch>
                  <a:fillRect r="-2062"/>
                </a:stretch>
              </a:blipFill>
            </p:spPr>
            <p:txBody>
              <a:bodyPr/>
              <a:lstStyle/>
              <a:p>
                <a:r>
                  <a:rPr lang="es-ES">
                    <a:noFill/>
                  </a:rPr>
                  <a:t> </a:t>
                </a:r>
              </a:p>
            </p:txBody>
          </p:sp>
        </mc:Fallback>
      </mc:AlternateContent>
      <p:sp>
        <p:nvSpPr>
          <p:cNvPr id="14" name="Flecha: curvada hacia abajo 13">
            <a:extLst>
              <a:ext uri="{FF2B5EF4-FFF2-40B4-BE49-F238E27FC236}">
                <a16:creationId xmlns:a16="http://schemas.microsoft.com/office/drawing/2014/main" id="{59BB3CC7-5C69-BF61-8B03-100AAC6611A5}"/>
              </a:ext>
            </a:extLst>
          </p:cNvPr>
          <p:cNvSpPr/>
          <p:nvPr/>
        </p:nvSpPr>
        <p:spPr>
          <a:xfrm rot="8861414" flipH="1">
            <a:off x="4743237" y="5076106"/>
            <a:ext cx="3446225" cy="901915"/>
          </a:xfrm>
          <a:prstGeom prst="curvedDownArrow">
            <a:avLst>
              <a:gd name="adj1" fmla="val 28660"/>
              <a:gd name="adj2" fmla="val 50000"/>
              <a:gd name="adj3" fmla="val 15721"/>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sz="1350" dirty="0">
              <a:solidFill>
                <a:schemeClr val="tx1"/>
              </a:solidFill>
            </a:endParaRPr>
          </a:p>
        </p:txBody>
      </p:sp>
      <mc:AlternateContent xmlns:mc="http://schemas.openxmlformats.org/markup-compatibility/2006" xmlns:a14="http://schemas.microsoft.com/office/drawing/2010/main">
        <mc:Choice Requires="a14">
          <p:sp>
            <p:nvSpPr>
              <p:cNvPr id="15" name="CuadroTexto 14">
                <a:extLst>
                  <a:ext uri="{FF2B5EF4-FFF2-40B4-BE49-F238E27FC236}">
                    <a16:creationId xmlns:a16="http://schemas.microsoft.com/office/drawing/2014/main" id="{D21746ED-B31F-BD81-6DB8-9266EC8E2A8C}"/>
                  </a:ext>
                </a:extLst>
              </p:cNvPr>
              <p:cNvSpPr txBox="1"/>
              <p:nvPr/>
            </p:nvSpPr>
            <p:spPr>
              <a:xfrm>
                <a:off x="6661354" y="5771613"/>
                <a:ext cx="2482646" cy="369332"/>
              </a:xfrm>
              <a:prstGeom prst="rect">
                <a:avLst/>
              </a:prstGeom>
              <a:noFill/>
            </p:spPr>
            <p:txBody>
              <a:bodyPr wrap="square" rtlCol="0">
                <a:spAutoFit/>
              </a:bodyPr>
              <a:lstStyle/>
              <a:p>
                <a14:m>
                  <m:oMath xmlns:m="http://schemas.openxmlformats.org/officeDocument/2006/math">
                    <m:r>
                      <a:rPr lang="es-ES" i="1">
                        <a:solidFill>
                          <a:schemeClr val="bg2">
                            <a:lumMod val="10000"/>
                          </a:schemeClr>
                        </a:solidFill>
                        <a:latin typeface="Cambria Math" panose="02040503050406030204" pitchFamily="18" charset="0"/>
                      </a:rPr>
                      <m:t>−</m:t>
                    </m:r>
                  </m:oMath>
                </a14:m>
                <a:r>
                  <a:rPr lang="es-ES" dirty="0">
                    <a:solidFill>
                      <a:schemeClr val="accent6"/>
                    </a:solidFill>
                    <a:latin typeface="Amasis MT Pro" panose="02040504050005020304" pitchFamily="18" charset="0"/>
                  </a:rPr>
                  <a:t> </a:t>
                </a:r>
                <a:r>
                  <a:rPr lang="el-GR" dirty="0">
                    <a:solidFill>
                      <a:schemeClr val="bg2">
                        <a:lumMod val="10000"/>
                      </a:schemeClr>
                    </a:solidFill>
                    <a:latin typeface="Amasis MT Pro" panose="02040504050005020304" pitchFamily="18" charset="0"/>
                    <a:cs typeface="Adobe Devanagari" panose="02040503050201020203" pitchFamily="18" charset="0"/>
                  </a:rPr>
                  <a:t>β</a:t>
                </a:r>
                <a:r>
                  <a:rPr lang="es-ES" dirty="0">
                    <a:solidFill>
                      <a:schemeClr val="bg2">
                        <a:lumMod val="10000"/>
                      </a:schemeClr>
                    </a:solidFill>
                    <a:latin typeface="Amasis MT Pro" panose="02040504050005020304" pitchFamily="18" charset="0"/>
                    <a:cs typeface="Times New Roman" panose="02020603050405020304" pitchFamily="18" charset="0"/>
                  </a:rPr>
                  <a:t> </a:t>
                </a:r>
                <a:r>
                  <a:rPr lang="es-ES" dirty="0">
                    <a:solidFill>
                      <a:schemeClr val="bg2">
                        <a:lumMod val="10000"/>
                      </a:schemeClr>
                    </a:solidFill>
                    <a:latin typeface="Amasis MT Pro" panose="02040504050005020304" pitchFamily="18" charset="0"/>
                    <a:cs typeface="Adobe Devanagari" panose="02040503050201020203" pitchFamily="18" charset="0"/>
                  </a:rPr>
                  <a:t>Pool </a:t>
                </a:r>
                <a:r>
                  <a:rPr lang="es-ES" dirty="0" err="1">
                    <a:solidFill>
                      <a:schemeClr val="bg2">
                        <a:lumMod val="10000"/>
                      </a:schemeClr>
                    </a:solidFill>
                    <a:latin typeface="Amasis MT Pro" panose="02040504050005020304" pitchFamily="18" charset="0"/>
                    <a:cs typeface="Adobe Devanagari" panose="02040503050201020203" pitchFamily="18" charset="0"/>
                  </a:rPr>
                  <a:t>Punishment</a:t>
                </a:r>
                <a:endParaRPr lang="es-ES" dirty="0">
                  <a:solidFill>
                    <a:schemeClr val="bg2">
                      <a:lumMod val="10000"/>
                    </a:schemeClr>
                  </a:solidFill>
                  <a:latin typeface="Amasis MT Pro" panose="02040504050005020304" pitchFamily="18" charset="0"/>
                  <a:cs typeface="Adobe Devanagari" panose="02040503050201020203" pitchFamily="18" charset="0"/>
                </a:endParaRPr>
              </a:p>
            </p:txBody>
          </p:sp>
        </mc:Choice>
        <mc:Fallback xmlns="">
          <p:sp>
            <p:nvSpPr>
              <p:cNvPr id="15" name="CuadroTexto 14">
                <a:extLst>
                  <a:ext uri="{FF2B5EF4-FFF2-40B4-BE49-F238E27FC236}">
                    <a16:creationId xmlns:a16="http://schemas.microsoft.com/office/drawing/2014/main" id="{D21746ED-B31F-BD81-6DB8-9266EC8E2A8C}"/>
                  </a:ext>
                </a:extLst>
              </p:cNvPr>
              <p:cNvSpPr txBox="1">
                <a:spLocks noRot="1" noChangeAspect="1" noMove="1" noResize="1" noEditPoints="1" noAdjustHandles="1" noChangeArrowheads="1" noChangeShapeType="1" noTextEdit="1"/>
              </p:cNvSpPr>
              <p:nvPr/>
            </p:nvSpPr>
            <p:spPr>
              <a:xfrm>
                <a:off x="6661354" y="5771613"/>
                <a:ext cx="2482646" cy="369332"/>
              </a:xfrm>
              <a:prstGeom prst="rect">
                <a:avLst/>
              </a:prstGeom>
              <a:blipFill>
                <a:blip r:embed="rId14"/>
                <a:stretch>
                  <a:fillRect t="-11667" b="-26667"/>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18" name="CuadroTexto 17">
                <a:extLst>
                  <a:ext uri="{FF2B5EF4-FFF2-40B4-BE49-F238E27FC236}">
                    <a16:creationId xmlns:a16="http://schemas.microsoft.com/office/drawing/2014/main" id="{9FB9068B-F4B2-3E67-AE94-D3FF9964E036}"/>
                  </a:ext>
                </a:extLst>
              </p:cNvPr>
              <p:cNvSpPr txBox="1"/>
              <p:nvPr/>
            </p:nvSpPr>
            <p:spPr>
              <a:xfrm>
                <a:off x="6661354" y="6174957"/>
                <a:ext cx="1794985" cy="673518"/>
              </a:xfrm>
              <a:prstGeom prst="rect">
                <a:avLst/>
              </a:prstGeom>
              <a:noFill/>
            </p:spPr>
            <p:txBody>
              <a:bodyPr wrap="square">
                <a:spAutoFit/>
              </a:bodyPr>
              <a:lstStyle/>
              <a:p>
                <a:pPr algn="r"/>
                <a14:m>
                  <m:oMath xmlns:m="http://schemas.openxmlformats.org/officeDocument/2006/math">
                    <m:r>
                      <a:rPr lang="es-ES" i="1" smtClean="0">
                        <a:solidFill>
                          <a:schemeClr val="bg2">
                            <a:lumMod val="10000"/>
                          </a:schemeClr>
                        </a:solidFill>
                        <a:latin typeface="Cambria Math" panose="02040503050406030204" pitchFamily="18" charset="0"/>
                        <a:cs typeface="Times New Roman" panose="02020603050405020304" pitchFamily="18" charset="0"/>
                      </a:rPr>
                      <m:t>−</m:t>
                    </m:r>
                    <m:sSub>
                      <m:sSubPr>
                        <m:ctrlPr>
                          <a:rPr lang="es-ES" i="1">
                            <a:solidFill>
                              <a:schemeClr val="accent6"/>
                            </a:solidFill>
                            <a:latin typeface="Cambria Math" panose="02040503050406030204" pitchFamily="18" charset="0"/>
                          </a:rPr>
                        </m:ctrlPr>
                      </m:sSubPr>
                      <m:e>
                        <m:sSup>
                          <m:sSupPr>
                            <m:ctrlPr>
                              <a:rPr lang="es-ES" i="1">
                                <a:solidFill>
                                  <a:schemeClr val="accent6"/>
                                </a:solidFill>
                                <a:latin typeface="Cambria Math" panose="02040503050406030204" pitchFamily="18" charset="0"/>
                              </a:rPr>
                            </m:ctrlPr>
                          </m:sSupPr>
                          <m:e>
                            <m:r>
                              <m:rPr>
                                <m:nor/>
                              </m:rPr>
                              <a:rPr lang="es-ES">
                                <a:solidFill>
                                  <a:schemeClr val="accent6"/>
                                </a:solidFill>
                                <a:latin typeface="Amasis MT Pro" panose="02040504050005020304" pitchFamily="18" charset="0"/>
                              </a:rPr>
                              <m:t> </m:t>
                            </m:r>
                            <m:r>
                              <m:rPr>
                                <m:nor/>
                              </m:rPr>
                              <a:rPr lang="el-GR" dirty="0">
                                <a:solidFill>
                                  <a:schemeClr val="bg2">
                                    <a:lumMod val="10000"/>
                                  </a:schemeClr>
                                </a:solidFill>
                                <a:latin typeface="Amasis MT Pro" panose="02040504050005020304" pitchFamily="18" charset="0"/>
                                <a:cs typeface="Adobe Devanagari" panose="02040503050201020203" pitchFamily="18" charset="0"/>
                              </a:rPr>
                              <m:t>β</m:t>
                            </m:r>
                            <m:r>
                              <a:rPr lang="el-GR" i="1">
                                <a:solidFill>
                                  <a:schemeClr val="bg2">
                                    <a:lumMod val="10000"/>
                                  </a:schemeClr>
                                </a:solidFill>
                                <a:latin typeface="Cambria Math" panose="02040503050406030204" pitchFamily="18" charset="0"/>
                                <a:ea typeface="Cambria Math" panose="02040503050406030204" pitchFamily="18" charset="0"/>
                              </a:rPr>
                              <m:t>×</m:t>
                            </m:r>
                            <m:r>
                              <a:rPr lang="es-ES" i="1">
                                <a:solidFill>
                                  <a:schemeClr val="accent6"/>
                                </a:solidFill>
                                <a:latin typeface="Cambria Math" panose="02040503050406030204" pitchFamily="18" charset="0"/>
                              </a:rPr>
                              <m:t>𝑁</m:t>
                            </m:r>
                          </m:e>
                          <m:sup>
                            <m:r>
                              <a:rPr lang="es-ES" i="1">
                                <a:solidFill>
                                  <a:schemeClr val="accent6"/>
                                </a:solidFill>
                                <a:latin typeface="Cambria Math" panose="02040503050406030204" pitchFamily="18" charset="0"/>
                              </a:rPr>
                              <m:t>𝑔</m:t>
                            </m:r>
                          </m:sup>
                        </m:sSup>
                      </m:e>
                      <m:sub>
                        <m:r>
                          <a:rPr lang="es-ES" i="1">
                            <a:solidFill>
                              <a:schemeClr val="accent6"/>
                            </a:solidFill>
                            <a:latin typeface="Cambria Math" panose="02040503050406030204" pitchFamily="18" charset="0"/>
                          </a:rPr>
                          <m:t>𝑃</m:t>
                        </m:r>
                      </m:sub>
                    </m:sSub>
                  </m:oMath>
                </a14:m>
                <a:r>
                  <a:rPr lang="es-ES" dirty="0">
                    <a:solidFill>
                      <a:schemeClr val="accent6"/>
                    </a:solidFill>
                    <a:latin typeface="Amasis MT Pro" panose="02040504050005020304" pitchFamily="18" charset="0"/>
                    <a:cs typeface="Adobe Devanagari" panose="02040503050201020203" pitchFamily="18" charset="0"/>
                  </a:rPr>
                  <a:t> </a:t>
                </a:r>
                <a14:m>
                  <m:oMath xmlns:m="http://schemas.openxmlformats.org/officeDocument/2006/math">
                    <m:r>
                      <m:rPr>
                        <m:nor/>
                      </m:rPr>
                      <a:rPr lang="es-ES" dirty="0">
                        <a:solidFill>
                          <a:schemeClr val="bg2">
                            <a:lumMod val="10000"/>
                          </a:schemeClr>
                        </a:solidFill>
                        <a:latin typeface="Amasis MT Pro" panose="02040504050005020304" pitchFamily="18" charset="0"/>
                        <a:cs typeface="Adobe Devanagari" panose="02040503050201020203" pitchFamily="18" charset="0"/>
                      </a:rPr>
                      <m:t>Peer</m:t>
                    </m:r>
                    <m:r>
                      <m:rPr>
                        <m:nor/>
                      </m:rPr>
                      <a:rPr lang="es-ES" b="0" i="0" dirty="0" smtClean="0">
                        <a:solidFill>
                          <a:schemeClr val="bg2">
                            <a:lumMod val="10000"/>
                          </a:schemeClr>
                        </a:solidFill>
                        <a:latin typeface="Amasis MT Pro" panose="02040504050005020304" pitchFamily="18" charset="0"/>
                        <a:cs typeface="Adobe Devanagari" panose="02040503050201020203" pitchFamily="18" charset="0"/>
                      </a:rPr>
                      <m:t> </m:t>
                    </m:r>
                    <m:r>
                      <m:rPr>
                        <m:nor/>
                      </m:rPr>
                      <a:rPr lang="es-ES" dirty="0">
                        <a:solidFill>
                          <a:schemeClr val="bg2">
                            <a:lumMod val="10000"/>
                          </a:schemeClr>
                        </a:solidFill>
                        <a:latin typeface="Amasis MT Pro" panose="02040504050005020304" pitchFamily="18" charset="0"/>
                        <a:cs typeface="Adobe Devanagari" panose="02040503050201020203" pitchFamily="18" charset="0"/>
                      </a:rPr>
                      <m:t>Punishment</m:t>
                    </m:r>
                    <m:r>
                      <m:rPr>
                        <m:nor/>
                      </m:rPr>
                      <a:rPr lang="es-ES" dirty="0">
                        <a:solidFill>
                          <a:schemeClr val="bg2">
                            <a:lumMod val="10000"/>
                          </a:schemeClr>
                        </a:solidFill>
                        <a:latin typeface="Amasis MT Pro" panose="02040504050005020304" pitchFamily="18" charset="0"/>
                        <a:cs typeface="Adobe Devanagari" panose="02040503050201020203" pitchFamily="18" charset="0"/>
                      </a:rPr>
                      <m:t> </m:t>
                    </m:r>
                  </m:oMath>
                </a14:m>
                <a:endParaRPr lang="es-ES" dirty="0">
                  <a:solidFill>
                    <a:schemeClr val="accent6"/>
                  </a:solidFill>
                  <a:latin typeface="Amasis MT Pro" panose="02040504050005020304" pitchFamily="18" charset="0"/>
                  <a:cs typeface="Adobe Devanagari" panose="02040503050201020203" pitchFamily="18" charset="0"/>
                </a:endParaRPr>
              </a:p>
            </p:txBody>
          </p:sp>
        </mc:Choice>
        <mc:Fallback xmlns="">
          <p:sp>
            <p:nvSpPr>
              <p:cNvPr id="18" name="CuadroTexto 17">
                <a:extLst>
                  <a:ext uri="{FF2B5EF4-FFF2-40B4-BE49-F238E27FC236}">
                    <a16:creationId xmlns:a16="http://schemas.microsoft.com/office/drawing/2014/main" id="{9FB9068B-F4B2-3E67-AE94-D3FF9964E036}"/>
                  </a:ext>
                </a:extLst>
              </p:cNvPr>
              <p:cNvSpPr txBox="1">
                <a:spLocks noRot="1" noChangeAspect="1" noMove="1" noResize="1" noEditPoints="1" noAdjustHandles="1" noChangeArrowheads="1" noChangeShapeType="1" noTextEdit="1"/>
              </p:cNvSpPr>
              <p:nvPr/>
            </p:nvSpPr>
            <p:spPr>
              <a:xfrm>
                <a:off x="6661354" y="6174957"/>
                <a:ext cx="1794985" cy="673518"/>
              </a:xfrm>
              <a:prstGeom prst="rect">
                <a:avLst/>
              </a:prstGeom>
              <a:blipFill>
                <a:blip r:embed="rId15"/>
                <a:stretch>
                  <a:fillRect/>
                </a:stretch>
              </a:blipFill>
            </p:spPr>
            <p:txBody>
              <a:bodyPr/>
              <a:lstStyle/>
              <a:p>
                <a:r>
                  <a:rPr lang="es-ES">
                    <a:noFill/>
                  </a:rPr>
                  <a:t> </a:t>
                </a:r>
              </a:p>
            </p:txBody>
          </p:sp>
        </mc:Fallback>
      </mc:AlternateContent>
      <p:pic>
        <p:nvPicPr>
          <p:cNvPr id="24" name="Imagen 23">
            <a:extLst>
              <a:ext uri="{FF2B5EF4-FFF2-40B4-BE49-F238E27FC236}">
                <a16:creationId xmlns:a16="http://schemas.microsoft.com/office/drawing/2014/main" id="{229AC1AF-F187-15DA-39D6-6ABD7BBFC965}"/>
              </a:ext>
            </a:extLst>
          </p:cNvPr>
          <p:cNvPicPr>
            <a:picLocks noChangeAspect="1"/>
          </p:cNvPicPr>
          <p:nvPr/>
        </p:nvPicPr>
        <p:blipFill>
          <a:blip r:embed="rId16"/>
          <a:stretch>
            <a:fillRect/>
          </a:stretch>
        </p:blipFill>
        <p:spPr>
          <a:xfrm>
            <a:off x="2600335" y="4709778"/>
            <a:ext cx="1130656" cy="1234419"/>
          </a:xfrm>
          <a:prstGeom prst="rect">
            <a:avLst/>
          </a:prstGeom>
        </p:spPr>
      </p:pic>
      <mc:AlternateContent xmlns:mc="http://schemas.openxmlformats.org/markup-compatibility/2006" xmlns:a14="http://schemas.microsoft.com/office/drawing/2010/main">
        <mc:Choice Requires="a14">
          <p:sp>
            <p:nvSpPr>
              <p:cNvPr id="25" name="CuadroTexto 24">
                <a:extLst>
                  <a:ext uri="{FF2B5EF4-FFF2-40B4-BE49-F238E27FC236}">
                    <a16:creationId xmlns:a16="http://schemas.microsoft.com/office/drawing/2014/main" id="{B2B9B38E-9821-89CD-D7AF-FD5A55EA98CB}"/>
                  </a:ext>
                </a:extLst>
              </p:cNvPr>
              <p:cNvSpPr txBox="1"/>
              <p:nvPr/>
            </p:nvSpPr>
            <p:spPr>
              <a:xfrm>
                <a:off x="4742991" y="4618375"/>
                <a:ext cx="2737091" cy="911596"/>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s-ES" sz="2000" i="1">
                          <a:solidFill>
                            <a:schemeClr val="bg2">
                              <a:lumMod val="10000"/>
                            </a:schemeClr>
                          </a:solidFill>
                          <a:latin typeface="Cambria Math" panose="02040503050406030204" pitchFamily="18" charset="0"/>
                        </a:rPr>
                        <m:t>+</m:t>
                      </m:r>
                      <m:f>
                        <m:fPr>
                          <m:ctrlPr>
                            <a:rPr lang="es-ES" sz="2000" i="1">
                              <a:solidFill>
                                <a:schemeClr val="bg2">
                                  <a:lumMod val="10000"/>
                                </a:schemeClr>
                              </a:solidFill>
                              <a:latin typeface="Cambria Math" panose="02040503050406030204" pitchFamily="18" charset="0"/>
                            </a:rPr>
                          </m:ctrlPr>
                        </m:fPr>
                        <m:num>
                          <m:r>
                            <a:rPr lang="es-ES" sz="2000" i="1">
                              <a:solidFill>
                                <a:schemeClr val="bg2">
                                  <a:lumMod val="10000"/>
                                </a:schemeClr>
                              </a:solidFill>
                              <a:latin typeface="Cambria Math" panose="02040503050406030204" pitchFamily="18" charset="0"/>
                            </a:rPr>
                            <m:t>𝑟</m:t>
                          </m:r>
                          <m:r>
                            <a:rPr lang="es-ES" sz="2000" i="1">
                              <a:solidFill>
                                <a:schemeClr val="bg2">
                                  <a:lumMod val="10000"/>
                                </a:schemeClr>
                              </a:solidFill>
                              <a:latin typeface="Cambria Math" panose="02040503050406030204" pitchFamily="18" charset="0"/>
                              <a:ea typeface="Cambria Math" panose="02040503050406030204" pitchFamily="18" charset="0"/>
                            </a:rPr>
                            <m:t>×</m:t>
                          </m:r>
                          <m:sSub>
                            <m:sSubPr>
                              <m:ctrlPr>
                                <a:rPr lang="es-ES" sz="2000" i="1">
                                  <a:solidFill>
                                    <a:schemeClr val="bg2">
                                      <a:lumMod val="10000"/>
                                    </a:schemeClr>
                                  </a:solidFill>
                                  <a:latin typeface="Cambria Math" panose="02040503050406030204" pitchFamily="18" charset="0"/>
                                </a:rPr>
                              </m:ctrlPr>
                            </m:sSubPr>
                            <m:e>
                              <m:r>
                                <a:rPr lang="es-ES" sz="2000" i="1">
                                  <a:solidFill>
                                    <a:schemeClr val="bg2">
                                      <a:lumMod val="10000"/>
                                    </a:schemeClr>
                                  </a:solidFill>
                                  <a:latin typeface="Cambria Math" panose="02040503050406030204" pitchFamily="18" charset="0"/>
                                </a:rPr>
                                <m:t>(</m:t>
                              </m:r>
                              <m:sSup>
                                <m:sSupPr>
                                  <m:ctrlPr>
                                    <a:rPr lang="es-ES" sz="2000" i="1">
                                      <a:solidFill>
                                        <a:schemeClr val="accent1"/>
                                      </a:solidFill>
                                      <a:latin typeface="Cambria Math" panose="02040503050406030204" pitchFamily="18" charset="0"/>
                                    </a:rPr>
                                  </m:ctrlPr>
                                </m:sSupPr>
                                <m:e>
                                  <m:r>
                                    <a:rPr lang="es-ES" sz="2000" i="1">
                                      <a:solidFill>
                                        <a:schemeClr val="accent1"/>
                                      </a:solidFill>
                                      <a:latin typeface="Cambria Math" panose="02040503050406030204" pitchFamily="18" charset="0"/>
                                    </a:rPr>
                                    <m:t>𝑁</m:t>
                                  </m:r>
                                </m:e>
                                <m:sup>
                                  <m:r>
                                    <a:rPr lang="es-ES" sz="2000" i="1">
                                      <a:solidFill>
                                        <a:schemeClr val="accent1"/>
                                      </a:solidFill>
                                      <a:latin typeface="Cambria Math" panose="02040503050406030204" pitchFamily="18" charset="0"/>
                                    </a:rPr>
                                    <m:t>𝑔</m:t>
                                  </m:r>
                                </m:sup>
                              </m:sSup>
                            </m:e>
                            <m:sub>
                              <m:r>
                                <a:rPr lang="es-ES" sz="2000" i="1">
                                  <a:solidFill>
                                    <a:schemeClr val="accent1"/>
                                  </a:solidFill>
                                  <a:latin typeface="Cambria Math" panose="02040503050406030204" pitchFamily="18" charset="0"/>
                                </a:rPr>
                                <m:t>𝐶</m:t>
                              </m:r>
                            </m:sub>
                          </m:sSub>
                          <m:r>
                            <a:rPr lang="es-ES" sz="2000" i="1">
                              <a:solidFill>
                                <a:schemeClr val="bg2">
                                  <a:lumMod val="10000"/>
                                </a:schemeClr>
                              </a:solidFill>
                              <a:latin typeface="Cambria Math" panose="02040503050406030204" pitchFamily="18" charset="0"/>
                            </a:rPr>
                            <m:t>+</m:t>
                          </m:r>
                          <m:r>
                            <m:rPr>
                              <m:nor/>
                            </m:rPr>
                            <a:rPr lang="es-ES" sz="2000" dirty="0">
                              <a:solidFill>
                                <a:schemeClr val="bg2">
                                  <a:lumMod val="10000"/>
                                </a:schemeClr>
                              </a:solidFill>
                              <a:latin typeface="Amasis MT Pro" panose="02040504050005020304" pitchFamily="18" charset="0"/>
                            </a:rPr>
                            <m:t> </m:t>
                          </m:r>
                          <m:sSub>
                            <m:sSubPr>
                              <m:ctrlPr>
                                <a:rPr lang="es-ES" sz="2000" i="1">
                                  <a:solidFill>
                                    <a:schemeClr val="accent6"/>
                                  </a:solidFill>
                                  <a:latin typeface="Cambria Math" panose="02040503050406030204" pitchFamily="18" charset="0"/>
                                </a:rPr>
                              </m:ctrlPr>
                            </m:sSubPr>
                            <m:e>
                              <m:sSup>
                                <m:sSupPr>
                                  <m:ctrlPr>
                                    <a:rPr lang="es-ES" sz="2000" i="1">
                                      <a:solidFill>
                                        <a:schemeClr val="accent6"/>
                                      </a:solidFill>
                                      <a:latin typeface="Cambria Math" panose="02040503050406030204" pitchFamily="18" charset="0"/>
                                    </a:rPr>
                                  </m:ctrlPr>
                                </m:sSupPr>
                                <m:e>
                                  <m:r>
                                    <a:rPr lang="es-ES" sz="2000" i="1">
                                      <a:solidFill>
                                        <a:schemeClr val="accent6"/>
                                      </a:solidFill>
                                      <a:latin typeface="Cambria Math" panose="02040503050406030204" pitchFamily="18" charset="0"/>
                                    </a:rPr>
                                    <m:t>𝑁</m:t>
                                  </m:r>
                                </m:e>
                                <m:sup>
                                  <m:r>
                                    <a:rPr lang="es-ES" sz="2000" i="1">
                                      <a:solidFill>
                                        <a:schemeClr val="accent6"/>
                                      </a:solidFill>
                                      <a:latin typeface="Cambria Math" panose="02040503050406030204" pitchFamily="18" charset="0"/>
                                    </a:rPr>
                                    <m:t>𝑔</m:t>
                                  </m:r>
                                </m:sup>
                              </m:sSup>
                            </m:e>
                            <m:sub>
                              <m:r>
                                <a:rPr lang="es-ES" sz="2000" i="1">
                                  <a:solidFill>
                                    <a:schemeClr val="accent6"/>
                                  </a:solidFill>
                                  <a:latin typeface="Cambria Math" panose="02040503050406030204" pitchFamily="18" charset="0"/>
                                </a:rPr>
                                <m:t>𝑃</m:t>
                              </m:r>
                            </m:sub>
                          </m:sSub>
                          <m:r>
                            <a:rPr lang="es-ES" sz="2000" i="1">
                              <a:solidFill>
                                <a:schemeClr val="bg2">
                                  <a:lumMod val="10000"/>
                                </a:schemeClr>
                              </a:solidFill>
                              <a:latin typeface="Cambria Math" panose="02040503050406030204" pitchFamily="18" charset="0"/>
                            </a:rPr>
                            <m:t>)</m:t>
                          </m:r>
                        </m:num>
                        <m:den>
                          <m:r>
                            <a:rPr lang="es-ES" sz="2000" i="1">
                              <a:solidFill>
                                <a:schemeClr val="bg2">
                                  <a:lumMod val="10000"/>
                                </a:schemeClr>
                              </a:solidFill>
                              <a:latin typeface="Cambria Math" panose="02040503050406030204" pitchFamily="18" charset="0"/>
                            </a:rPr>
                            <m:t>𝐺</m:t>
                          </m:r>
                        </m:den>
                      </m:f>
                    </m:oMath>
                  </m:oMathPara>
                </a14:m>
                <a:endParaRPr lang="es-ES" sz="2000" dirty="0">
                  <a:solidFill>
                    <a:schemeClr val="accent1"/>
                  </a:solidFill>
                  <a:latin typeface="Amasis MT Pro" panose="02040504050005020304" pitchFamily="18" charset="0"/>
                </a:endParaRPr>
              </a:p>
              <a:p>
                <a:endParaRPr lang="es-ES" sz="1350" dirty="0">
                  <a:solidFill>
                    <a:schemeClr val="accent1"/>
                  </a:solidFill>
                </a:endParaRPr>
              </a:p>
            </p:txBody>
          </p:sp>
        </mc:Choice>
        <mc:Fallback xmlns="">
          <p:sp>
            <p:nvSpPr>
              <p:cNvPr id="25" name="CuadroTexto 24">
                <a:extLst>
                  <a:ext uri="{FF2B5EF4-FFF2-40B4-BE49-F238E27FC236}">
                    <a16:creationId xmlns:a16="http://schemas.microsoft.com/office/drawing/2014/main" id="{B2B9B38E-9821-89CD-D7AF-FD5A55EA98CB}"/>
                  </a:ext>
                </a:extLst>
              </p:cNvPr>
              <p:cNvSpPr txBox="1">
                <a:spLocks noRot="1" noChangeAspect="1" noMove="1" noResize="1" noEditPoints="1" noAdjustHandles="1" noChangeArrowheads="1" noChangeShapeType="1" noTextEdit="1"/>
              </p:cNvSpPr>
              <p:nvPr/>
            </p:nvSpPr>
            <p:spPr>
              <a:xfrm>
                <a:off x="4742991" y="4618375"/>
                <a:ext cx="2737091" cy="911596"/>
              </a:xfrm>
              <a:prstGeom prst="rect">
                <a:avLst/>
              </a:prstGeom>
              <a:blipFill>
                <a:blip r:embed="rId17"/>
                <a:stretch>
                  <a:fillRect/>
                </a:stretch>
              </a:blipFill>
            </p:spPr>
            <p:txBody>
              <a:bodyPr/>
              <a:lstStyle/>
              <a:p>
                <a:r>
                  <a:rPr lang="es-ES">
                    <a:noFill/>
                  </a:rPr>
                  <a:t> </a:t>
                </a:r>
              </a:p>
            </p:txBody>
          </p:sp>
        </mc:Fallback>
      </mc:AlternateContent>
      <p:sp>
        <p:nvSpPr>
          <p:cNvPr id="27" name="Flecha: curvada hacia abajo 26">
            <a:extLst>
              <a:ext uri="{FF2B5EF4-FFF2-40B4-BE49-F238E27FC236}">
                <a16:creationId xmlns:a16="http://schemas.microsoft.com/office/drawing/2014/main" id="{43AF4EA5-D12B-7234-521C-31CEB305FB68}"/>
              </a:ext>
            </a:extLst>
          </p:cNvPr>
          <p:cNvSpPr/>
          <p:nvPr/>
        </p:nvSpPr>
        <p:spPr>
          <a:xfrm rot="17391024" flipH="1">
            <a:off x="2036316" y="4783246"/>
            <a:ext cx="745373" cy="411832"/>
          </a:xfrm>
          <a:prstGeom prst="curvedDownArrow">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sz="1350" dirty="0">
              <a:solidFill>
                <a:schemeClr val="tx1"/>
              </a:solidFill>
            </a:endParaRPr>
          </a:p>
        </p:txBody>
      </p:sp>
      <mc:AlternateContent xmlns:mc="http://schemas.openxmlformats.org/markup-compatibility/2006" xmlns:a14="http://schemas.microsoft.com/office/drawing/2010/main">
        <mc:Choice Requires="a14">
          <p:sp>
            <p:nvSpPr>
              <p:cNvPr id="28" name="CuadroTexto 27">
                <a:extLst>
                  <a:ext uri="{FF2B5EF4-FFF2-40B4-BE49-F238E27FC236}">
                    <a16:creationId xmlns:a16="http://schemas.microsoft.com/office/drawing/2014/main" id="{DC945AC9-5A59-1D00-A061-DAAF039B8302}"/>
                  </a:ext>
                </a:extLst>
              </p:cNvPr>
              <p:cNvSpPr txBox="1"/>
              <p:nvPr/>
            </p:nvSpPr>
            <p:spPr>
              <a:xfrm>
                <a:off x="-76176" y="4667396"/>
                <a:ext cx="2246343" cy="369332"/>
              </a:xfrm>
              <a:prstGeom prst="rect">
                <a:avLst/>
              </a:prstGeom>
              <a:noFill/>
            </p:spPr>
            <p:txBody>
              <a:bodyPr wrap="square" rtlCol="0">
                <a:spAutoFit/>
              </a:bodyPr>
              <a:lstStyle/>
              <a:p>
                <a:pPr algn="r"/>
                <a:r>
                  <a:rPr lang="es-ES" dirty="0">
                    <a:solidFill>
                      <a:schemeClr val="bg2">
                        <a:lumMod val="10000"/>
                      </a:schemeClr>
                    </a:solidFill>
                    <a:latin typeface="Amasis MT Pro" panose="02040504050005020304" pitchFamily="18" charset="0"/>
                    <a:cs typeface="Adobe Devanagari" panose="02040503050201020203" pitchFamily="18" charset="0"/>
                  </a:rPr>
                  <a:t>Pool </a:t>
                </a:r>
                <a:r>
                  <a:rPr lang="es-ES" dirty="0" err="1">
                    <a:solidFill>
                      <a:schemeClr val="bg2">
                        <a:lumMod val="10000"/>
                      </a:schemeClr>
                    </a:solidFill>
                    <a:latin typeface="Amasis MT Pro" panose="02040504050005020304" pitchFamily="18" charset="0"/>
                    <a:cs typeface="Adobe Devanagari" panose="02040503050201020203" pitchFamily="18" charset="0"/>
                  </a:rPr>
                  <a:t>Punishment</a:t>
                </a:r>
                <a:r>
                  <a:rPr lang="es-ES" dirty="0">
                    <a:solidFill>
                      <a:schemeClr val="bg2">
                        <a:lumMod val="10000"/>
                      </a:schemeClr>
                    </a:solidFill>
                    <a:latin typeface="Amasis MT Pro" panose="02040504050005020304" pitchFamily="18" charset="0"/>
                    <a:cs typeface="Adobe Devanagari" panose="02040503050201020203" pitchFamily="18" charset="0"/>
                  </a:rPr>
                  <a:t> </a:t>
                </a:r>
                <a14:m>
                  <m:oMath xmlns:m="http://schemas.openxmlformats.org/officeDocument/2006/math">
                    <m:r>
                      <a:rPr lang="es-ES" i="1">
                        <a:solidFill>
                          <a:schemeClr val="bg2">
                            <a:lumMod val="10000"/>
                          </a:schemeClr>
                        </a:solidFill>
                        <a:latin typeface="Cambria Math" panose="02040503050406030204" pitchFamily="18" charset="0"/>
                      </a:rPr>
                      <m:t>−</m:t>
                    </m:r>
                  </m:oMath>
                </a14:m>
                <a:r>
                  <a:rPr lang="el-GR" dirty="0">
                    <a:solidFill>
                      <a:schemeClr val="bg2">
                        <a:lumMod val="10000"/>
                      </a:schemeClr>
                    </a:solidFill>
                    <a:latin typeface="Amasis MT Pro" panose="02040504050005020304" pitchFamily="18" charset="0"/>
                    <a:cs typeface="Adobe Devanagari" panose="02040503050201020203" pitchFamily="18" charset="0"/>
                  </a:rPr>
                  <a:t> γ</a:t>
                </a:r>
                <a:endParaRPr lang="es-ES" dirty="0">
                  <a:solidFill>
                    <a:schemeClr val="bg2">
                      <a:lumMod val="10000"/>
                    </a:schemeClr>
                  </a:solidFill>
                  <a:latin typeface="Amasis MT Pro" panose="02040504050005020304" pitchFamily="18" charset="0"/>
                  <a:cs typeface="Adobe Devanagari" panose="02040503050201020203" pitchFamily="18" charset="0"/>
                </a:endParaRPr>
              </a:p>
            </p:txBody>
          </p:sp>
        </mc:Choice>
        <mc:Fallback xmlns="">
          <p:sp>
            <p:nvSpPr>
              <p:cNvPr id="28" name="CuadroTexto 27">
                <a:extLst>
                  <a:ext uri="{FF2B5EF4-FFF2-40B4-BE49-F238E27FC236}">
                    <a16:creationId xmlns:a16="http://schemas.microsoft.com/office/drawing/2014/main" id="{DC945AC9-5A59-1D00-A061-DAAF039B8302}"/>
                  </a:ext>
                </a:extLst>
              </p:cNvPr>
              <p:cNvSpPr txBox="1">
                <a:spLocks noRot="1" noChangeAspect="1" noMove="1" noResize="1" noEditPoints="1" noAdjustHandles="1" noChangeArrowheads="1" noChangeShapeType="1" noTextEdit="1"/>
              </p:cNvSpPr>
              <p:nvPr/>
            </p:nvSpPr>
            <p:spPr>
              <a:xfrm>
                <a:off x="-76176" y="4667396"/>
                <a:ext cx="2246343" cy="369332"/>
              </a:xfrm>
              <a:prstGeom prst="rect">
                <a:avLst/>
              </a:prstGeom>
              <a:blipFill>
                <a:blip r:embed="rId18"/>
                <a:stretch>
                  <a:fillRect l="-1902" t="-11667" r="-2174" b="-26667"/>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31" name="CuadroTexto 30">
                <a:extLst>
                  <a:ext uri="{FF2B5EF4-FFF2-40B4-BE49-F238E27FC236}">
                    <a16:creationId xmlns:a16="http://schemas.microsoft.com/office/drawing/2014/main" id="{58E901B9-A8B1-828B-272D-B566520C351F}"/>
                  </a:ext>
                </a:extLst>
              </p:cNvPr>
              <p:cNvSpPr txBox="1"/>
              <p:nvPr/>
            </p:nvSpPr>
            <p:spPr>
              <a:xfrm>
                <a:off x="298300" y="5091005"/>
                <a:ext cx="1869601" cy="663643"/>
              </a:xfrm>
              <a:prstGeom prst="rect">
                <a:avLst/>
              </a:prstGeom>
              <a:noFill/>
            </p:spPr>
            <p:txBody>
              <a:bodyPr wrap="square">
                <a:spAutoFit/>
              </a:bodyPr>
              <a:lstStyle/>
              <a:p>
                <a:pPr algn="r"/>
                <a14:m>
                  <m:oMathPara xmlns:m="http://schemas.openxmlformats.org/officeDocument/2006/math">
                    <m:oMathParaPr>
                      <m:jc m:val="right"/>
                    </m:oMathParaPr>
                    <m:oMath xmlns:m="http://schemas.openxmlformats.org/officeDocument/2006/math">
                      <m:sSub>
                        <m:sSubPr>
                          <m:ctrlPr>
                            <a:rPr lang="es-ES" i="1">
                              <a:solidFill>
                                <a:schemeClr val="accent6"/>
                              </a:solidFill>
                              <a:latin typeface="Cambria Math" panose="02040503050406030204" pitchFamily="18" charset="0"/>
                            </a:rPr>
                          </m:ctrlPr>
                        </m:sSubPr>
                        <m:e>
                          <m:sSup>
                            <m:sSupPr>
                              <m:ctrlPr>
                                <a:rPr lang="es-ES" i="1">
                                  <a:solidFill>
                                    <a:schemeClr val="accent6"/>
                                  </a:solidFill>
                                  <a:latin typeface="Cambria Math" panose="02040503050406030204" pitchFamily="18" charset="0"/>
                                </a:rPr>
                              </m:ctrlPr>
                            </m:sSupPr>
                            <m:e>
                              <m:r>
                                <m:rPr>
                                  <m:nor/>
                                </m:rPr>
                                <a:rPr lang="es-ES" dirty="0">
                                  <a:solidFill>
                                    <a:schemeClr val="bg2">
                                      <a:lumMod val="10000"/>
                                    </a:schemeClr>
                                  </a:solidFill>
                                  <a:latin typeface="Amasis MT Pro" panose="02040504050005020304" pitchFamily="18" charset="0"/>
                                  <a:cs typeface="Adobe Devanagari" panose="02040503050201020203" pitchFamily="18" charset="0"/>
                                </a:rPr>
                                <m:t>Peer</m:t>
                              </m:r>
                              <m:r>
                                <m:rPr>
                                  <m:nor/>
                                </m:rPr>
                                <a:rPr lang="es-ES" dirty="0">
                                  <a:solidFill>
                                    <a:schemeClr val="bg2">
                                      <a:lumMod val="10000"/>
                                    </a:schemeClr>
                                  </a:solidFill>
                                  <a:latin typeface="Amasis MT Pro" panose="02040504050005020304" pitchFamily="18" charset="0"/>
                                  <a:cs typeface="Adobe Devanagari" panose="02040503050201020203" pitchFamily="18" charset="0"/>
                                </a:rPr>
                                <m:t> </m:t>
                              </m:r>
                              <m:r>
                                <m:rPr>
                                  <m:nor/>
                                </m:rPr>
                                <a:rPr lang="es-ES" dirty="0">
                                  <a:solidFill>
                                    <a:schemeClr val="bg2">
                                      <a:lumMod val="10000"/>
                                    </a:schemeClr>
                                  </a:solidFill>
                                  <a:latin typeface="Amasis MT Pro" panose="02040504050005020304" pitchFamily="18" charset="0"/>
                                  <a:cs typeface="Adobe Devanagari" panose="02040503050201020203" pitchFamily="18" charset="0"/>
                                </a:rPr>
                                <m:t>Punishment</m:t>
                              </m:r>
                              <m:r>
                                <m:rPr>
                                  <m:nor/>
                                </m:rPr>
                                <a:rPr lang="es-ES" dirty="0">
                                  <a:solidFill>
                                    <a:schemeClr val="bg2">
                                      <a:lumMod val="10000"/>
                                    </a:schemeClr>
                                  </a:solidFill>
                                  <a:latin typeface="Amasis MT Pro" panose="02040504050005020304" pitchFamily="18" charset="0"/>
                                  <a:cs typeface="Adobe Devanagari" panose="02040503050201020203" pitchFamily="18" charset="0"/>
                                </a:rPr>
                                <m:t> </m:t>
                              </m:r>
                              <m:r>
                                <a:rPr lang="es-ES" i="1">
                                  <a:solidFill>
                                    <a:schemeClr val="bg2">
                                      <a:lumMod val="10000"/>
                                    </a:schemeClr>
                                  </a:solidFill>
                                  <a:latin typeface="Cambria Math" panose="02040503050406030204" pitchFamily="18" charset="0"/>
                                  <a:cs typeface="Times New Roman" panose="02020603050405020304" pitchFamily="18" charset="0"/>
                                </a:rPr>
                                <m:t>−</m:t>
                              </m:r>
                              <m:r>
                                <m:rPr>
                                  <m:nor/>
                                </m:rPr>
                                <a:rPr lang="el-GR" dirty="0">
                                  <a:solidFill>
                                    <a:schemeClr val="bg2">
                                      <a:lumMod val="10000"/>
                                    </a:schemeClr>
                                  </a:solidFill>
                                  <a:latin typeface="Amasis MT Pro" panose="02040504050005020304" pitchFamily="18" charset="0"/>
                                </a:rPr>
                                <m:t>γ</m:t>
                              </m:r>
                              <m:r>
                                <a:rPr lang="el-GR" i="1">
                                  <a:solidFill>
                                    <a:schemeClr val="bg2">
                                      <a:lumMod val="10000"/>
                                    </a:schemeClr>
                                  </a:solidFill>
                                  <a:latin typeface="Cambria Math" panose="02040503050406030204" pitchFamily="18" charset="0"/>
                                  <a:ea typeface="Cambria Math" panose="02040503050406030204" pitchFamily="18" charset="0"/>
                                </a:rPr>
                                <m:t>×</m:t>
                              </m:r>
                              <m:r>
                                <a:rPr lang="es-ES" i="1">
                                  <a:solidFill>
                                    <a:schemeClr val="accent5"/>
                                  </a:solidFill>
                                  <a:latin typeface="Cambria Math" panose="02040503050406030204" pitchFamily="18" charset="0"/>
                                </a:rPr>
                                <m:t>𝑁</m:t>
                              </m:r>
                            </m:e>
                            <m:sup>
                              <m:r>
                                <a:rPr lang="es-ES" i="1">
                                  <a:solidFill>
                                    <a:schemeClr val="accent5"/>
                                  </a:solidFill>
                                  <a:latin typeface="Cambria Math" panose="02040503050406030204" pitchFamily="18" charset="0"/>
                                </a:rPr>
                                <m:t>𝑔</m:t>
                              </m:r>
                            </m:sup>
                          </m:sSup>
                        </m:e>
                        <m:sub>
                          <m:r>
                            <a:rPr lang="es-ES" i="1">
                              <a:solidFill>
                                <a:schemeClr val="accent5"/>
                              </a:solidFill>
                              <a:latin typeface="Cambria Math" panose="02040503050406030204" pitchFamily="18" charset="0"/>
                            </a:rPr>
                            <m:t>𝐷</m:t>
                          </m:r>
                        </m:sub>
                      </m:sSub>
                    </m:oMath>
                  </m:oMathPara>
                </a14:m>
                <a:endParaRPr lang="es-ES" sz="1350" dirty="0">
                  <a:solidFill>
                    <a:schemeClr val="accent6"/>
                  </a:solidFill>
                  <a:latin typeface="Amasis MT Pro" panose="02040504050005020304" pitchFamily="18" charset="0"/>
                  <a:cs typeface="Adobe Devanagari" panose="02040503050201020203" pitchFamily="18" charset="0"/>
                </a:endParaRPr>
              </a:p>
            </p:txBody>
          </p:sp>
        </mc:Choice>
        <mc:Fallback xmlns="">
          <p:sp>
            <p:nvSpPr>
              <p:cNvPr id="31" name="CuadroTexto 30">
                <a:extLst>
                  <a:ext uri="{FF2B5EF4-FFF2-40B4-BE49-F238E27FC236}">
                    <a16:creationId xmlns:a16="http://schemas.microsoft.com/office/drawing/2014/main" id="{58E901B9-A8B1-828B-272D-B566520C351F}"/>
                  </a:ext>
                </a:extLst>
              </p:cNvPr>
              <p:cNvSpPr txBox="1">
                <a:spLocks noRot="1" noChangeAspect="1" noMove="1" noResize="1" noEditPoints="1" noAdjustHandles="1" noChangeArrowheads="1" noChangeShapeType="1" noTextEdit="1"/>
              </p:cNvSpPr>
              <p:nvPr/>
            </p:nvSpPr>
            <p:spPr>
              <a:xfrm>
                <a:off x="298300" y="5091005"/>
                <a:ext cx="1869601" cy="663643"/>
              </a:xfrm>
              <a:prstGeom prst="rect">
                <a:avLst/>
              </a:prstGeom>
              <a:blipFill>
                <a:blip r:embed="rId19"/>
                <a:stretch>
                  <a:fillRect b="-917"/>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32" name="CuadroTexto 31">
                <a:extLst>
                  <a:ext uri="{FF2B5EF4-FFF2-40B4-BE49-F238E27FC236}">
                    <a16:creationId xmlns:a16="http://schemas.microsoft.com/office/drawing/2014/main" id="{666FFF4A-1B95-4141-9D15-69AD43C2F805}"/>
                  </a:ext>
                </a:extLst>
              </p:cNvPr>
              <p:cNvSpPr txBox="1"/>
              <p:nvPr/>
            </p:nvSpPr>
            <p:spPr>
              <a:xfrm>
                <a:off x="2827237" y="5926963"/>
                <a:ext cx="676852" cy="461665"/>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s-ES" sz="2400" i="1" smtClean="0">
                              <a:solidFill>
                                <a:schemeClr val="accent6"/>
                              </a:solidFill>
                              <a:latin typeface="Cambria Math" panose="02040503050406030204" pitchFamily="18" charset="0"/>
                            </a:rPr>
                          </m:ctrlPr>
                        </m:sSubPr>
                        <m:e>
                          <m:sSup>
                            <m:sSupPr>
                              <m:ctrlPr>
                                <a:rPr lang="es-ES" sz="2400" i="1">
                                  <a:solidFill>
                                    <a:schemeClr val="accent6"/>
                                  </a:solidFill>
                                  <a:latin typeface="Cambria Math" panose="02040503050406030204" pitchFamily="18" charset="0"/>
                                </a:rPr>
                              </m:ctrlPr>
                            </m:sSupPr>
                            <m:e>
                              <m:r>
                                <a:rPr lang="es-ES" sz="2400" i="1">
                                  <a:solidFill>
                                    <a:schemeClr val="accent6"/>
                                  </a:solidFill>
                                  <a:latin typeface="Cambria Math" panose="02040503050406030204" pitchFamily="18" charset="0"/>
                                </a:rPr>
                                <m:t>𝑁</m:t>
                              </m:r>
                            </m:e>
                            <m:sup>
                              <m:r>
                                <a:rPr lang="es-ES" sz="2400" i="1">
                                  <a:solidFill>
                                    <a:schemeClr val="accent6"/>
                                  </a:solidFill>
                                  <a:latin typeface="Cambria Math" panose="02040503050406030204" pitchFamily="18" charset="0"/>
                                </a:rPr>
                                <m:t>𝑔</m:t>
                              </m:r>
                            </m:sup>
                          </m:sSup>
                        </m:e>
                        <m:sub>
                          <m:r>
                            <a:rPr lang="es-ES" sz="2400" b="0" i="1" smtClean="0">
                              <a:solidFill>
                                <a:schemeClr val="accent6"/>
                              </a:solidFill>
                              <a:latin typeface="Cambria Math" panose="02040503050406030204" pitchFamily="18" charset="0"/>
                            </a:rPr>
                            <m:t>𝑃</m:t>
                          </m:r>
                        </m:sub>
                      </m:sSub>
                    </m:oMath>
                  </m:oMathPara>
                </a14:m>
                <a:endParaRPr lang="es-ES" sz="1350" dirty="0"/>
              </a:p>
            </p:txBody>
          </p:sp>
        </mc:Choice>
        <mc:Fallback xmlns="">
          <p:sp>
            <p:nvSpPr>
              <p:cNvPr id="32" name="CuadroTexto 31">
                <a:extLst>
                  <a:ext uri="{FF2B5EF4-FFF2-40B4-BE49-F238E27FC236}">
                    <a16:creationId xmlns:a16="http://schemas.microsoft.com/office/drawing/2014/main" id="{666FFF4A-1B95-4141-9D15-69AD43C2F805}"/>
                  </a:ext>
                </a:extLst>
              </p:cNvPr>
              <p:cNvSpPr txBox="1">
                <a:spLocks noRot="1" noChangeAspect="1" noMove="1" noResize="1" noEditPoints="1" noAdjustHandles="1" noChangeArrowheads="1" noChangeShapeType="1" noTextEdit="1"/>
              </p:cNvSpPr>
              <p:nvPr/>
            </p:nvSpPr>
            <p:spPr>
              <a:xfrm>
                <a:off x="2827237" y="5926963"/>
                <a:ext cx="676852" cy="461665"/>
              </a:xfrm>
              <a:prstGeom prst="rect">
                <a:avLst/>
              </a:prstGeom>
              <a:blipFill>
                <a:blip r:embed="rId20"/>
                <a:stretch>
                  <a:fillRect l="-2703" r="-5405" b="-2632"/>
                </a:stretch>
              </a:blipFill>
            </p:spPr>
            <p:txBody>
              <a:bodyPr/>
              <a:lstStyle/>
              <a:p>
                <a:r>
                  <a:rPr lang="es-ES">
                    <a:noFill/>
                  </a:rPr>
                  <a:t> </a:t>
                </a:r>
              </a:p>
            </p:txBody>
          </p:sp>
        </mc:Fallback>
      </mc:AlternateContent>
    </p:spTree>
    <p:extLst>
      <p:ext uri="{BB962C8B-B14F-4D97-AF65-F5344CB8AC3E}">
        <p14:creationId xmlns:p14="http://schemas.microsoft.com/office/powerpoint/2010/main" val="39966730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0"/>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3"/>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2"/>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1"/>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xit" presetSubtype="0" fill="hold" grpId="1" nodeType="clickEffect">
                                  <p:stCondLst>
                                    <p:cond delay="0"/>
                                  </p:stCondLst>
                                  <p:childTnLst>
                                    <p:set>
                                      <p:cBhvr>
                                        <p:cTn id="16" dur="1" fill="hold">
                                          <p:stCondLst>
                                            <p:cond delay="0"/>
                                          </p:stCondLst>
                                        </p:cTn>
                                        <p:tgtEl>
                                          <p:spTgt spid="20"/>
                                        </p:tgtEl>
                                        <p:attrNameLst>
                                          <p:attrName>style.visibility</p:attrName>
                                        </p:attrNameLst>
                                      </p:cBhvr>
                                      <p:to>
                                        <p:strVal val="hidden"/>
                                      </p:to>
                                    </p:set>
                                  </p:childTnLst>
                                </p:cTn>
                              </p:par>
                              <p:par>
                                <p:cTn id="17" presetID="1" presetClass="exit" presetSubtype="0" fill="hold" grpId="1" nodeType="withEffect">
                                  <p:stCondLst>
                                    <p:cond delay="0"/>
                                  </p:stCondLst>
                                  <p:childTnLst>
                                    <p:set>
                                      <p:cBhvr>
                                        <p:cTn id="18" dur="1" fill="hold">
                                          <p:stCondLst>
                                            <p:cond delay="0"/>
                                          </p:stCondLst>
                                        </p:cTn>
                                        <p:tgtEl>
                                          <p:spTgt spid="13"/>
                                        </p:tgtEl>
                                        <p:attrNameLst>
                                          <p:attrName>style.visibility</p:attrName>
                                        </p:attrNameLst>
                                      </p:cBhvr>
                                      <p:to>
                                        <p:strVal val="hidden"/>
                                      </p:to>
                                    </p:set>
                                  </p:childTnLst>
                                </p:cTn>
                              </p:par>
                              <p:par>
                                <p:cTn id="19" presetID="1" presetClass="exit" presetSubtype="0" fill="hold" grpId="1" nodeType="withEffect">
                                  <p:stCondLst>
                                    <p:cond delay="0"/>
                                  </p:stCondLst>
                                  <p:childTnLst>
                                    <p:set>
                                      <p:cBhvr>
                                        <p:cTn id="20" dur="1" fill="hold">
                                          <p:stCondLst>
                                            <p:cond delay="0"/>
                                          </p:stCondLst>
                                        </p:cTn>
                                        <p:tgtEl>
                                          <p:spTgt spid="12"/>
                                        </p:tgtEl>
                                        <p:attrNameLst>
                                          <p:attrName>style.visibility</p:attrName>
                                        </p:attrNameLst>
                                      </p:cBhvr>
                                      <p:to>
                                        <p:strVal val="hidden"/>
                                      </p:to>
                                    </p:set>
                                  </p:childTnLst>
                                </p:cTn>
                              </p:par>
                              <p:par>
                                <p:cTn id="21" presetID="1" presetClass="exit" presetSubtype="0" fill="hold" grpId="1" nodeType="withEffect">
                                  <p:stCondLst>
                                    <p:cond delay="0"/>
                                  </p:stCondLst>
                                  <p:childTnLst>
                                    <p:set>
                                      <p:cBhvr>
                                        <p:cTn id="22" dur="1" fill="hold">
                                          <p:stCondLst>
                                            <p:cond delay="0"/>
                                          </p:stCondLst>
                                        </p:cTn>
                                        <p:tgtEl>
                                          <p:spTgt spid="11"/>
                                        </p:tgtEl>
                                        <p:attrNameLst>
                                          <p:attrName>style.visibility</p:attrName>
                                        </p:attrNameLst>
                                      </p:cBhvr>
                                      <p:to>
                                        <p:strVal val="hidden"/>
                                      </p:to>
                                    </p:set>
                                  </p:childTnLst>
                                </p:cTn>
                              </p:par>
                              <p:par>
                                <p:cTn id="23" presetID="1" presetClass="entr" presetSubtype="0" fill="hold" grpId="0" nodeType="withEffect">
                                  <p:stCondLst>
                                    <p:cond delay="0"/>
                                  </p:stCondLst>
                                  <p:childTnLst>
                                    <p:set>
                                      <p:cBhvr>
                                        <p:cTn id="24" dur="1" fill="hold">
                                          <p:stCondLst>
                                            <p:cond delay="0"/>
                                          </p:stCondLst>
                                        </p:cTn>
                                        <p:tgtEl>
                                          <p:spTgt spid="4"/>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2"/>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47"/>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9"/>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25"/>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10"/>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7"/>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52"/>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6"/>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grpId="0" nodeType="clickEffect">
                                  <p:stCondLst>
                                    <p:cond delay="0"/>
                                  </p:stCondLst>
                                  <p:childTnLst>
                                    <p:set>
                                      <p:cBhvr>
                                        <p:cTn id="48" dur="1" fill="hold">
                                          <p:stCondLst>
                                            <p:cond delay="0"/>
                                          </p:stCondLst>
                                        </p:cTn>
                                        <p:tgtEl>
                                          <p:spTgt spid="28"/>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31"/>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27"/>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14"/>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15"/>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animBg="1"/>
      <p:bldP spid="20" grpId="1" animBg="1"/>
      <p:bldP spid="47" grpId="0" animBg="1"/>
      <p:bldP spid="52" grpId="0" animBg="1"/>
      <p:bldP spid="2" grpId="0"/>
      <p:bldP spid="4" grpId="0"/>
      <p:bldP spid="6" grpId="0"/>
      <p:bldP spid="7" grpId="0"/>
      <p:bldP spid="9" grpId="0"/>
      <p:bldP spid="10" grpId="0" animBg="1"/>
      <p:bldP spid="11" grpId="0" animBg="1"/>
      <p:bldP spid="11" grpId="1" animBg="1"/>
      <p:bldP spid="12" grpId="0"/>
      <p:bldP spid="12" grpId="1"/>
      <p:bldP spid="13" grpId="0"/>
      <p:bldP spid="13" grpId="1"/>
      <p:bldP spid="14" grpId="0" animBg="1"/>
      <p:bldP spid="15" grpId="0"/>
      <p:bldP spid="18" grpId="0"/>
      <p:bldP spid="25" grpId="0"/>
      <p:bldP spid="27" grpId="0" animBg="1"/>
      <p:bldP spid="28" grpId="0"/>
      <p:bldP spid="31"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BACD11-093E-60F7-F45D-BE5B237A6ADE}"/>
            </a:ext>
          </a:extLst>
        </p:cNvPr>
        <p:cNvGrpSpPr/>
        <p:nvPr/>
      </p:nvGrpSpPr>
      <p:grpSpPr>
        <a:xfrm>
          <a:off x="0" y="0"/>
          <a:ext cx="0" cy="0"/>
          <a:chOff x="0" y="0"/>
          <a:chExt cx="0" cy="0"/>
        </a:xfrm>
      </p:grpSpPr>
      <p:pic>
        <p:nvPicPr>
          <p:cNvPr id="5" name="Imagen 4">
            <a:extLst>
              <a:ext uri="{FF2B5EF4-FFF2-40B4-BE49-F238E27FC236}">
                <a16:creationId xmlns:a16="http://schemas.microsoft.com/office/drawing/2014/main" id="{AA48265B-42D6-D11B-FCD4-EBDE63A5A33B}"/>
              </a:ext>
            </a:extLst>
          </p:cNvPr>
          <p:cNvPicPr>
            <a:picLocks noChangeAspect="1"/>
          </p:cNvPicPr>
          <p:nvPr/>
        </p:nvPicPr>
        <p:blipFill>
          <a:blip r:embed="rId3"/>
          <a:stretch>
            <a:fillRect/>
          </a:stretch>
        </p:blipFill>
        <p:spPr>
          <a:xfrm>
            <a:off x="2657014" y="862740"/>
            <a:ext cx="3829971" cy="442985"/>
          </a:xfrm>
          <a:prstGeom prst="rect">
            <a:avLst/>
          </a:prstGeom>
        </p:spPr>
      </p:pic>
      <p:pic>
        <p:nvPicPr>
          <p:cNvPr id="7" name="Imagen 6" descr="Diagrama&#10;&#10;El contenido generado por IA puede ser incorrecto.">
            <a:extLst>
              <a:ext uri="{FF2B5EF4-FFF2-40B4-BE49-F238E27FC236}">
                <a16:creationId xmlns:a16="http://schemas.microsoft.com/office/drawing/2014/main" id="{754F9C51-2933-D385-43D3-A5A1A8A57F9F}"/>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232496" y="1522134"/>
            <a:ext cx="6679005" cy="4911034"/>
          </a:xfrm>
          <a:prstGeom prst="rect">
            <a:avLst/>
          </a:prstGeom>
        </p:spPr>
      </p:pic>
      <p:pic>
        <p:nvPicPr>
          <p:cNvPr id="9" name="Imagen 8">
            <a:extLst>
              <a:ext uri="{FF2B5EF4-FFF2-40B4-BE49-F238E27FC236}">
                <a16:creationId xmlns:a16="http://schemas.microsoft.com/office/drawing/2014/main" id="{A9A3E93B-2F5A-C9B1-F7C6-B381F169AAE2}"/>
              </a:ext>
            </a:extLst>
          </p:cNvPr>
          <p:cNvPicPr>
            <a:picLocks noChangeAspect="1"/>
          </p:cNvPicPr>
          <p:nvPr/>
        </p:nvPicPr>
        <p:blipFill>
          <a:blip r:embed="rId5"/>
          <a:stretch>
            <a:fillRect/>
          </a:stretch>
        </p:blipFill>
        <p:spPr>
          <a:xfrm>
            <a:off x="7371155" y="923929"/>
            <a:ext cx="1341525" cy="320606"/>
          </a:xfrm>
          <a:prstGeom prst="rect">
            <a:avLst/>
          </a:prstGeom>
        </p:spPr>
      </p:pic>
      <p:sp>
        <p:nvSpPr>
          <p:cNvPr id="3" name="CuadroTexto 2">
            <a:extLst>
              <a:ext uri="{FF2B5EF4-FFF2-40B4-BE49-F238E27FC236}">
                <a16:creationId xmlns:a16="http://schemas.microsoft.com/office/drawing/2014/main" id="{692255C7-BDF2-A3AF-E8CE-4BE6B37C8CA4}"/>
              </a:ext>
            </a:extLst>
          </p:cNvPr>
          <p:cNvSpPr txBox="1"/>
          <p:nvPr/>
        </p:nvSpPr>
        <p:spPr>
          <a:xfrm>
            <a:off x="-5693" y="0"/>
            <a:ext cx="8782430" cy="646331"/>
          </a:xfrm>
          <a:prstGeom prst="rect">
            <a:avLst/>
          </a:prstGeom>
          <a:noFill/>
        </p:spPr>
        <p:txBody>
          <a:bodyPr wrap="square" rtlCol="0">
            <a:spAutoFit/>
          </a:bodyPr>
          <a:lstStyle/>
          <a:p>
            <a:pPr lvl="1" algn="r"/>
            <a:r>
              <a:rPr lang="es-ES" sz="3600" dirty="0">
                <a:solidFill>
                  <a:schemeClr val="bg2">
                    <a:lumMod val="10000"/>
                  </a:schemeClr>
                </a:solidFill>
                <a:latin typeface="Amasis MT Pro Light" panose="02040304050005020304" pitchFamily="18" charset="0"/>
                <a:cs typeface="Adobe Devanagari" panose="02040503050201020203" pitchFamily="18" charset="0"/>
              </a:rPr>
              <a:t>Oscilación de la rentabilidad</a:t>
            </a:r>
          </a:p>
        </p:txBody>
      </p:sp>
      <p:sp>
        <p:nvSpPr>
          <p:cNvPr id="2" name="Rectángulo: esquinas redondeadas 1">
            <a:extLst>
              <a:ext uri="{FF2B5EF4-FFF2-40B4-BE49-F238E27FC236}">
                <a16:creationId xmlns:a16="http://schemas.microsoft.com/office/drawing/2014/main" id="{C0D08FED-C43E-00E7-8595-0337E6A1A361}"/>
              </a:ext>
            </a:extLst>
          </p:cNvPr>
          <p:cNvSpPr/>
          <p:nvPr/>
        </p:nvSpPr>
        <p:spPr>
          <a:xfrm>
            <a:off x="2527300" y="767598"/>
            <a:ext cx="4222750" cy="646331"/>
          </a:xfrm>
          <a:prstGeom prst="roundRect">
            <a:avLst/>
          </a:prstGeom>
          <a:noFill/>
          <a:ln w="38100">
            <a:solidFill>
              <a:schemeClr val="bg2">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Tree>
    <p:extLst>
      <p:ext uri="{BB962C8B-B14F-4D97-AF65-F5344CB8AC3E}">
        <p14:creationId xmlns:p14="http://schemas.microsoft.com/office/powerpoint/2010/main" val="334083035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BF5A8F-6910-F9AA-91EC-B6C75ABE4101}"/>
            </a:ext>
          </a:extLst>
        </p:cNvPr>
        <p:cNvGrpSpPr/>
        <p:nvPr/>
      </p:nvGrpSpPr>
      <p:grpSpPr>
        <a:xfrm>
          <a:off x="0" y="0"/>
          <a:ext cx="0" cy="0"/>
          <a:chOff x="0" y="0"/>
          <a:chExt cx="0" cy="0"/>
        </a:xfrm>
      </p:grpSpPr>
      <p:pic>
        <p:nvPicPr>
          <p:cNvPr id="13" name="Imagen 12">
            <a:extLst>
              <a:ext uri="{FF2B5EF4-FFF2-40B4-BE49-F238E27FC236}">
                <a16:creationId xmlns:a16="http://schemas.microsoft.com/office/drawing/2014/main" id="{E71D051E-F6A6-98F1-BC3C-85F895808501}"/>
              </a:ext>
            </a:extLst>
          </p:cNvPr>
          <p:cNvPicPr>
            <a:picLocks noChangeAspect="1"/>
          </p:cNvPicPr>
          <p:nvPr/>
        </p:nvPicPr>
        <p:blipFill>
          <a:blip r:embed="rId3"/>
          <a:stretch>
            <a:fillRect/>
          </a:stretch>
        </p:blipFill>
        <p:spPr>
          <a:xfrm>
            <a:off x="2417945" y="1195873"/>
            <a:ext cx="4308110" cy="2522687"/>
          </a:xfrm>
          <a:prstGeom prst="rect">
            <a:avLst/>
          </a:prstGeom>
        </p:spPr>
      </p:pic>
      <p:pic>
        <p:nvPicPr>
          <p:cNvPr id="5" name="Imagen 4" descr="Gráfico, Gráfico de líneas&#10;&#10;El contenido generado por IA puede ser incorrecto.">
            <a:extLst>
              <a:ext uri="{FF2B5EF4-FFF2-40B4-BE49-F238E27FC236}">
                <a16:creationId xmlns:a16="http://schemas.microsoft.com/office/drawing/2014/main" id="{C08BF4CB-2367-5446-9D77-EB78C5CC18C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487898" y="3902588"/>
            <a:ext cx="4091719" cy="2727812"/>
          </a:xfrm>
          <a:prstGeom prst="rect">
            <a:avLst/>
          </a:prstGeom>
        </p:spPr>
      </p:pic>
      <p:sp>
        <p:nvSpPr>
          <p:cNvPr id="11" name="CuadroTexto 10">
            <a:extLst>
              <a:ext uri="{FF2B5EF4-FFF2-40B4-BE49-F238E27FC236}">
                <a16:creationId xmlns:a16="http://schemas.microsoft.com/office/drawing/2014/main" id="{D3C7A1BA-6BD7-55A1-6076-214C30A60C87}"/>
              </a:ext>
            </a:extLst>
          </p:cNvPr>
          <p:cNvSpPr txBox="1"/>
          <p:nvPr/>
        </p:nvSpPr>
        <p:spPr>
          <a:xfrm>
            <a:off x="4385522" y="830359"/>
            <a:ext cx="956568" cy="400110"/>
          </a:xfrm>
          <a:prstGeom prst="rect">
            <a:avLst/>
          </a:prstGeom>
          <a:noFill/>
        </p:spPr>
        <p:txBody>
          <a:bodyPr wrap="square" rtlCol="0">
            <a:spAutoFit/>
          </a:bodyPr>
          <a:lstStyle/>
          <a:p>
            <a:pPr algn="ctr"/>
            <a:r>
              <a:rPr lang="el-GR" sz="2000" dirty="0">
                <a:latin typeface="Amasis MT Pro" panose="02040504050005020304" pitchFamily="18" charset="0"/>
                <a:cs typeface="Times New Roman" panose="02020603050405020304" pitchFamily="18" charset="0"/>
              </a:rPr>
              <a:t>τ</a:t>
            </a:r>
            <a:r>
              <a:rPr lang="es-ES" sz="2000" dirty="0">
                <a:latin typeface="Amasis MT Pro" panose="02040504050005020304" pitchFamily="18" charset="0"/>
                <a:cs typeface="Times New Roman" panose="02020603050405020304" pitchFamily="18" charset="0"/>
              </a:rPr>
              <a:t> = 0</a:t>
            </a:r>
            <a:endParaRPr lang="es-ES" sz="2000" dirty="0">
              <a:latin typeface="Amasis MT Pro" panose="02040504050005020304" pitchFamily="18" charset="0"/>
            </a:endParaRPr>
          </a:p>
        </p:txBody>
      </p:sp>
      <p:sp>
        <p:nvSpPr>
          <p:cNvPr id="3" name="CuadroTexto 2">
            <a:extLst>
              <a:ext uri="{FF2B5EF4-FFF2-40B4-BE49-F238E27FC236}">
                <a16:creationId xmlns:a16="http://schemas.microsoft.com/office/drawing/2014/main" id="{AA14B326-7756-264E-EE47-8BCB1D5F0A28}"/>
              </a:ext>
            </a:extLst>
          </p:cNvPr>
          <p:cNvSpPr txBox="1"/>
          <p:nvPr/>
        </p:nvSpPr>
        <p:spPr>
          <a:xfrm>
            <a:off x="-5693" y="0"/>
            <a:ext cx="8782430" cy="646331"/>
          </a:xfrm>
          <a:prstGeom prst="rect">
            <a:avLst/>
          </a:prstGeom>
          <a:noFill/>
        </p:spPr>
        <p:txBody>
          <a:bodyPr wrap="square" rtlCol="0">
            <a:spAutoFit/>
          </a:bodyPr>
          <a:lstStyle/>
          <a:p>
            <a:pPr lvl="1" algn="r"/>
            <a:r>
              <a:rPr lang="es-ES" sz="3600" dirty="0">
                <a:solidFill>
                  <a:schemeClr val="bg2">
                    <a:lumMod val="10000"/>
                  </a:schemeClr>
                </a:solidFill>
                <a:latin typeface="Amasis MT Pro Light" panose="02040304050005020304" pitchFamily="18" charset="0"/>
                <a:cs typeface="Adobe Devanagari" panose="02040503050201020203" pitchFamily="18" charset="0"/>
              </a:rPr>
              <a:t>Retardo en el castigo</a:t>
            </a:r>
          </a:p>
        </p:txBody>
      </p:sp>
    </p:spTree>
    <p:extLst>
      <p:ext uri="{BB962C8B-B14F-4D97-AF65-F5344CB8AC3E}">
        <p14:creationId xmlns:p14="http://schemas.microsoft.com/office/powerpoint/2010/main" val="184171336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EE599B-9E23-B629-5F90-B35DCC65FDA5}"/>
            </a:ext>
          </a:extLst>
        </p:cNvPr>
        <p:cNvGrpSpPr/>
        <p:nvPr/>
      </p:nvGrpSpPr>
      <p:grpSpPr>
        <a:xfrm>
          <a:off x="0" y="0"/>
          <a:ext cx="0" cy="0"/>
          <a:chOff x="0" y="0"/>
          <a:chExt cx="0" cy="0"/>
        </a:xfrm>
      </p:grpSpPr>
      <p:pic>
        <p:nvPicPr>
          <p:cNvPr id="5" name="Imagen 4" descr="Forma, Cuadrado&#10;&#10;El contenido generado por IA puede ser incorrecto.">
            <a:extLst>
              <a:ext uri="{FF2B5EF4-FFF2-40B4-BE49-F238E27FC236}">
                <a16:creationId xmlns:a16="http://schemas.microsoft.com/office/drawing/2014/main" id="{11462FF4-8D93-6D63-0C20-58CFE65562E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03694" y="1222306"/>
            <a:ext cx="7525226" cy="5016817"/>
          </a:xfrm>
          <a:prstGeom prst="rect">
            <a:avLst/>
          </a:prstGeom>
        </p:spPr>
      </p:pic>
      <p:sp>
        <p:nvSpPr>
          <p:cNvPr id="3" name="CuadroTexto 2">
            <a:extLst>
              <a:ext uri="{FF2B5EF4-FFF2-40B4-BE49-F238E27FC236}">
                <a16:creationId xmlns:a16="http://schemas.microsoft.com/office/drawing/2014/main" id="{CA54D43C-1C18-E153-0A4F-46242B92B033}"/>
              </a:ext>
            </a:extLst>
          </p:cNvPr>
          <p:cNvSpPr txBox="1"/>
          <p:nvPr/>
        </p:nvSpPr>
        <p:spPr>
          <a:xfrm>
            <a:off x="-5693" y="0"/>
            <a:ext cx="8782430" cy="1200329"/>
          </a:xfrm>
          <a:prstGeom prst="rect">
            <a:avLst/>
          </a:prstGeom>
          <a:noFill/>
        </p:spPr>
        <p:txBody>
          <a:bodyPr wrap="square" rtlCol="0">
            <a:spAutoFit/>
          </a:bodyPr>
          <a:lstStyle/>
          <a:p>
            <a:pPr algn="r"/>
            <a:r>
              <a:rPr lang="es-ES" sz="3600" b="1" dirty="0">
                <a:latin typeface="Amasis MT Pro Light" panose="02040304050005020304" pitchFamily="18" charset="0"/>
                <a:cs typeface="Adobe Devanagari" panose="02040503050201020203" pitchFamily="18" charset="0"/>
              </a:rPr>
              <a:t>2</a:t>
            </a:r>
            <a:r>
              <a:rPr lang="es-ES" sz="3600" b="1" dirty="0">
                <a:solidFill>
                  <a:schemeClr val="bg2">
                    <a:lumMod val="10000"/>
                  </a:schemeClr>
                </a:solidFill>
                <a:latin typeface="Amasis MT Pro Light" panose="02040304050005020304" pitchFamily="18" charset="0"/>
                <a:cs typeface="Adobe Devanagari" panose="02040503050201020203" pitchFamily="18" charset="0"/>
              </a:rPr>
              <a:t>. </a:t>
            </a:r>
            <a:r>
              <a:rPr lang="en-US" sz="3600" b="1" dirty="0">
                <a:solidFill>
                  <a:schemeClr val="bg2">
                    <a:lumMod val="10000"/>
                  </a:schemeClr>
                </a:solidFill>
                <a:latin typeface="Amasis MT Pro Light" panose="02040304050005020304" pitchFamily="18" charset="0"/>
                <a:cs typeface="Adobe Devanagari" panose="02040503050201020203" pitchFamily="18" charset="0"/>
              </a:rPr>
              <a:t>Hamming distance as a measure of spatial chaos in evolutionary games</a:t>
            </a:r>
          </a:p>
        </p:txBody>
      </p:sp>
      <p:pic>
        <p:nvPicPr>
          <p:cNvPr id="4" name="Imagen 3">
            <a:extLst>
              <a:ext uri="{FF2B5EF4-FFF2-40B4-BE49-F238E27FC236}">
                <a16:creationId xmlns:a16="http://schemas.microsoft.com/office/drawing/2014/main" id="{868E1A39-248D-2B1E-62F9-988E13358B43}"/>
              </a:ext>
            </a:extLst>
          </p:cNvPr>
          <p:cNvPicPr>
            <a:picLocks noChangeAspect="1"/>
          </p:cNvPicPr>
          <p:nvPr/>
        </p:nvPicPr>
        <p:blipFill>
          <a:blip r:embed="rId3"/>
          <a:stretch>
            <a:fillRect/>
          </a:stretch>
        </p:blipFill>
        <p:spPr>
          <a:xfrm>
            <a:off x="-5693" y="6326648"/>
            <a:ext cx="9144000" cy="434761"/>
          </a:xfrm>
          <a:prstGeom prst="rect">
            <a:avLst/>
          </a:prstGeom>
        </p:spPr>
      </p:pic>
      <p:sp>
        <p:nvSpPr>
          <p:cNvPr id="2" name="Rectángulo: esquinas redondeadas 1">
            <a:extLst>
              <a:ext uri="{FF2B5EF4-FFF2-40B4-BE49-F238E27FC236}">
                <a16:creationId xmlns:a16="http://schemas.microsoft.com/office/drawing/2014/main" id="{A0F47A04-C136-30E3-305F-5226DE808670}"/>
              </a:ext>
            </a:extLst>
          </p:cNvPr>
          <p:cNvSpPr/>
          <p:nvPr/>
        </p:nvSpPr>
        <p:spPr>
          <a:xfrm>
            <a:off x="-5694" y="6172200"/>
            <a:ext cx="9149693" cy="676735"/>
          </a:xfrm>
          <a:prstGeom prst="roundRect">
            <a:avLst/>
          </a:prstGeom>
          <a:noFill/>
          <a:ln w="38100">
            <a:solidFill>
              <a:schemeClr val="bg2">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Tree>
    <p:extLst>
      <p:ext uri="{BB962C8B-B14F-4D97-AF65-F5344CB8AC3E}">
        <p14:creationId xmlns:p14="http://schemas.microsoft.com/office/powerpoint/2010/main" val="289066179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Imagen 5" descr="Forma&#10;&#10;El contenido generado por IA puede ser incorrecto.">
            <a:extLst>
              <a:ext uri="{FF2B5EF4-FFF2-40B4-BE49-F238E27FC236}">
                <a16:creationId xmlns:a16="http://schemas.microsoft.com/office/drawing/2014/main" id="{2EBD5480-30D9-D088-D583-6A0F9825402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1910" y="408940"/>
            <a:ext cx="9060180" cy="6040120"/>
          </a:xfrm>
          <a:prstGeom prst="rect">
            <a:avLst/>
          </a:prstGeom>
        </p:spPr>
      </p:pic>
    </p:spTree>
    <p:extLst>
      <p:ext uri="{BB962C8B-B14F-4D97-AF65-F5344CB8AC3E}">
        <p14:creationId xmlns:p14="http://schemas.microsoft.com/office/powerpoint/2010/main" val="343172062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41A4E6-C397-3DEB-00C9-F01B698926A5}"/>
            </a:ext>
          </a:extLst>
        </p:cNvPr>
        <p:cNvGrpSpPr/>
        <p:nvPr/>
      </p:nvGrpSpPr>
      <p:grpSpPr>
        <a:xfrm>
          <a:off x="0" y="0"/>
          <a:ext cx="0" cy="0"/>
          <a:chOff x="0" y="0"/>
          <a:chExt cx="0" cy="0"/>
        </a:xfrm>
      </p:grpSpPr>
      <p:cxnSp>
        <p:nvCxnSpPr>
          <p:cNvPr id="14" name="Conector recto de flecha 13">
            <a:extLst>
              <a:ext uri="{FF2B5EF4-FFF2-40B4-BE49-F238E27FC236}">
                <a16:creationId xmlns:a16="http://schemas.microsoft.com/office/drawing/2014/main" id="{745468B1-4AC1-6950-06D9-1460F6F19A09}"/>
              </a:ext>
            </a:extLst>
          </p:cNvPr>
          <p:cNvCxnSpPr>
            <a:cxnSpLocks/>
          </p:cNvCxnSpPr>
          <p:nvPr/>
        </p:nvCxnSpPr>
        <p:spPr>
          <a:xfrm>
            <a:off x="5843927" y="5057288"/>
            <a:ext cx="463751" cy="0"/>
          </a:xfrm>
          <a:prstGeom prst="straightConnector1">
            <a:avLst/>
          </a:prstGeom>
          <a:ln w="76200">
            <a:solidFill>
              <a:schemeClr val="bg2">
                <a:lumMod val="50000"/>
              </a:schemeClr>
            </a:solidFill>
            <a:tailEnd type="triangle"/>
          </a:ln>
        </p:spPr>
        <p:style>
          <a:lnRef idx="1">
            <a:schemeClr val="dk1"/>
          </a:lnRef>
          <a:fillRef idx="0">
            <a:schemeClr val="dk1"/>
          </a:fillRef>
          <a:effectRef idx="0">
            <a:schemeClr val="dk1"/>
          </a:effectRef>
          <a:fontRef idx="minor">
            <a:schemeClr val="tx1"/>
          </a:fontRef>
        </p:style>
      </p:cxnSp>
      <p:sp>
        <p:nvSpPr>
          <p:cNvPr id="15" name="CuadroTexto 14">
            <a:extLst>
              <a:ext uri="{FF2B5EF4-FFF2-40B4-BE49-F238E27FC236}">
                <a16:creationId xmlns:a16="http://schemas.microsoft.com/office/drawing/2014/main" id="{625DFA94-F235-1072-3418-11DF5C6687FE}"/>
              </a:ext>
            </a:extLst>
          </p:cNvPr>
          <p:cNvSpPr txBox="1"/>
          <p:nvPr/>
        </p:nvSpPr>
        <p:spPr>
          <a:xfrm>
            <a:off x="817569" y="2039602"/>
            <a:ext cx="1549476" cy="646331"/>
          </a:xfrm>
          <a:prstGeom prst="rect">
            <a:avLst/>
          </a:prstGeom>
          <a:noFill/>
        </p:spPr>
        <p:txBody>
          <a:bodyPr wrap="square" rtlCol="0">
            <a:spAutoFit/>
          </a:bodyPr>
          <a:lstStyle/>
          <a:p>
            <a:pPr algn="ctr"/>
            <a:r>
              <a:rPr lang="es-ES" sz="3600" dirty="0">
                <a:solidFill>
                  <a:srgbClr val="00B050"/>
                </a:solidFill>
                <a:latin typeface="Amasis MT Pro Light" panose="02040304050005020304" pitchFamily="18" charset="0"/>
              </a:rPr>
              <a:t>G</a:t>
            </a:r>
            <a:r>
              <a:rPr lang="es-ES" sz="3600" dirty="0">
                <a:solidFill>
                  <a:srgbClr val="0070C0"/>
                </a:solidFill>
                <a:latin typeface="Amasis MT Pro Light" panose="02040304050005020304" pitchFamily="18" charset="0"/>
              </a:rPr>
              <a:t>ato</a:t>
            </a:r>
          </a:p>
        </p:txBody>
      </p:sp>
      <p:sp>
        <p:nvSpPr>
          <p:cNvPr id="16" name="CuadroTexto 15">
            <a:extLst>
              <a:ext uri="{FF2B5EF4-FFF2-40B4-BE49-F238E27FC236}">
                <a16:creationId xmlns:a16="http://schemas.microsoft.com/office/drawing/2014/main" id="{F1A10CFE-5490-C6B1-E1DB-8E07727F9384}"/>
              </a:ext>
            </a:extLst>
          </p:cNvPr>
          <p:cNvSpPr txBox="1"/>
          <p:nvPr/>
        </p:nvSpPr>
        <p:spPr>
          <a:xfrm>
            <a:off x="3641542" y="2030579"/>
            <a:ext cx="1042737" cy="646331"/>
          </a:xfrm>
          <a:prstGeom prst="rect">
            <a:avLst/>
          </a:prstGeom>
          <a:noFill/>
        </p:spPr>
        <p:txBody>
          <a:bodyPr wrap="square" rtlCol="0">
            <a:spAutoFit/>
          </a:bodyPr>
          <a:lstStyle/>
          <a:p>
            <a:pPr algn="ctr"/>
            <a:r>
              <a:rPr lang="es-ES" sz="3600" dirty="0">
                <a:solidFill>
                  <a:srgbClr val="00B050"/>
                </a:solidFill>
                <a:latin typeface="Amasis MT Pro Light" panose="02040304050005020304" pitchFamily="18" charset="0"/>
              </a:rPr>
              <a:t>P</a:t>
            </a:r>
            <a:r>
              <a:rPr lang="es-ES" sz="3600" dirty="0">
                <a:solidFill>
                  <a:srgbClr val="0070C0"/>
                </a:solidFill>
                <a:latin typeface="Amasis MT Pro Light" panose="02040304050005020304" pitchFamily="18" charset="0"/>
              </a:rPr>
              <a:t>ato</a:t>
            </a:r>
          </a:p>
        </p:txBody>
      </p:sp>
      <p:cxnSp>
        <p:nvCxnSpPr>
          <p:cNvPr id="17" name="Conector recto de flecha 16">
            <a:extLst>
              <a:ext uri="{FF2B5EF4-FFF2-40B4-BE49-F238E27FC236}">
                <a16:creationId xmlns:a16="http://schemas.microsoft.com/office/drawing/2014/main" id="{9530294A-2CB2-0A74-7E42-B7A63F4CF895}"/>
              </a:ext>
            </a:extLst>
          </p:cNvPr>
          <p:cNvCxnSpPr>
            <a:cxnSpLocks/>
          </p:cNvCxnSpPr>
          <p:nvPr/>
        </p:nvCxnSpPr>
        <p:spPr>
          <a:xfrm flipV="1">
            <a:off x="4937147" y="2353744"/>
            <a:ext cx="951887" cy="10293"/>
          </a:xfrm>
          <a:prstGeom prst="straightConnector1">
            <a:avLst/>
          </a:prstGeom>
          <a:ln w="76200">
            <a:solidFill>
              <a:schemeClr val="bg2">
                <a:lumMod val="50000"/>
              </a:schemeClr>
            </a:solidFill>
            <a:tailEnd type="triangle"/>
          </a:ln>
        </p:spPr>
        <p:style>
          <a:lnRef idx="1">
            <a:schemeClr val="dk1"/>
          </a:lnRef>
          <a:fillRef idx="0">
            <a:schemeClr val="dk1"/>
          </a:fillRef>
          <a:effectRef idx="0">
            <a:schemeClr val="dk1"/>
          </a:effectRef>
          <a:fontRef idx="minor">
            <a:schemeClr val="tx1"/>
          </a:fontRef>
        </p:style>
      </p:cxnSp>
      <p:sp>
        <p:nvSpPr>
          <p:cNvPr id="18" name="CuadroTexto 17">
            <a:extLst>
              <a:ext uri="{FF2B5EF4-FFF2-40B4-BE49-F238E27FC236}">
                <a16:creationId xmlns:a16="http://schemas.microsoft.com/office/drawing/2014/main" id="{8DEBA0DB-98AF-E948-1778-0FE172341A12}"/>
              </a:ext>
            </a:extLst>
          </p:cNvPr>
          <p:cNvSpPr txBox="1"/>
          <p:nvPr/>
        </p:nvSpPr>
        <p:spPr>
          <a:xfrm>
            <a:off x="6006951" y="2030579"/>
            <a:ext cx="1461194" cy="646331"/>
          </a:xfrm>
          <a:prstGeom prst="rect">
            <a:avLst/>
          </a:prstGeom>
          <a:noFill/>
        </p:spPr>
        <p:txBody>
          <a:bodyPr wrap="square" rtlCol="0">
            <a:spAutoFit/>
          </a:bodyPr>
          <a:lstStyle/>
          <a:p>
            <a:pPr algn="ctr"/>
            <a:r>
              <a:rPr lang="es-ES" sz="3600" dirty="0">
                <a:solidFill>
                  <a:srgbClr val="00B050"/>
                </a:solidFill>
                <a:latin typeface="Amasis MT Pro Light" panose="02040304050005020304" pitchFamily="18" charset="0"/>
              </a:rPr>
              <a:t>*</a:t>
            </a:r>
            <a:r>
              <a:rPr lang="es-ES" sz="3600" dirty="0">
                <a:solidFill>
                  <a:srgbClr val="0070C0"/>
                </a:solidFill>
                <a:latin typeface="Amasis MT Pro Light" panose="02040304050005020304" pitchFamily="18" charset="0"/>
              </a:rPr>
              <a:t>ato</a:t>
            </a:r>
          </a:p>
        </p:txBody>
      </p:sp>
      <p:sp>
        <p:nvSpPr>
          <p:cNvPr id="20" name="CuadroTexto 19">
            <a:extLst>
              <a:ext uri="{FF2B5EF4-FFF2-40B4-BE49-F238E27FC236}">
                <a16:creationId xmlns:a16="http://schemas.microsoft.com/office/drawing/2014/main" id="{9FC6A3E0-5DB6-6EBB-3CA1-D12AA20EB32E}"/>
              </a:ext>
            </a:extLst>
          </p:cNvPr>
          <p:cNvSpPr txBox="1"/>
          <p:nvPr/>
        </p:nvSpPr>
        <p:spPr>
          <a:xfrm>
            <a:off x="7769688" y="2030578"/>
            <a:ext cx="1042737" cy="646331"/>
          </a:xfrm>
          <a:prstGeom prst="rect">
            <a:avLst/>
          </a:prstGeom>
          <a:noFill/>
        </p:spPr>
        <p:txBody>
          <a:bodyPr wrap="square" rtlCol="0">
            <a:spAutoFit/>
          </a:bodyPr>
          <a:lstStyle/>
          <a:p>
            <a:pPr algn="ctr"/>
            <a:r>
              <a:rPr lang="es-ES" sz="3600" dirty="0">
                <a:solidFill>
                  <a:schemeClr val="bg2">
                    <a:lumMod val="10000"/>
                  </a:schemeClr>
                </a:solidFill>
                <a:latin typeface="Amasis MT Pro Light" panose="02040304050005020304" pitchFamily="18" charset="0"/>
              </a:rPr>
              <a:t>= 1</a:t>
            </a:r>
          </a:p>
        </p:txBody>
      </p:sp>
      <p:sp>
        <p:nvSpPr>
          <p:cNvPr id="21" name="CuadroTexto 20">
            <a:extLst>
              <a:ext uri="{FF2B5EF4-FFF2-40B4-BE49-F238E27FC236}">
                <a16:creationId xmlns:a16="http://schemas.microsoft.com/office/drawing/2014/main" id="{BBD2E9F9-937F-035D-C0EF-F7B70C71AA4D}"/>
              </a:ext>
            </a:extLst>
          </p:cNvPr>
          <p:cNvSpPr txBox="1"/>
          <p:nvPr/>
        </p:nvSpPr>
        <p:spPr>
          <a:xfrm>
            <a:off x="7710087" y="4136964"/>
            <a:ext cx="1365333" cy="646331"/>
          </a:xfrm>
          <a:prstGeom prst="rect">
            <a:avLst/>
          </a:prstGeom>
          <a:noFill/>
        </p:spPr>
        <p:txBody>
          <a:bodyPr wrap="square" rtlCol="0">
            <a:spAutoFit/>
          </a:bodyPr>
          <a:lstStyle/>
          <a:p>
            <a:pPr algn="ctr"/>
            <a:r>
              <a:rPr lang="es-ES" sz="3600" dirty="0">
                <a:solidFill>
                  <a:schemeClr val="bg2">
                    <a:lumMod val="10000"/>
                  </a:schemeClr>
                </a:solidFill>
                <a:latin typeface="Amasis MT Pro Light" panose="02040304050005020304" pitchFamily="18" charset="0"/>
              </a:rPr>
              <a:t>= 17</a:t>
            </a:r>
          </a:p>
        </p:txBody>
      </p:sp>
      <p:pic>
        <p:nvPicPr>
          <p:cNvPr id="4" name="Imagen 3" descr="Gráfico, Gráfico de barras&#10;&#10;El contenido generado por IA puede ser incorrecto.">
            <a:extLst>
              <a:ext uri="{FF2B5EF4-FFF2-40B4-BE49-F238E27FC236}">
                <a16:creationId xmlns:a16="http://schemas.microsoft.com/office/drawing/2014/main" id="{39CB1958-03ED-9A17-6FBA-6BB44D8BBC8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64201" y="3429001"/>
            <a:ext cx="2056213" cy="2062261"/>
          </a:xfrm>
          <a:prstGeom prst="rect">
            <a:avLst/>
          </a:prstGeom>
        </p:spPr>
      </p:pic>
      <p:pic>
        <p:nvPicPr>
          <p:cNvPr id="6" name="Imagen 5" descr="Gráfico, Gráfico de barras&#10;&#10;El contenido generado por IA puede ser incorrecto.">
            <a:extLst>
              <a:ext uri="{FF2B5EF4-FFF2-40B4-BE49-F238E27FC236}">
                <a16:creationId xmlns:a16="http://schemas.microsoft.com/office/drawing/2014/main" id="{ACE4699C-282F-8163-2EFB-8FCA57036C8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132787" y="3429000"/>
            <a:ext cx="2060248" cy="2062261"/>
          </a:xfrm>
          <a:prstGeom prst="rect">
            <a:avLst/>
          </a:prstGeom>
        </p:spPr>
      </p:pic>
      <p:pic>
        <p:nvPicPr>
          <p:cNvPr id="8" name="Imagen 7" descr="Gráfico&#10;&#10;El contenido generado por IA puede ser incorrecto.">
            <a:extLst>
              <a:ext uri="{FF2B5EF4-FFF2-40B4-BE49-F238E27FC236}">
                <a16:creationId xmlns:a16="http://schemas.microsoft.com/office/drawing/2014/main" id="{E7F7B2AE-CEA1-694E-F5AB-D435D80E56B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705408" y="3447142"/>
            <a:ext cx="2064280" cy="2062261"/>
          </a:xfrm>
          <a:prstGeom prst="rect">
            <a:avLst/>
          </a:prstGeom>
        </p:spPr>
      </p:pic>
      <p:sp>
        <p:nvSpPr>
          <p:cNvPr id="3" name="CuadroTexto 2">
            <a:extLst>
              <a:ext uri="{FF2B5EF4-FFF2-40B4-BE49-F238E27FC236}">
                <a16:creationId xmlns:a16="http://schemas.microsoft.com/office/drawing/2014/main" id="{C58A4957-CA78-7B9D-CA4D-1FDD7007ADCB}"/>
              </a:ext>
            </a:extLst>
          </p:cNvPr>
          <p:cNvSpPr txBox="1"/>
          <p:nvPr/>
        </p:nvSpPr>
        <p:spPr>
          <a:xfrm>
            <a:off x="-5693" y="0"/>
            <a:ext cx="8782430" cy="646331"/>
          </a:xfrm>
          <a:prstGeom prst="rect">
            <a:avLst/>
          </a:prstGeom>
          <a:noFill/>
        </p:spPr>
        <p:txBody>
          <a:bodyPr wrap="square" rtlCol="0">
            <a:spAutoFit/>
          </a:bodyPr>
          <a:lstStyle/>
          <a:p>
            <a:pPr lvl="1" algn="r"/>
            <a:r>
              <a:rPr lang="es-ES" sz="3600" dirty="0">
                <a:solidFill>
                  <a:schemeClr val="bg2">
                    <a:lumMod val="10000"/>
                  </a:schemeClr>
                </a:solidFill>
                <a:latin typeface="Amasis MT Pro Light" panose="02040304050005020304" pitchFamily="18" charset="0"/>
                <a:cs typeface="Adobe Devanagari" panose="02040503050201020203" pitchFamily="18" charset="0"/>
              </a:rPr>
              <a:t>Distancia de </a:t>
            </a:r>
            <a:r>
              <a:rPr lang="es-ES" sz="3600" dirty="0" err="1">
                <a:solidFill>
                  <a:schemeClr val="bg2">
                    <a:lumMod val="10000"/>
                  </a:schemeClr>
                </a:solidFill>
                <a:latin typeface="Amasis MT Pro Light" panose="02040304050005020304" pitchFamily="18" charset="0"/>
                <a:cs typeface="Adobe Devanagari" panose="02040503050201020203" pitchFamily="18" charset="0"/>
              </a:rPr>
              <a:t>Hamming</a:t>
            </a:r>
            <a:endParaRPr lang="es-ES" sz="4500" dirty="0">
              <a:solidFill>
                <a:schemeClr val="bg2">
                  <a:lumMod val="10000"/>
                </a:schemeClr>
              </a:solidFill>
              <a:latin typeface="Amasis MT Pro Light" panose="02040304050005020304" pitchFamily="18" charset="0"/>
              <a:cs typeface="Adobe Devanagari" panose="02040503050201020203" pitchFamily="18" charset="0"/>
            </a:endParaRPr>
          </a:p>
        </p:txBody>
      </p:sp>
    </p:spTree>
    <p:extLst>
      <p:ext uri="{BB962C8B-B14F-4D97-AF65-F5344CB8AC3E}">
        <p14:creationId xmlns:p14="http://schemas.microsoft.com/office/powerpoint/2010/main" val="302333287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79901F-6FB2-E504-C037-27375989A2AC}"/>
            </a:ext>
          </a:extLst>
        </p:cNvPr>
        <p:cNvGrpSpPr/>
        <p:nvPr/>
      </p:nvGrpSpPr>
      <p:grpSpPr>
        <a:xfrm>
          <a:off x="0" y="0"/>
          <a:ext cx="0" cy="0"/>
          <a:chOff x="0" y="0"/>
          <a:chExt cx="0" cy="0"/>
        </a:xfrm>
      </p:grpSpPr>
      <p:pic>
        <p:nvPicPr>
          <p:cNvPr id="7" name="Imagen 6" descr="Gráfico, Diagrama&#10;&#10;El contenido generado por IA puede ser incorrecto.">
            <a:extLst>
              <a:ext uri="{FF2B5EF4-FFF2-40B4-BE49-F238E27FC236}">
                <a16:creationId xmlns:a16="http://schemas.microsoft.com/office/drawing/2014/main" id="{6350297A-2D78-5FFC-7D5C-69A20D203C6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72333" y="1307515"/>
            <a:ext cx="5406391" cy="3604260"/>
          </a:xfrm>
          <a:prstGeom prst="rect">
            <a:avLst/>
          </a:prstGeom>
        </p:spPr>
      </p:pic>
      <p:pic>
        <p:nvPicPr>
          <p:cNvPr id="9" name="Imagen 8" descr="Gráfico, Gráfico de dispersión&#10;&#10;El contenido generado por IA puede ser incorrecto.">
            <a:extLst>
              <a:ext uri="{FF2B5EF4-FFF2-40B4-BE49-F238E27FC236}">
                <a16:creationId xmlns:a16="http://schemas.microsoft.com/office/drawing/2014/main" id="{EB783F31-183C-ADCA-0C99-63CCF9F2A0B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566411" y="1307515"/>
            <a:ext cx="3405256" cy="2270170"/>
          </a:xfrm>
          <a:prstGeom prst="rect">
            <a:avLst/>
          </a:prstGeom>
        </p:spPr>
      </p:pic>
      <p:pic>
        <p:nvPicPr>
          <p:cNvPr id="11" name="Imagen 10" descr="Imagen en blanco y negro&#10;&#10;El contenido generado por IA puede ser incorrecto.">
            <a:extLst>
              <a:ext uri="{FF2B5EF4-FFF2-40B4-BE49-F238E27FC236}">
                <a16:creationId xmlns:a16="http://schemas.microsoft.com/office/drawing/2014/main" id="{C3272CDE-D839-846E-7196-96CE6A86E196}"/>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428181" y="3953101"/>
            <a:ext cx="3405257" cy="2270171"/>
          </a:xfrm>
          <a:prstGeom prst="rect">
            <a:avLst/>
          </a:prstGeom>
        </p:spPr>
      </p:pic>
      <p:pic>
        <p:nvPicPr>
          <p:cNvPr id="13" name="Imagen 12">
            <a:extLst>
              <a:ext uri="{FF2B5EF4-FFF2-40B4-BE49-F238E27FC236}">
                <a16:creationId xmlns:a16="http://schemas.microsoft.com/office/drawing/2014/main" id="{3E2C8038-16A7-945F-E1FB-C54297D1B06D}"/>
              </a:ext>
            </a:extLst>
          </p:cNvPr>
          <p:cNvPicPr>
            <a:picLocks noChangeAspect="1"/>
          </p:cNvPicPr>
          <p:nvPr/>
        </p:nvPicPr>
        <p:blipFill>
          <a:blip r:embed="rId6"/>
          <a:stretch>
            <a:fillRect/>
          </a:stretch>
        </p:blipFill>
        <p:spPr>
          <a:xfrm>
            <a:off x="441959" y="5349242"/>
            <a:ext cx="4597347" cy="646331"/>
          </a:xfrm>
          <a:prstGeom prst="rect">
            <a:avLst/>
          </a:prstGeom>
        </p:spPr>
      </p:pic>
      <p:sp>
        <p:nvSpPr>
          <p:cNvPr id="3" name="CuadroTexto 2">
            <a:extLst>
              <a:ext uri="{FF2B5EF4-FFF2-40B4-BE49-F238E27FC236}">
                <a16:creationId xmlns:a16="http://schemas.microsoft.com/office/drawing/2014/main" id="{8F80E7F2-EE0B-F30B-CF4F-773F80766558}"/>
              </a:ext>
            </a:extLst>
          </p:cNvPr>
          <p:cNvSpPr txBox="1"/>
          <p:nvPr/>
        </p:nvSpPr>
        <p:spPr>
          <a:xfrm>
            <a:off x="-5693" y="0"/>
            <a:ext cx="8782430" cy="646331"/>
          </a:xfrm>
          <a:prstGeom prst="rect">
            <a:avLst/>
          </a:prstGeom>
          <a:noFill/>
        </p:spPr>
        <p:txBody>
          <a:bodyPr wrap="square" rtlCol="0">
            <a:spAutoFit/>
          </a:bodyPr>
          <a:lstStyle/>
          <a:p>
            <a:pPr lvl="1" algn="r"/>
            <a:r>
              <a:rPr lang="es-ES" sz="3600" dirty="0">
                <a:solidFill>
                  <a:schemeClr val="bg2">
                    <a:lumMod val="10000"/>
                  </a:schemeClr>
                </a:solidFill>
                <a:latin typeface="Amasis MT Pro Light" panose="02040304050005020304" pitchFamily="18" charset="0"/>
                <a:cs typeface="Adobe Devanagari" panose="02040503050201020203" pitchFamily="18" charset="0"/>
              </a:rPr>
              <a:t>Dilema del prisionero</a:t>
            </a:r>
          </a:p>
        </p:txBody>
      </p:sp>
      <p:sp>
        <p:nvSpPr>
          <p:cNvPr id="2" name="Rectángulo: esquinas redondeadas 1">
            <a:extLst>
              <a:ext uri="{FF2B5EF4-FFF2-40B4-BE49-F238E27FC236}">
                <a16:creationId xmlns:a16="http://schemas.microsoft.com/office/drawing/2014/main" id="{4FA70E9F-C9C7-24C4-32F5-5126131D3C9A}"/>
              </a:ext>
            </a:extLst>
          </p:cNvPr>
          <p:cNvSpPr/>
          <p:nvPr/>
        </p:nvSpPr>
        <p:spPr>
          <a:xfrm>
            <a:off x="239090" y="5149850"/>
            <a:ext cx="5003084" cy="1162157"/>
          </a:xfrm>
          <a:prstGeom prst="roundRect">
            <a:avLst/>
          </a:prstGeom>
          <a:noFill/>
          <a:ln w="38100">
            <a:solidFill>
              <a:schemeClr val="bg2">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pic>
        <p:nvPicPr>
          <p:cNvPr id="8" name="Imagen 7">
            <a:extLst>
              <a:ext uri="{FF2B5EF4-FFF2-40B4-BE49-F238E27FC236}">
                <a16:creationId xmlns:a16="http://schemas.microsoft.com/office/drawing/2014/main" id="{F7D0CA72-A61D-CF99-F87F-A5D624391114}"/>
              </a:ext>
            </a:extLst>
          </p:cNvPr>
          <p:cNvPicPr>
            <a:picLocks noChangeAspect="1"/>
          </p:cNvPicPr>
          <p:nvPr/>
        </p:nvPicPr>
        <p:blipFill>
          <a:blip r:embed="rId7"/>
          <a:stretch>
            <a:fillRect/>
          </a:stretch>
        </p:blipFill>
        <p:spPr>
          <a:xfrm>
            <a:off x="0" y="6557575"/>
            <a:ext cx="7406641" cy="502196"/>
          </a:xfrm>
          <a:prstGeom prst="rect">
            <a:avLst/>
          </a:prstGeom>
        </p:spPr>
      </p:pic>
      <p:pic>
        <p:nvPicPr>
          <p:cNvPr id="15" name="Imagen 14">
            <a:extLst>
              <a:ext uri="{FF2B5EF4-FFF2-40B4-BE49-F238E27FC236}">
                <a16:creationId xmlns:a16="http://schemas.microsoft.com/office/drawing/2014/main" id="{77C38B3A-EE32-4601-5954-F2EE0F31F33A}"/>
              </a:ext>
            </a:extLst>
          </p:cNvPr>
          <p:cNvPicPr>
            <a:picLocks noChangeAspect="1"/>
          </p:cNvPicPr>
          <p:nvPr/>
        </p:nvPicPr>
        <p:blipFill>
          <a:blip r:embed="rId8"/>
          <a:stretch>
            <a:fillRect/>
          </a:stretch>
        </p:blipFill>
        <p:spPr>
          <a:xfrm>
            <a:off x="7434392" y="6561588"/>
            <a:ext cx="1678651" cy="247085"/>
          </a:xfrm>
          <a:prstGeom prst="rect">
            <a:avLst/>
          </a:prstGeom>
        </p:spPr>
      </p:pic>
    </p:spTree>
    <p:extLst>
      <p:ext uri="{BB962C8B-B14F-4D97-AF65-F5344CB8AC3E}">
        <p14:creationId xmlns:p14="http://schemas.microsoft.com/office/powerpoint/2010/main" val="20042285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9"/>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BCD729-5AE9-6EA8-3CB2-8431520459C3}"/>
            </a:ext>
          </a:extLst>
        </p:cNvPr>
        <p:cNvGrpSpPr/>
        <p:nvPr/>
      </p:nvGrpSpPr>
      <p:grpSpPr>
        <a:xfrm>
          <a:off x="0" y="0"/>
          <a:ext cx="0" cy="0"/>
          <a:chOff x="0" y="0"/>
          <a:chExt cx="0" cy="0"/>
        </a:xfrm>
      </p:grpSpPr>
      <p:pic>
        <p:nvPicPr>
          <p:cNvPr id="5" name="Imagen 4" descr="Gráfico, Histograma&#10;&#10;El contenido generado por IA puede ser incorrecto.">
            <a:extLst>
              <a:ext uri="{FF2B5EF4-FFF2-40B4-BE49-F238E27FC236}">
                <a16:creationId xmlns:a16="http://schemas.microsoft.com/office/drawing/2014/main" id="{DF27DD44-D63D-D1DF-A16C-C9A9C1FA9C2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71500" y="848359"/>
            <a:ext cx="3870962" cy="2580641"/>
          </a:xfrm>
          <a:prstGeom prst="rect">
            <a:avLst/>
          </a:prstGeom>
        </p:spPr>
      </p:pic>
      <p:pic>
        <p:nvPicPr>
          <p:cNvPr id="7" name="Imagen 6" descr="Gráfico, Gráfico de líneas, Histograma&#10;&#10;El contenido generado por IA puede ser incorrecto.">
            <a:extLst>
              <a:ext uri="{FF2B5EF4-FFF2-40B4-BE49-F238E27FC236}">
                <a16:creationId xmlns:a16="http://schemas.microsoft.com/office/drawing/2014/main" id="{5C81A61C-06A5-7F39-025B-F6CDE15A5678}"/>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968242" y="848359"/>
            <a:ext cx="3870962" cy="2580641"/>
          </a:xfrm>
          <a:prstGeom prst="rect">
            <a:avLst/>
          </a:prstGeom>
        </p:spPr>
      </p:pic>
      <p:sp>
        <p:nvSpPr>
          <p:cNvPr id="8" name="CuadroTexto 7">
            <a:extLst>
              <a:ext uri="{FF2B5EF4-FFF2-40B4-BE49-F238E27FC236}">
                <a16:creationId xmlns:a16="http://schemas.microsoft.com/office/drawing/2014/main" id="{D64202B5-9142-920D-29E8-6184B5F1FD0A}"/>
              </a:ext>
            </a:extLst>
          </p:cNvPr>
          <p:cNvSpPr txBox="1"/>
          <p:nvPr/>
        </p:nvSpPr>
        <p:spPr>
          <a:xfrm>
            <a:off x="-5693" y="0"/>
            <a:ext cx="8782430" cy="646331"/>
          </a:xfrm>
          <a:prstGeom prst="rect">
            <a:avLst/>
          </a:prstGeom>
          <a:noFill/>
        </p:spPr>
        <p:txBody>
          <a:bodyPr wrap="square" rtlCol="0">
            <a:spAutoFit/>
          </a:bodyPr>
          <a:lstStyle/>
          <a:p>
            <a:pPr lvl="1" algn="r"/>
            <a:r>
              <a:rPr lang="es-ES" sz="3600" dirty="0">
                <a:solidFill>
                  <a:schemeClr val="bg2">
                    <a:lumMod val="10000"/>
                  </a:schemeClr>
                </a:solidFill>
                <a:latin typeface="Amasis MT Pro Light" panose="02040304050005020304" pitchFamily="18" charset="0"/>
                <a:cs typeface="Adobe Devanagari" panose="02040503050201020203" pitchFamily="18" charset="0"/>
              </a:rPr>
              <a:t>Juego de los bienes públicos</a:t>
            </a:r>
            <a:endParaRPr lang="es-ES" sz="3600" dirty="0">
              <a:solidFill>
                <a:schemeClr val="bg2">
                  <a:lumMod val="10000"/>
                </a:schemeClr>
              </a:solidFill>
              <a:latin typeface="Amasis MT Pro Light" panose="02040304050005020304" pitchFamily="18" charset="0"/>
            </a:endParaRPr>
          </a:p>
        </p:txBody>
      </p:sp>
      <p:sp>
        <p:nvSpPr>
          <p:cNvPr id="9" name="CuadroTexto 8">
            <a:extLst>
              <a:ext uri="{FF2B5EF4-FFF2-40B4-BE49-F238E27FC236}">
                <a16:creationId xmlns:a16="http://schemas.microsoft.com/office/drawing/2014/main" id="{B19E0060-F551-4ECD-00AF-04E3BA9A275A}"/>
              </a:ext>
            </a:extLst>
          </p:cNvPr>
          <p:cNvSpPr txBox="1"/>
          <p:nvPr/>
        </p:nvSpPr>
        <p:spPr>
          <a:xfrm>
            <a:off x="6035040" y="1321988"/>
            <a:ext cx="670560" cy="369332"/>
          </a:xfrm>
          <a:prstGeom prst="rect">
            <a:avLst/>
          </a:prstGeom>
          <a:noFill/>
        </p:spPr>
        <p:txBody>
          <a:bodyPr wrap="square" rtlCol="0">
            <a:spAutoFit/>
          </a:bodyPr>
          <a:lstStyle/>
          <a:p>
            <a:r>
              <a:rPr lang="es-ES" dirty="0">
                <a:latin typeface="Amasis MT Pro" panose="02040504050005020304" pitchFamily="18" charset="0"/>
              </a:rPr>
              <a:t>r = 5</a:t>
            </a:r>
          </a:p>
        </p:txBody>
      </p:sp>
      <p:sp>
        <p:nvSpPr>
          <p:cNvPr id="10" name="CuadroTexto 9">
            <a:extLst>
              <a:ext uri="{FF2B5EF4-FFF2-40B4-BE49-F238E27FC236}">
                <a16:creationId xmlns:a16="http://schemas.microsoft.com/office/drawing/2014/main" id="{5E025A6A-9B89-E560-464E-69337F1B65E1}"/>
              </a:ext>
            </a:extLst>
          </p:cNvPr>
          <p:cNvSpPr txBox="1"/>
          <p:nvPr/>
        </p:nvSpPr>
        <p:spPr>
          <a:xfrm>
            <a:off x="1432560" y="1321988"/>
            <a:ext cx="670560" cy="369332"/>
          </a:xfrm>
          <a:prstGeom prst="rect">
            <a:avLst/>
          </a:prstGeom>
          <a:noFill/>
        </p:spPr>
        <p:txBody>
          <a:bodyPr wrap="square" rtlCol="0">
            <a:spAutoFit/>
          </a:bodyPr>
          <a:lstStyle/>
          <a:p>
            <a:r>
              <a:rPr lang="es-ES" dirty="0">
                <a:latin typeface="Amasis MT Pro" panose="02040504050005020304" pitchFamily="18" charset="0"/>
              </a:rPr>
              <a:t>r = 4</a:t>
            </a:r>
          </a:p>
        </p:txBody>
      </p:sp>
      <p:sp>
        <p:nvSpPr>
          <p:cNvPr id="12" name="CuadroTexto 11">
            <a:extLst>
              <a:ext uri="{FF2B5EF4-FFF2-40B4-BE49-F238E27FC236}">
                <a16:creationId xmlns:a16="http://schemas.microsoft.com/office/drawing/2014/main" id="{C98BC9ED-A537-9693-F77A-071DAC6D7F73}"/>
              </a:ext>
            </a:extLst>
          </p:cNvPr>
          <p:cNvSpPr txBox="1"/>
          <p:nvPr/>
        </p:nvSpPr>
        <p:spPr>
          <a:xfrm>
            <a:off x="2628900" y="1623060"/>
            <a:ext cx="952500" cy="369332"/>
          </a:xfrm>
          <a:prstGeom prst="rect">
            <a:avLst/>
          </a:prstGeom>
          <a:noFill/>
        </p:spPr>
        <p:txBody>
          <a:bodyPr wrap="square" rtlCol="0">
            <a:spAutoFit/>
          </a:bodyPr>
          <a:lstStyle/>
          <a:p>
            <a:r>
              <a:rPr lang="es-ES" dirty="0">
                <a:latin typeface="Amasis MT Pro" panose="02040504050005020304" pitchFamily="18" charset="0"/>
              </a:rPr>
              <a:t>r = 4.65</a:t>
            </a:r>
          </a:p>
        </p:txBody>
      </p:sp>
      <p:pic>
        <p:nvPicPr>
          <p:cNvPr id="3" name="Imagen 2" descr="Imagen que contiene Patrón de fondo&#10;&#10;El contenido generado por IA puede ser incorrecto.">
            <a:extLst>
              <a:ext uri="{FF2B5EF4-FFF2-40B4-BE49-F238E27FC236}">
                <a16:creationId xmlns:a16="http://schemas.microsoft.com/office/drawing/2014/main" id="{5F212F0D-F7B0-7617-FE19-9610FAC2B985}"/>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628900" y="3902629"/>
            <a:ext cx="2063750" cy="2063750"/>
          </a:xfrm>
          <a:prstGeom prst="rect">
            <a:avLst/>
          </a:prstGeom>
        </p:spPr>
      </p:pic>
      <p:pic>
        <p:nvPicPr>
          <p:cNvPr id="6" name="Imagen 5" descr="Imagen que contiene sostener&#10;&#10;El contenido generado por IA puede ser incorrecto.">
            <a:extLst>
              <a:ext uri="{FF2B5EF4-FFF2-40B4-BE49-F238E27FC236}">
                <a16:creationId xmlns:a16="http://schemas.microsoft.com/office/drawing/2014/main" id="{1AABF661-99D6-307B-A3BF-F2F88105B7D0}"/>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6100448" y="3902629"/>
            <a:ext cx="2063750" cy="2063750"/>
          </a:xfrm>
          <a:prstGeom prst="rect">
            <a:avLst/>
          </a:prstGeom>
        </p:spPr>
      </p:pic>
      <p:pic>
        <p:nvPicPr>
          <p:cNvPr id="13" name="Imagen 12" descr="Dibujo de una persona&#10;&#10;El contenido generado por IA puede ser incorrecto.">
            <a:extLst>
              <a:ext uri="{FF2B5EF4-FFF2-40B4-BE49-F238E27FC236}">
                <a16:creationId xmlns:a16="http://schemas.microsoft.com/office/drawing/2014/main" id="{47297B39-8DAC-2AD4-5E7E-513A0AF0E6D6}"/>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400685" y="3902629"/>
            <a:ext cx="2063750" cy="2063750"/>
          </a:xfrm>
          <a:prstGeom prst="rect">
            <a:avLst/>
          </a:prstGeom>
        </p:spPr>
      </p:pic>
      <p:sp>
        <p:nvSpPr>
          <p:cNvPr id="14" name="CuadroTexto 13">
            <a:extLst>
              <a:ext uri="{FF2B5EF4-FFF2-40B4-BE49-F238E27FC236}">
                <a16:creationId xmlns:a16="http://schemas.microsoft.com/office/drawing/2014/main" id="{B667EBF0-981C-9F63-82C8-791B520CDEC5}"/>
              </a:ext>
            </a:extLst>
          </p:cNvPr>
          <p:cNvSpPr txBox="1"/>
          <p:nvPr/>
        </p:nvSpPr>
        <p:spPr>
          <a:xfrm>
            <a:off x="1033461" y="3533297"/>
            <a:ext cx="670560" cy="369332"/>
          </a:xfrm>
          <a:prstGeom prst="rect">
            <a:avLst/>
          </a:prstGeom>
          <a:noFill/>
        </p:spPr>
        <p:txBody>
          <a:bodyPr wrap="square" rtlCol="0">
            <a:spAutoFit/>
          </a:bodyPr>
          <a:lstStyle/>
          <a:p>
            <a:r>
              <a:rPr lang="es-ES" dirty="0">
                <a:latin typeface="Amasis MT Pro" panose="02040504050005020304" pitchFamily="18" charset="0"/>
              </a:rPr>
              <a:t>r = 4</a:t>
            </a:r>
          </a:p>
        </p:txBody>
      </p:sp>
      <p:sp>
        <p:nvSpPr>
          <p:cNvPr id="16" name="CuadroTexto 15">
            <a:extLst>
              <a:ext uri="{FF2B5EF4-FFF2-40B4-BE49-F238E27FC236}">
                <a16:creationId xmlns:a16="http://schemas.microsoft.com/office/drawing/2014/main" id="{0D06D6D7-5F4F-07B5-CA8F-6996F0F579D5}"/>
              </a:ext>
            </a:extLst>
          </p:cNvPr>
          <p:cNvSpPr txBox="1"/>
          <p:nvPr/>
        </p:nvSpPr>
        <p:spPr>
          <a:xfrm>
            <a:off x="3167383" y="3533297"/>
            <a:ext cx="952500" cy="369332"/>
          </a:xfrm>
          <a:prstGeom prst="rect">
            <a:avLst/>
          </a:prstGeom>
          <a:noFill/>
        </p:spPr>
        <p:txBody>
          <a:bodyPr wrap="square" rtlCol="0">
            <a:spAutoFit/>
          </a:bodyPr>
          <a:lstStyle/>
          <a:p>
            <a:r>
              <a:rPr lang="es-ES" dirty="0">
                <a:latin typeface="Amasis MT Pro" panose="02040504050005020304" pitchFamily="18" charset="0"/>
              </a:rPr>
              <a:t>r = 4.65</a:t>
            </a:r>
          </a:p>
        </p:txBody>
      </p:sp>
      <p:sp>
        <p:nvSpPr>
          <p:cNvPr id="17" name="CuadroTexto 16">
            <a:extLst>
              <a:ext uri="{FF2B5EF4-FFF2-40B4-BE49-F238E27FC236}">
                <a16:creationId xmlns:a16="http://schemas.microsoft.com/office/drawing/2014/main" id="{CBB9EBFA-D863-1342-44DF-D1E53FB0B752}"/>
              </a:ext>
            </a:extLst>
          </p:cNvPr>
          <p:cNvSpPr txBox="1"/>
          <p:nvPr/>
        </p:nvSpPr>
        <p:spPr>
          <a:xfrm>
            <a:off x="6797043" y="3533297"/>
            <a:ext cx="670560" cy="369332"/>
          </a:xfrm>
          <a:prstGeom prst="rect">
            <a:avLst/>
          </a:prstGeom>
          <a:noFill/>
        </p:spPr>
        <p:txBody>
          <a:bodyPr wrap="square" rtlCol="0">
            <a:spAutoFit/>
          </a:bodyPr>
          <a:lstStyle/>
          <a:p>
            <a:r>
              <a:rPr lang="es-ES" dirty="0">
                <a:latin typeface="Amasis MT Pro" panose="02040504050005020304" pitchFamily="18" charset="0"/>
              </a:rPr>
              <a:t>r = 5</a:t>
            </a:r>
          </a:p>
        </p:txBody>
      </p:sp>
    </p:spTree>
    <p:extLst>
      <p:ext uri="{BB962C8B-B14F-4D97-AF65-F5344CB8AC3E}">
        <p14:creationId xmlns:p14="http://schemas.microsoft.com/office/powerpoint/2010/main" val="309946526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B2F8E0-0478-6595-68BD-40FF4C7C13DF}"/>
            </a:ext>
          </a:extLst>
        </p:cNvPr>
        <p:cNvGrpSpPr/>
        <p:nvPr/>
      </p:nvGrpSpPr>
      <p:grpSpPr>
        <a:xfrm>
          <a:off x="0" y="0"/>
          <a:ext cx="0" cy="0"/>
          <a:chOff x="0" y="0"/>
          <a:chExt cx="0" cy="0"/>
        </a:xfrm>
      </p:grpSpPr>
      <p:pic>
        <p:nvPicPr>
          <p:cNvPr id="13" name="Imagen 12" descr="Patrón de fondo&#10;&#10;El contenido generado por IA puede ser incorrecto.">
            <a:extLst>
              <a:ext uri="{FF2B5EF4-FFF2-40B4-BE49-F238E27FC236}">
                <a16:creationId xmlns:a16="http://schemas.microsoft.com/office/drawing/2014/main" id="{EEC8EC79-97E5-34FA-0398-F2D1F7635F9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1019" y="1475176"/>
            <a:ext cx="8961961" cy="4498904"/>
          </a:xfrm>
          <a:prstGeom prst="rect">
            <a:avLst/>
          </a:prstGeom>
        </p:spPr>
      </p:pic>
      <p:sp>
        <p:nvSpPr>
          <p:cNvPr id="3" name="CuadroTexto 2">
            <a:extLst>
              <a:ext uri="{FF2B5EF4-FFF2-40B4-BE49-F238E27FC236}">
                <a16:creationId xmlns:a16="http://schemas.microsoft.com/office/drawing/2014/main" id="{F28ACAF7-4718-52A6-E0FA-862453006F01}"/>
              </a:ext>
            </a:extLst>
          </p:cNvPr>
          <p:cNvSpPr txBox="1"/>
          <p:nvPr/>
        </p:nvSpPr>
        <p:spPr>
          <a:xfrm>
            <a:off x="-5693" y="0"/>
            <a:ext cx="8782430" cy="1200329"/>
          </a:xfrm>
          <a:prstGeom prst="rect">
            <a:avLst/>
          </a:prstGeom>
          <a:noFill/>
        </p:spPr>
        <p:txBody>
          <a:bodyPr wrap="square" rtlCol="0">
            <a:spAutoFit/>
          </a:bodyPr>
          <a:lstStyle/>
          <a:p>
            <a:pPr algn="r"/>
            <a:r>
              <a:rPr lang="es-ES" sz="3600" b="1" dirty="0">
                <a:latin typeface="Amasis MT Pro Light" panose="02040304050005020304" pitchFamily="18" charset="0"/>
                <a:cs typeface="Adobe Devanagari" panose="02040503050201020203" pitchFamily="18" charset="0"/>
              </a:rPr>
              <a:t>3. </a:t>
            </a:r>
            <a:r>
              <a:rPr lang="en-US" sz="3600" b="1" dirty="0">
                <a:solidFill>
                  <a:schemeClr val="bg2">
                    <a:lumMod val="10000"/>
                  </a:schemeClr>
                </a:solidFill>
                <a:latin typeface="Amasis MT Pro Light" panose="02040304050005020304" pitchFamily="18" charset="0"/>
                <a:cs typeface="Adobe Devanagari" panose="02040503050201020203" pitchFamily="18" charset="0"/>
              </a:rPr>
              <a:t>Classification of cellular automata based on the Hamming distance</a:t>
            </a:r>
          </a:p>
        </p:txBody>
      </p:sp>
      <p:pic>
        <p:nvPicPr>
          <p:cNvPr id="4" name="Imagen 3">
            <a:extLst>
              <a:ext uri="{FF2B5EF4-FFF2-40B4-BE49-F238E27FC236}">
                <a16:creationId xmlns:a16="http://schemas.microsoft.com/office/drawing/2014/main" id="{F90E31AB-E1B8-1903-A500-824AEB3BB896}"/>
              </a:ext>
            </a:extLst>
          </p:cNvPr>
          <p:cNvPicPr>
            <a:picLocks noChangeAspect="1"/>
          </p:cNvPicPr>
          <p:nvPr/>
        </p:nvPicPr>
        <p:blipFill>
          <a:blip r:embed="rId3"/>
          <a:stretch>
            <a:fillRect/>
          </a:stretch>
        </p:blipFill>
        <p:spPr>
          <a:xfrm>
            <a:off x="0" y="6267624"/>
            <a:ext cx="9144000" cy="441435"/>
          </a:xfrm>
          <a:prstGeom prst="rect">
            <a:avLst/>
          </a:prstGeom>
        </p:spPr>
      </p:pic>
      <p:sp>
        <p:nvSpPr>
          <p:cNvPr id="2" name="Rectángulo: esquinas redondeadas 1">
            <a:extLst>
              <a:ext uri="{FF2B5EF4-FFF2-40B4-BE49-F238E27FC236}">
                <a16:creationId xmlns:a16="http://schemas.microsoft.com/office/drawing/2014/main" id="{852D839B-3188-DB38-72E1-070432B82BA7}"/>
              </a:ext>
            </a:extLst>
          </p:cNvPr>
          <p:cNvSpPr/>
          <p:nvPr/>
        </p:nvSpPr>
        <p:spPr>
          <a:xfrm>
            <a:off x="-5694" y="6127750"/>
            <a:ext cx="9149693" cy="721185"/>
          </a:xfrm>
          <a:prstGeom prst="roundRect">
            <a:avLst/>
          </a:prstGeom>
          <a:noFill/>
          <a:ln w="38100">
            <a:solidFill>
              <a:schemeClr val="bg2">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Tree>
    <p:extLst>
      <p:ext uri="{BB962C8B-B14F-4D97-AF65-F5344CB8AC3E}">
        <p14:creationId xmlns:p14="http://schemas.microsoft.com/office/powerpoint/2010/main" val="106235020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50649D-EFD5-0D60-0228-5CE781091F07}"/>
            </a:ext>
          </a:extLst>
        </p:cNvPr>
        <p:cNvGrpSpPr/>
        <p:nvPr/>
      </p:nvGrpSpPr>
      <p:grpSpPr>
        <a:xfrm>
          <a:off x="0" y="0"/>
          <a:ext cx="0" cy="0"/>
          <a:chOff x="0" y="0"/>
          <a:chExt cx="0" cy="0"/>
        </a:xfrm>
      </p:grpSpPr>
      <p:sp>
        <p:nvSpPr>
          <p:cNvPr id="3" name="CuadroTexto 2">
            <a:extLst>
              <a:ext uri="{FF2B5EF4-FFF2-40B4-BE49-F238E27FC236}">
                <a16:creationId xmlns:a16="http://schemas.microsoft.com/office/drawing/2014/main" id="{E6D2378B-74B5-6AC8-F8E1-E7CE30F63FBE}"/>
              </a:ext>
            </a:extLst>
          </p:cNvPr>
          <p:cNvSpPr txBox="1"/>
          <p:nvPr/>
        </p:nvSpPr>
        <p:spPr>
          <a:xfrm>
            <a:off x="-5693" y="1099241"/>
            <a:ext cx="9144000" cy="461665"/>
          </a:xfrm>
          <a:prstGeom prst="rect">
            <a:avLst/>
          </a:prstGeom>
          <a:noFill/>
        </p:spPr>
        <p:txBody>
          <a:bodyPr wrap="square" rtlCol="0">
            <a:spAutoFit/>
          </a:bodyPr>
          <a:lstStyle/>
          <a:p>
            <a:pPr algn="ctr"/>
            <a:r>
              <a:rPr lang="es-ES" sz="2400" b="1" i="1" dirty="0">
                <a:solidFill>
                  <a:schemeClr val="bg2">
                    <a:lumMod val="50000"/>
                  </a:schemeClr>
                </a:solidFill>
                <a:latin typeface="Amasis MT Pro" panose="02040504050005020304" pitchFamily="18" charset="0"/>
              </a:rPr>
              <a:t>Regla-105</a:t>
            </a:r>
            <a:r>
              <a:rPr lang="es-ES" sz="2400" dirty="0">
                <a:solidFill>
                  <a:schemeClr val="bg2">
                    <a:lumMod val="50000"/>
                  </a:schemeClr>
                </a:solidFill>
                <a:latin typeface="Amasis MT Pro" panose="02040504050005020304" pitchFamily="18" charset="0"/>
              </a:rPr>
              <a:t> </a:t>
            </a:r>
            <a:r>
              <a:rPr lang="es-ES" sz="2400" dirty="0">
                <a:latin typeface="Amasis MT Pro" panose="02040504050005020304" pitchFamily="18" charset="0"/>
              </a:rPr>
              <a:t>= 0x128 + </a:t>
            </a:r>
            <a:r>
              <a:rPr lang="es-ES" sz="2400" dirty="0">
                <a:solidFill>
                  <a:schemeClr val="bg2">
                    <a:lumMod val="50000"/>
                  </a:schemeClr>
                </a:solidFill>
                <a:latin typeface="Amasis MT Pro" panose="02040504050005020304" pitchFamily="18" charset="0"/>
              </a:rPr>
              <a:t>1x64</a:t>
            </a:r>
            <a:r>
              <a:rPr lang="es-ES" sz="2400" dirty="0">
                <a:latin typeface="Amasis MT Pro" panose="02040504050005020304" pitchFamily="18" charset="0"/>
              </a:rPr>
              <a:t> + </a:t>
            </a:r>
            <a:r>
              <a:rPr lang="es-ES" sz="2400" dirty="0">
                <a:solidFill>
                  <a:schemeClr val="bg2">
                    <a:lumMod val="50000"/>
                  </a:schemeClr>
                </a:solidFill>
                <a:latin typeface="Amasis MT Pro" panose="02040504050005020304" pitchFamily="18" charset="0"/>
              </a:rPr>
              <a:t>1x32</a:t>
            </a:r>
            <a:r>
              <a:rPr lang="es-ES" sz="2400" dirty="0">
                <a:latin typeface="Amasis MT Pro" panose="02040504050005020304" pitchFamily="18" charset="0"/>
              </a:rPr>
              <a:t> + 0x16 + </a:t>
            </a:r>
            <a:r>
              <a:rPr lang="es-ES" sz="2400" dirty="0">
                <a:solidFill>
                  <a:schemeClr val="bg2">
                    <a:lumMod val="50000"/>
                  </a:schemeClr>
                </a:solidFill>
                <a:latin typeface="Amasis MT Pro" panose="02040504050005020304" pitchFamily="18" charset="0"/>
              </a:rPr>
              <a:t>1x8</a:t>
            </a:r>
            <a:r>
              <a:rPr lang="es-ES" sz="2400" dirty="0">
                <a:latin typeface="Amasis MT Pro" panose="02040504050005020304" pitchFamily="18" charset="0"/>
              </a:rPr>
              <a:t> + 0x4 + 0x2 + </a:t>
            </a:r>
            <a:r>
              <a:rPr lang="es-ES" sz="2400" dirty="0">
                <a:solidFill>
                  <a:schemeClr val="bg2">
                    <a:lumMod val="50000"/>
                  </a:schemeClr>
                </a:solidFill>
                <a:latin typeface="Amasis MT Pro" panose="02040504050005020304" pitchFamily="18" charset="0"/>
              </a:rPr>
              <a:t>1</a:t>
            </a:r>
          </a:p>
        </p:txBody>
      </p:sp>
      <p:sp>
        <p:nvSpPr>
          <p:cNvPr id="5" name="CuadroTexto 4">
            <a:extLst>
              <a:ext uri="{FF2B5EF4-FFF2-40B4-BE49-F238E27FC236}">
                <a16:creationId xmlns:a16="http://schemas.microsoft.com/office/drawing/2014/main" id="{EFC8D879-C881-1B90-E2CC-DCFF983D93DF}"/>
              </a:ext>
            </a:extLst>
          </p:cNvPr>
          <p:cNvSpPr txBox="1"/>
          <p:nvPr/>
        </p:nvSpPr>
        <p:spPr>
          <a:xfrm>
            <a:off x="1166627" y="2018386"/>
            <a:ext cx="271463" cy="707886"/>
          </a:xfrm>
          <a:prstGeom prst="rect">
            <a:avLst/>
          </a:prstGeom>
          <a:noFill/>
        </p:spPr>
        <p:txBody>
          <a:bodyPr wrap="square" rtlCol="0">
            <a:spAutoFit/>
          </a:bodyPr>
          <a:lstStyle/>
          <a:p>
            <a:pPr algn="ctr"/>
            <a:r>
              <a:rPr lang="es-ES" sz="4000" dirty="0">
                <a:latin typeface="Amasis MT Pro" panose="02040504050005020304" pitchFamily="18" charset="0"/>
              </a:rPr>
              <a:t>0</a:t>
            </a:r>
            <a:endParaRPr lang="es-ES" sz="2000" dirty="0">
              <a:latin typeface="Amasis MT Pro" panose="02040504050005020304" pitchFamily="18" charset="0"/>
            </a:endParaRPr>
          </a:p>
        </p:txBody>
      </p:sp>
      <p:sp>
        <p:nvSpPr>
          <p:cNvPr id="8" name="CuadroTexto 7">
            <a:extLst>
              <a:ext uri="{FF2B5EF4-FFF2-40B4-BE49-F238E27FC236}">
                <a16:creationId xmlns:a16="http://schemas.microsoft.com/office/drawing/2014/main" id="{B736B465-92A7-D7D0-740A-7015D9A7FC6E}"/>
              </a:ext>
            </a:extLst>
          </p:cNvPr>
          <p:cNvSpPr txBox="1"/>
          <p:nvPr/>
        </p:nvSpPr>
        <p:spPr>
          <a:xfrm>
            <a:off x="2094432" y="2018386"/>
            <a:ext cx="271463" cy="707886"/>
          </a:xfrm>
          <a:prstGeom prst="rect">
            <a:avLst/>
          </a:prstGeom>
          <a:noFill/>
        </p:spPr>
        <p:txBody>
          <a:bodyPr wrap="square" rtlCol="0">
            <a:spAutoFit/>
          </a:bodyPr>
          <a:lstStyle/>
          <a:p>
            <a:pPr algn="ctr"/>
            <a:r>
              <a:rPr lang="es-ES" sz="4000" dirty="0">
                <a:solidFill>
                  <a:schemeClr val="bg2">
                    <a:lumMod val="50000"/>
                  </a:schemeClr>
                </a:solidFill>
                <a:latin typeface="Amasis MT Pro" panose="02040504050005020304" pitchFamily="18" charset="0"/>
              </a:rPr>
              <a:t>1</a:t>
            </a:r>
            <a:endParaRPr lang="es-ES" sz="2000" dirty="0">
              <a:solidFill>
                <a:schemeClr val="bg2">
                  <a:lumMod val="50000"/>
                </a:schemeClr>
              </a:solidFill>
              <a:latin typeface="Amasis MT Pro" panose="02040504050005020304" pitchFamily="18" charset="0"/>
            </a:endParaRPr>
          </a:p>
        </p:txBody>
      </p:sp>
      <p:sp>
        <p:nvSpPr>
          <p:cNvPr id="9" name="CuadroTexto 8">
            <a:extLst>
              <a:ext uri="{FF2B5EF4-FFF2-40B4-BE49-F238E27FC236}">
                <a16:creationId xmlns:a16="http://schemas.microsoft.com/office/drawing/2014/main" id="{8AB18011-0FED-E475-36E2-935779B831ED}"/>
              </a:ext>
            </a:extLst>
          </p:cNvPr>
          <p:cNvSpPr txBox="1"/>
          <p:nvPr/>
        </p:nvSpPr>
        <p:spPr>
          <a:xfrm>
            <a:off x="3022237" y="2018386"/>
            <a:ext cx="271463" cy="707886"/>
          </a:xfrm>
          <a:prstGeom prst="rect">
            <a:avLst/>
          </a:prstGeom>
          <a:noFill/>
        </p:spPr>
        <p:txBody>
          <a:bodyPr wrap="square" rtlCol="0">
            <a:spAutoFit/>
          </a:bodyPr>
          <a:lstStyle/>
          <a:p>
            <a:pPr algn="ctr"/>
            <a:r>
              <a:rPr lang="es-ES" sz="4000" dirty="0">
                <a:solidFill>
                  <a:schemeClr val="bg2">
                    <a:lumMod val="50000"/>
                  </a:schemeClr>
                </a:solidFill>
                <a:latin typeface="Amasis MT Pro" panose="02040504050005020304" pitchFamily="18" charset="0"/>
              </a:rPr>
              <a:t>1</a:t>
            </a:r>
            <a:endParaRPr lang="es-ES" sz="2000" dirty="0">
              <a:solidFill>
                <a:schemeClr val="bg2">
                  <a:lumMod val="50000"/>
                </a:schemeClr>
              </a:solidFill>
              <a:latin typeface="Amasis MT Pro" panose="02040504050005020304" pitchFamily="18" charset="0"/>
            </a:endParaRPr>
          </a:p>
        </p:txBody>
      </p:sp>
      <p:sp>
        <p:nvSpPr>
          <p:cNvPr id="10" name="CuadroTexto 9">
            <a:extLst>
              <a:ext uri="{FF2B5EF4-FFF2-40B4-BE49-F238E27FC236}">
                <a16:creationId xmlns:a16="http://schemas.microsoft.com/office/drawing/2014/main" id="{7E0C649F-14BE-3278-27A5-231808925B05}"/>
              </a:ext>
            </a:extLst>
          </p:cNvPr>
          <p:cNvSpPr txBox="1"/>
          <p:nvPr/>
        </p:nvSpPr>
        <p:spPr>
          <a:xfrm>
            <a:off x="3957185" y="2011184"/>
            <a:ext cx="271463" cy="707886"/>
          </a:xfrm>
          <a:prstGeom prst="rect">
            <a:avLst/>
          </a:prstGeom>
          <a:noFill/>
        </p:spPr>
        <p:txBody>
          <a:bodyPr wrap="square" rtlCol="0">
            <a:spAutoFit/>
          </a:bodyPr>
          <a:lstStyle/>
          <a:p>
            <a:pPr algn="ctr"/>
            <a:r>
              <a:rPr lang="es-ES" sz="4000" dirty="0">
                <a:latin typeface="Amasis MT Pro" panose="02040504050005020304" pitchFamily="18" charset="0"/>
              </a:rPr>
              <a:t>0</a:t>
            </a:r>
            <a:endParaRPr lang="es-ES" sz="2000" dirty="0">
              <a:latin typeface="Amasis MT Pro" panose="02040504050005020304" pitchFamily="18" charset="0"/>
            </a:endParaRPr>
          </a:p>
        </p:txBody>
      </p:sp>
      <p:sp>
        <p:nvSpPr>
          <p:cNvPr id="11" name="CuadroTexto 10">
            <a:extLst>
              <a:ext uri="{FF2B5EF4-FFF2-40B4-BE49-F238E27FC236}">
                <a16:creationId xmlns:a16="http://schemas.microsoft.com/office/drawing/2014/main" id="{41933D6A-661F-B146-6B42-42F3FCDC4588}"/>
              </a:ext>
            </a:extLst>
          </p:cNvPr>
          <p:cNvSpPr txBox="1"/>
          <p:nvPr/>
        </p:nvSpPr>
        <p:spPr>
          <a:xfrm>
            <a:off x="4884062" y="2011184"/>
            <a:ext cx="271463" cy="707886"/>
          </a:xfrm>
          <a:prstGeom prst="rect">
            <a:avLst/>
          </a:prstGeom>
          <a:noFill/>
        </p:spPr>
        <p:txBody>
          <a:bodyPr wrap="square" rtlCol="0">
            <a:spAutoFit/>
          </a:bodyPr>
          <a:lstStyle/>
          <a:p>
            <a:pPr algn="ctr"/>
            <a:r>
              <a:rPr lang="es-ES" sz="4000" dirty="0">
                <a:solidFill>
                  <a:schemeClr val="bg2">
                    <a:lumMod val="50000"/>
                  </a:schemeClr>
                </a:solidFill>
                <a:latin typeface="Amasis MT Pro" panose="02040504050005020304" pitchFamily="18" charset="0"/>
              </a:rPr>
              <a:t>1</a:t>
            </a:r>
            <a:endParaRPr lang="es-ES" sz="1350" dirty="0">
              <a:solidFill>
                <a:schemeClr val="bg2">
                  <a:lumMod val="50000"/>
                </a:schemeClr>
              </a:solidFill>
              <a:latin typeface="Amasis MT Pro" panose="02040504050005020304" pitchFamily="18" charset="0"/>
            </a:endParaRPr>
          </a:p>
        </p:txBody>
      </p:sp>
      <p:sp>
        <p:nvSpPr>
          <p:cNvPr id="12" name="CuadroTexto 11">
            <a:extLst>
              <a:ext uri="{FF2B5EF4-FFF2-40B4-BE49-F238E27FC236}">
                <a16:creationId xmlns:a16="http://schemas.microsoft.com/office/drawing/2014/main" id="{1656A5A4-11CC-7CAA-5731-46FBCF6C084F}"/>
              </a:ext>
            </a:extLst>
          </p:cNvPr>
          <p:cNvSpPr txBox="1"/>
          <p:nvPr/>
        </p:nvSpPr>
        <p:spPr>
          <a:xfrm>
            <a:off x="5817600" y="2018386"/>
            <a:ext cx="271463" cy="707886"/>
          </a:xfrm>
          <a:prstGeom prst="rect">
            <a:avLst/>
          </a:prstGeom>
          <a:noFill/>
        </p:spPr>
        <p:txBody>
          <a:bodyPr wrap="square" rtlCol="0">
            <a:spAutoFit/>
          </a:bodyPr>
          <a:lstStyle/>
          <a:p>
            <a:pPr algn="ctr"/>
            <a:r>
              <a:rPr lang="es-ES" sz="4000" dirty="0">
                <a:latin typeface="Amasis MT Pro" panose="02040504050005020304" pitchFamily="18" charset="0"/>
              </a:rPr>
              <a:t>0</a:t>
            </a:r>
            <a:endParaRPr lang="es-ES" sz="1350" dirty="0">
              <a:latin typeface="Amasis MT Pro" panose="02040504050005020304" pitchFamily="18" charset="0"/>
            </a:endParaRPr>
          </a:p>
        </p:txBody>
      </p:sp>
      <p:sp>
        <p:nvSpPr>
          <p:cNvPr id="13" name="CuadroTexto 12">
            <a:extLst>
              <a:ext uri="{FF2B5EF4-FFF2-40B4-BE49-F238E27FC236}">
                <a16:creationId xmlns:a16="http://schemas.microsoft.com/office/drawing/2014/main" id="{FF27564B-0D67-B204-D906-73586D7A45AA}"/>
              </a:ext>
            </a:extLst>
          </p:cNvPr>
          <p:cNvSpPr txBox="1"/>
          <p:nvPr/>
        </p:nvSpPr>
        <p:spPr>
          <a:xfrm>
            <a:off x="6751138" y="2021972"/>
            <a:ext cx="271463" cy="707886"/>
          </a:xfrm>
          <a:prstGeom prst="rect">
            <a:avLst/>
          </a:prstGeom>
          <a:noFill/>
        </p:spPr>
        <p:txBody>
          <a:bodyPr wrap="square" rtlCol="0">
            <a:spAutoFit/>
          </a:bodyPr>
          <a:lstStyle/>
          <a:p>
            <a:pPr algn="ctr"/>
            <a:r>
              <a:rPr lang="es-ES" sz="4000" dirty="0">
                <a:latin typeface="Amasis MT Pro" panose="02040504050005020304" pitchFamily="18" charset="0"/>
              </a:rPr>
              <a:t>0</a:t>
            </a:r>
            <a:endParaRPr lang="es-ES" sz="2000" dirty="0">
              <a:latin typeface="Amasis MT Pro" panose="02040504050005020304" pitchFamily="18" charset="0"/>
            </a:endParaRPr>
          </a:p>
        </p:txBody>
      </p:sp>
      <p:sp>
        <p:nvSpPr>
          <p:cNvPr id="14" name="CuadroTexto 13">
            <a:extLst>
              <a:ext uri="{FF2B5EF4-FFF2-40B4-BE49-F238E27FC236}">
                <a16:creationId xmlns:a16="http://schemas.microsoft.com/office/drawing/2014/main" id="{12BFD4D0-50A0-62C6-C3BF-A4B0C1E802EE}"/>
              </a:ext>
            </a:extLst>
          </p:cNvPr>
          <p:cNvSpPr txBox="1"/>
          <p:nvPr/>
        </p:nvSpPr>
        <p:spPr>
          <a:xfrm>
            <a:off x="7684676" y="2011184"/>
            <a:ext cx="271463" cy="707886"/>
          </a:xfrm>
          <a:prstGeom prst="rect">
            <a:avLst/>
          </a:prstGeom>
          <a:noFill/>
        </p:spPr>
        <p:txBody>
          <a:bodyPr wrap="square" rtlCol="0">
            <a:spAutoFit/>
          </a:bodyPr>
          <a:lstStyle/>
          <a:p>
            <a:pPr algn="ctr"/>
            <a:r>
              <a:rPr lang="es-ES" sz="4000" dirty="0">
                <a:solidFill>
                  <a:schemeClr val="bg2">
                    <a:lumMod val="50000"/>
                  </a:schemeClr>
                </a:solidFill>
                <a:latin typeface="Amasis MT Pro" panose="02040504050005020304" pitchFamily="18" charset="0"/>
              </a:rPr>
              <a:t>1</a:t>
            </a:r>
            <a:endParaRPr lang="es-ES" sz="2000" dirty="0">
              <a:solidFill>
                <a:schemeClr val="bg2">
                  <a:lumMod val="50000"/>
                </a:schemeClr>
              </a:solidFill>
              <a:latin typeface="Amasis MT Pro" panose="02040504050005020304" pitchFamily="18" charset="0"/>
            </a:endParaRPr>
          </a:p>
        </p:txBody>
      </p:sp>
      <p:pic>
        <p:nvPicPr>
          <p:cNvPr id="16" name="Imagen 15" descr="Forma, Cuadrado&#10;&#10;El contenido generado por IA puede ser incorrecto.">
            <a:extLst>
              <a:ext uri="{FF2B5EF4-FFF2-40B4-BE49-F238E27FC236}">
                <a16:creationId xmlns:a16="http://schemas.microsoft.com/office/drawing/2014/main" id="{7CED3547-EF43-05A7-7BCE-13BD988D471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439701" y="3034981"/>
            <a:ext cx="761411" cy="268733"/>
          </a:xfrm>
          <a:prstGeom prst="rect">
            <a:avLst/>
          </a:prstGeom>
        </p:spPr>
      </p:pic>
      <p:pic>
        <p:nvPicPr>
          <p:cNvPr id="18" name="Imagen 17" descr="Forma, Cuadrado&#10;&#10;El contenido generado por IA puede ser incorrecto.">
            <a:extLst>
              <a:ext uri="{FF2B5EF4-FFF2-40B4-BE49-F238E27FC236}">
                <a16:creationId xmlns:a16="http://schemas.microsoft.com/office/drawing/2014/main" id="{B944D4CE-1830-80FE-F1C6-270A82226C7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502865" y="3044702"/>
            <a:ext cx="761411" cy="268733"/>
          </a:xfrm>
          <a:prstGeom prst="rect">
            <a:avLst/>
          </a:prstGeom>
        </p:spPr>
      </p:pic>
      <p:pic>
        <p:nvPicPr>
          <p:cNvPr id="20" name="Imagen 19" descr="Icono&#10;&#10;El contenido generado por IA puede ser incorrecto.">
            <a:extLst>
              <a:ext uri="{FF2B5EF4-FFF2-40B4-BE49-F238E27FC236}">
                <a16:creationId xmlns:a16="http://schemas.microsoft.com/office/drawing/2014/main" id="{3DF6A238-7A36-B6EF-02E7-A10C2D730F53}"/>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572625" y="3045334"/>
            <a:ext cx="761411" cy="268733"/>
          </a:xfrm>
          <a:prstGeom prst="rect">
            <a:avLst/>
          </a:prstGeom>
        </p:spPr>
      </p:pic>
      <p:pic>
        <p:nvPicPr>
          <p:cNvPr id="22" name="Imagen 21" descr="Icono&#10;&#10;El contenido generado por IA puede ser incorrecto.">
            <a:extLst>
              <a:ext uri="{FF2B5EF4-FFF2-40B4-BE49-F238E27FC236}">
                <a16:creationId xmlns:a16="http://schemas.microsoft.com/office/drawing/2014/main" id="{878ECEF3-C7F9-C322-BB41-66259CE0C560}"/>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639087" y="3052955"/>
            <a:ext cx="761411" cy="268733"/>
          </a:xfrm>
          <a:prstGeom prst="rect">
            <a:avLst/>
          </a:prstGeom>
        </p:spPr>
      </p:pic>
      <p:pic>
        <p:nvPicPr>
          <p:cNvPr id="24" name="Imagen 23" descr="Forma, Cuadrado&#10;&#10;El contenido generado por IA puede ser incorrecto.">
            <a:extLst>
              <a:ext uri="{FF2B5EF4-FFF2-40B4-BE49-F238E27FC236}">
                <a16:creationId xmlns:a16="http://schemas.microsoft.com/office/drawing/2014/main" id="{288C7AB0-13FC-CDF9-75C8-804971EFBF78}"/>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3708847" y="3052955"/>
            <a:ext cx="761411" cy="268733"/>
          </a:xfrm>
          <a:prstGeom prst="rect">
            <a:avLst/>
          </a:prstGeom>
        </p:spPr>
      </p:pic>
      <p:pic>
        <p:nvPicPr>
          <p:cNvPr id="26" name="Imagen 25" descr="Forma, Cuadrado&#10;&#10;El contenido generado por IA puede ser incorrecto.">
            <a:extLst>
              <a:ext uri="{FF2B5EF4-FFF2-40B4-BE49-F238E27FC236}">
                <a16:creationId xmlns:a16="http://schemas.microsoft.com/office/drawing/2014/main" id="{FDC07D17-B53B-BCD2-9738-FE55EF278AF4}"/>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2776389" y="3045335"/>
            <a:ext cx="761411" cy="268733"/>
          </a:xfrm>
          <a:prstGeom prst="rect">
            <a:avLst/>
          </a:prstGeom>
        </p:spPr>
      </p:pic>
      <p:pic>
        <p:nvPicPr>
          <p:cNvPr id="28" name="Imagen 27" descr="Icono&#10;&#10;El contenido generado por IA puede ser incorrecto.">
            <a:extLst>
              <a:ext uri="{FF2B5EF4-FFF2-40B4-BE49-F238E27FC236}">
                <a16:creationId xmlns:a16="http://schemas.microsoft.com/office/drawing/2014/main" id="{CCE875A3-DBDE-1126-360C-CDDF4E984F98}"/>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1854110" y="3049385"/>
            <a:ext cx="761411" cy="268733"/>
          </a:xfrm>
          <a:prstGeom prst="rect">
            <a:avLst/>
          </a:prstGeom>
        </p:spPr>
      </p:pic>
      <p:pic>
        <p:nvPicPr>
          <p:cNvPr id="30" name="Imagen 29" descr="Icono&#10;&#10;El contenido generado por IA puede ser incorrecto.">
            <a:extLst>
              <a:ext uri="{FF2B5EF4-FFF2-40B4-BE49-F238E27FC236}">
                <a16:creationId xmlns:a16="http://schemas.microsoft.com/office/drawing/2014/main" id="{1C7BB401-6D56-024F-18D5-061C0F7833AB}"/>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921652" y="3049385"/>
            <a:ext cx="761411" cy="268733"/>
          </a:xfrm>
          <a:prstGeom prst="rect">
            <a:avLst/>
          </a:prstGeom>
        </p:spPr>
      </p:pic>
      <p:pic>
        <p:nvPicPr>
          <p:cNvPr id="32" name="Imagen 31" descr="Código QR&#10;&#10;El contenido generado por IA puede ser incorrecto.">
            <a:extLst>
              <a:ext uri="{FF2B5EF4-FFF2-40B4-BE49-F238E27FC236}">
                <a16:creationId xmlns:a16="http://schemas.microsoft.com/office/drawing/2014/main" id="{A6095D4F-B924-C555-40DA-5C66C8F42334}"/>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644322" y="3984616"/>
            <a:ext cx="7855355" cy="2225684"/>
          </a:xfrm>
          <a:prstGeom prst="rect">
            <a:avLst/>
          </a:prstGeom>
        </p:spPr>
      </p:pic>
      <p:sp>
        <p:nvSpPr>
          <p:cNvPr id="6" name="CuadroTexto 5">
            <a:extLst>
              <a:ext uri="{FF2B5EF4-FFF2-40B4-BE49-F238E27FC236}">
                <a16:creationId xmlns:a16="http://schemas.microsoft.com/office/drawing/2014/main" id="{8A6327E3-791C-326D-D38A-C22EF33BA929}"/>
              </a:ext>
            </a:extLst>
          </p:cNvPr>
          <p:cNvSpPr txBox="1"/>
          <p:nvPr/>
        </p:nvSpPr>
        <p:spPr>
          <a:xfrm>
            <a:off x="-5693" y="0"/>
            <a:ext cx="8782430" cy="646331"/>
          </a:xfrm>
          <a:prstGeom prst="rect">
            <a:avLst/>
          </a:prstGeom>
          <a:noFill/>
        </p:spPr>
        <p:txBody>
          <a:bodyPr wrap="square" rtlCol="0">
            <a:spAutoFit/>
          </a:bodyPr>
          <a:lstStyle/>
          <a:p>
            <a:pPr lvl="2" algn="r"/>
            <a:r>
              <a:rPr lang="es-ES" sz="3600" dirty="0">
                <a:solidFill>
                  <a:schemeClr val="bg2">
                    <a:lumMod val="10000"/>
                  </a:schemeClr>
                </a:solidFill>
                <a:latin typeface="Amasis MT Pro Light" panose="02040304050005020304" pitchFamily="18" charset="0"/>
                <a:cs typeface="Adobe Devanagari" panose="02040503050201020203" pitchFamily="18" charset="0"/>
              </a:rPr>
              <a:t>Autómatas celulares elementales</a:t>
            </a:r>
          </a:p>
        </p:txBody>
      </p:sp>
    </p:spTree>
    <p:extLst>
      <p:ext uri="{BB962C8B-B14F-4D97-AF65-F5344CB8AC3E}">
        <p14:creationId xmlns:p14="http://schemas.microsoft.com/office/powerpoint/2010/main" val="241425011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1887D2-38AC-60CB-5EA1-141F468C2085}"/>
            </a:ext>
          </a:extLst>
        </p:cNvPr>
        <p:cNvGrpSpPr/>
        <p:nvPr/>
      </p:nvGrpSpPr>
      <p:grpSpPr>
        <a:xfrm>
          <a:off x="0" y="0"/>
          <a:ext cx="0" cy="0"/>
          <a:chOff x="0" y="0"/>
          <a:chExt cx="0" cy="0"/>
        </a:xfrm>
      </p:grpSpPr>
      <p:sp>
        <p:nvSpPr>
          <p:cNvPr id="6" name="CuadroTexto 5">
            <a:extLst>
              <a:ext uri="{FF2B5EF4-FFF2-40B4-BE49-F238E27FC236}">
                <a16:creationId xmlns:a16="http://schemas.microsoft.com/office/drawing/2014/main" id="{8563F3EE-729A-B74B-D5C5-313D18EB0651}"/>
              </a:ext>
            </a:extLst>
          </p:cNvPr>
          <p:cNvSpPr txBox="1"/>
          <p:nvPr/>
        </p:nvSpPr>
        <p:spPr>
          <a:xfrm>
            <a:off x="79465" y="1572674"/>
            <a:ext cx="3469577" cy="646331"/>
          </a:xfrm>
          <a:prstGeom prst="rect">
            <a:avLst/>
          </a:prstGeom>
          <a:noFill/>
        </p:spPr>
        <p:txBody>
          <a:bodyPr wrap="square" rtlCol="0">
            <a:spAutoFit/>
          </a:bodyPr>
          <a:lstStyle/>
          <a:p>
            <a:r>
              <a:rPr lang="es-ES" b="1" i="1" dirty="0">
                <a:solidFill>
                  <a:schemeClr val="bg2">
                    <a:lumMod val="10000"/>
                  </a:schemeClr>
                </a:solidFill>
                <a:latin typeface="Amasis MT Pro" panose="02040504050005020304" pitchFamily="18" charset="0"/>
              </a:rPr>
              <a:t>Clase-1 </a:t>
            </a:r>
            <a:r>
              <a:rPr lang="es-ES" b="1" dirty="0">
                <a:solidFill>
                  <a:schemeClr val="bg2">
                    <a:lumMod val="10000"/>
                  </a:schemeClr>
                </a:solidFill>
                <a:latin typeface="Amasis MT Pro" panose="02040504050005020304" pitchFamily="18" charset="0"/>
              </a:rPr>
              <a:t>:</a:t>
            </a:r>
            <a:r>
              <a:rPr lang="es-ES" dirty="0">
                <a:solidFill>
                  <a:schemeClr val="bg2">
                    <a:lumMod val="25000"/>
                  </a:schemeClr>
                </a:solidFill>
                <a:latin typeface="Amasis MT Pro" panose="02040504050005020304" pitchFamily="18" charset="0"/>
              </a:rPr>
              <a:t> Rápidamente todas las celdas </a:t>
            </a:r>
            <a:r>
              <a:rPr lang="es-ES" dirty="0">
                <a:solidFill>
                  <a:schemeClr val="bg2">
                    <a:lumMod val="50000"/>
                  </a:schemeClr>
                </a:solidFill>
                <a:latin typeface="Amasis MT Pro" panose="02040504050005020304" pitchFamily="18" charset="0"/>
              </a:rPr>
              <a:t>se vuelven 0 o 1</a:t>
            </a:r>
            <a:r>
              <a:rPr lang="es-ES" dirty="0">
                <a:solidFill>
                  <a:schemeClr val="bg2">
                    <a:lumMod val="25000"/>
                  </a:schemeClr>
                </a:solidFill>
                <a:latin typeface="Amasis MT Pro" panose="02040504050005020304" pitchFamily="18" charset="0"/>
              </a:rPr>
              <a:t>. </a:t>
            </a:r>
            <a:endParaRPr lang="es-ES" b="1" i="1" dirty="0">
              <a:solidFill>
                <a:schemeClr val="bg2">
                  <a:lumMod val="10000"/>
                </a:schemeClr>
              </a:solidFill>
              <a:latin typeface="Amasis MT Pro" panose="02040504050005020304" pitchFamily="18" charset="0"/>
            </a:endParaRPr>
          </a:p>
        </p:txBody>
      </p:sp>
      <p:sp>
        <p:nvSpPr>
          <p:cNvPr id="7" name="CuadroTexto 6">
            <a:extLst>
              <a:ext uri="{FF2B5EF4-FFF2-40B4-BE49-F238E27FC236}">
                <a16:creationId xmlns:a16="http://schemas.microsoft.com/office/drawing/2014/main" id="{55C9628B-BCE7-8BA6-0E72-C74C7F18D3B1}"/>
              </a:ext>
            </a:extLst>
          </p:cNvPr>
          <p:cNvSpPr txBox="1"/>
          <p:nvPr/>
        </p:nvSpPr>
        <p:spPr>
          <a:xfrm>
            <a:off x="79465" y="2414296"/>
            <a:ext cx="3469578" cy="369332"/>
          </a:xfrm>
          <a:prstGeom prst="rect">
            <a:avLst/>
          </a:prstGeom>
          <a:noFill/>
        </p:spPr>
        <p:txBody>
          <a:bodyPr wrap="square" rtlCol="0">
            <a:spAutoFit/>
          </a:bodyPr>
          <a:lstStyle/>
          <a:p>
            <a:r>
              <a:rPr lang="es-ES" b="1" i="1" dirty="0">
                <a:solidFill>
                  <a:schemeClr val="bg2">
                    <a:lumMod val="10000"/>
                  </a:schemeClr>
                </a:solidFill>
                <a:latin typeface="Amasis MT Pro" panose="02040504050005020304" pitchFamily="18" charset="0"/>
              </a:rPr>
              <a:t>Clase-2 </a:t>
            </a:r>
            <a:r>
              <a:rPr lang="es-ES" b="1" dirty="0">
                <a:solidFill>
                  <a:schemeClr val="bg2">
                    <a:lumMod val="10000"/>
                  </a:schemeClr>
                </a:solidFill>
                <a:latin typeface="Amasis MT Pro" panose="02040504050005020304" pitchFamily="18" charset="0"/>
              </a:rPr>
              <a:t>: </a:t>
            </a:r>
            <a:r>
              <a:rPr lang="es-ES" dirty="0">
                <a:solidFill>
                  <a:schemeClr val="bg2">
                    <a:lumMod val="25000"/>
                  </a:schemeClr>
                </a:solidFill>
                <a:latin typeface="Amasis MT Pro" panose="02040504050005020304" pitchFamily="18" charset="0"/>
              </a:rPr>
              <a:t>Patrones </a:t>
            </a:r>
            <a:r>
              <a:rPr lang="es-ES" dirty="0">
                <a:solidFill>
                  <a:schemeClr val="bg2">
                    <a:lumMod val="50000"/>
                  </a:schemeClr>
                </a:solidFill>
                <a:latin typeface="Amasis MT Pro" panose="02040504050005020304" pitchFamily="18" charset="0"/>
              </a:rPr>
              <a:t>periódicos</a:t>
            </a:r>
            <a:r>
              <a:rPr lang="es-ES" dirty="0">
                <a:solidFill>
                  <a:schemeClr val="bg2">
                    <a:lumMod val="25000"/>
                  </a:schemeClr>
                </a:solidFill>
                <a:latin typeface="Amasis MT Pro" panose="02040504050005020304" pitchFamily="18" charset="0"/>
              </a:rPr>
              <a:t>.</a:t>
            </a:r>
            <a:endParaRPr lang="es-ES" b="1" i="1" dirty="0">
              <a:solidFill>
                <a:schemeClr val="bg2">
                  <a:lumMod val="10000"/>
                </a:schemeClr>
              </a:solidFill>
              <a:latin typeface="Amasis MT Pro" panose="02040504050005020304" pitchFamily="18" charset="0"/>
            </a:endParaRPr>
          </a:p>
        </p:txBody>
      </p:sp>
      <p:sp>
        <p:nvSpPr>
          <p:cNvPr id="8" name="CuadroTexto 7">
            <a:extLst>
              <a:ext uri="{FF2B5EF4-FFF2-40B4-BE49-F238E27FC236}">
                <a16:creationId xmlns:a16="http://schemas.microsoft.com/office/drawing/2014/main" id="{FB84446A-3EE6-5F5A-6172-427FC39044A7}"/>
              </a:ext>
            </a:extLst>
          </p:cNvPr>
          <p:cNvSpPr txBox="1"/>
          <p:nvPr/>
        </p:nvSpPr>
        <p:spPr>
          <a:xfrm>
            <a:off x="79464" y="2978920"/>
            <a:ext cx="3469577" cy="923330"/>
          </a:xfrm>
          <a:prstGeom prst="rect">
            <a:avLst/>
          </a:prstGeom>
          <a:noFill/>
        </p:spPr>
        <p:txBody>
          <a:bodyPr wrap="square" rtlCol="0">
            <a:spAutoFit/>
          </a:bodyPr>
          <a:lstStyle/>
          <a:p>
            <a:r>
              <a:rPr lang="es-ES" b="1" i="1" dirty="0">
                <a:solidFill>
                  <a:schemeClr val="bg2">
                    <a:lumMod val="10000"/>
                  </a:schemeClr>
                </a:solidFill>
                <a:latin typeface="Amasis MT Pro" panose="02040504050005020304" pitchFamily="18" charset="0"/>
              </a:rPr>
              <a:t>Clase-3 </a:t>
            </a:r>
            <a:r>
              <a:rPr lang="es-ES" b="1" dirty="0">
                <a:solidFill>
                  <a:schemeClr val="bg2">
                    <a:lumMod val="10000"/>
                  </a:schemeClr>
                </a:solidFill>
                <a:latin typeface="Amasis MT Pro" panose="02040504050005020304" pitchFamily="18" charset="0"/>
              </a:rPr>
              <a:t>: </a:t>
            </a:r>
            <a:r>
              <a:rPr lang="es-ES" dirty="0">
                <a:solidFill>
                  <a:schemeClr val="bg2">
                    <a:lumMod val="25000"/>
                  </a:schemeClr>
                </a:solidFill>
                <a:latin typeface="Amasis MT Pro" panose="02040504050005020304" pitchFamily="18" charset="0"/>
              </a:rPr>
              <a:t>Patrones</a:t>
            </a:r>
            <a:r>
              <a:rPr lang="es-ES" dirty="0">
                <a:solidFill>
                  <a:schemeClr val="bg2">
                    <a:lumMod val="50000"/>
                  </a:schemeClr>
                </a:solidFill>
                <a:latin typeface="Amasis MT Pro" panose="02040504050005020304" pitchFamily="18" charset="0"/>
              </a:rPr>
              <a:t> caóticos</a:t>
            </a:r>
            <a:r>
              <a:rPr lang="es-ES" dirty="0">
                <a:solidFill>
                  <a:schemeClr val="bg2">
                    <a:lumMod val="25000"/>
                  </a:schemeClr>
                </a:solidFill>
                <a:latin typeface="Amasis MT Pro" panose="02040504050005020304" pitchFamily="18" charset="0"/>
              </a:rPr>
              <a:t>.</a:t>
            </a:r>
            <a:r>
              <a:rPr lang="es-ES" dirty="0">
                <a:solidFill>
                  <a:schemeClr val="bg2">
                    <a:lumMod val="50000"/>
                  </a:schemeClr>
                </a:solidFill>
                <a:latin typeface="Amasis MT Pro" panose="02040504050005020304" pitchFamily="18" charset="0"/>
              </a:rPr>
              <a:t> </a:t>
            </a:r>
            <a:r>
              <a:rPr lang="es-ES" dirty="0">
                <a:solidFill>
                  <a:schemeClr val="bg2">
                    <a:lumMod val="25000"/>
                  </a:schemeClr>
                </a:solidFill>
                <a:latin typeface="Amasis MT Pro" panose="02040504050005020304" pitchFamily="18" charset="0"/>
              </a:rPr>
              <a:t>No se repiten nunca (hasta alcanzar tiempo de Poincaré).</a:t>
            </a:r>
            <a:endParaRPr lang="es-ES" b="1" i="1" dirty="0">
              <a:solidFill>
                <a:schemeClr val="bg2">
                  <a:lumMod val="10000"/>
                </a:schemeClr>
              </a:solidFill>
              <a:latin typeface="Amasis MT Pro" panose="02040504050005020304" pitchFamily="18" charset="0"/>
            </a:endParaRPr>
          </a:p>
        </p:txBody>
      </p:sp>
      <p:sp>
        <p:nvSpPr>
          <p:cNvPr id="9" name="CuadroTexto 8">
            <a:extLst>
              <a:ext uri="{FF2B5EF4-FFF2-40B4-BE49-F238E27FC236}">
                <a16:creationId xmlns:a16="http://schemas.microsoft.com/office/drawing/2014/main" id="{BD6BC006-51E1-171D-3F22-49A589B35E1D}"/>
              </a:ext>
            </a:extLst>
          </p:cNvPr>
          <p:cNvSpPr txBox="1"/>
          <p:nvPr/>
        </p:nvSpPr>
        <p:spPr>
          <a:xfrm>
            <a:off x="79466" y="4101125"/>
            <a:ext cx="3571784" cy="1131079"/>
          </a:xfrm>
          <a:prstGeom prst="rect">
            <a:avLst/>
          </a:prstGeom>
          <a:noFill/>
        </p:spPr>
        <p:txBody>
          <a:bodyPr wrap="square" rtlCol="0">
            <a:spAutoFit/>
          </a:bodyPr>
          <a:lstStyle/>
          <a:p>
            <a:r>
              <a:rPr lang="es-ES" b="1" i="1" dirty="0">
                <a:solidFill>
                  <a:schemeClr val="bg2">
                    <a:lumMod val="10000"/>
                  </a:schemeClr>
                </a:solidFill>
                <a:latin typeface="Amasis MT Pro" panose="02040504050005020304" pitchFamily="18" charset="0"/>
              </a:rPr>
              <a:t>Clase-4 </a:t>
            </a:r>
            <a:r>
              <a:rPr lang="es-ES" b="1" dirty="0">
                <a:solidFill>
                  <a:schemeClr val="bg2">
                    <a:lumMod val="10000"/>
                  </a:schemeClr>
                </a:solidFill>
                <a:latin typeface="Amasis MT Pro" panose="02040504050005020304" pitchFamily="18" charset="0"/>
              </a:rPr>
              <a:t>: </a:t>
            </a:r>
            <a:r>
              <a:rPr lang="es-ES" dirty="0">
                <a:solidFill>
                  <a:schemeClr val="bg2">
                    <a:lumMod val="25000"/>
                  </a:schemeClr>
                </a:solidFill>
                <a:latin typeface="Amasis MT Pro" panose="02040504050005020304" pitchFamily="18" charset="0"/>
              </a:rPr>
              <a:t>Combinación de zonas ordenadas y complejas.</a:t>
            </a:r>
          </a:p>
          <a:p>
            <a:r>
              <a:rPr lang="es-ES" u="sng" dirty="0">
                <a:solidFill>
                  <a:schemeClr val="bg2">
                    <a:lumMod val="50000"/>
                  </a:schemeClr>
                </a:solidFill>
                <a:latin typeface="Amasis MT Pro" panose="02040504050005020304" pitchFamily="18" charset="0"/>
              </a:rPr>
              <a:t>Edge </a:t>
            </a:r>
            <a:r>
              <a:rPr lang="es-ES" u="sng" dirty="0" err="1">
                <a:solidFill>
                  <a:schemeClr val="bg2">
                    <a:lumMod val="50000"/>
                  </a:schemeClr>
                </a:solidFill>
                <a:latin typeface="Amasis MT Pro" panose="02040504050005020304" pitchFamily="18" charset="0"/>
              </a:rPr>
              <a:t>of</a:t>
            </a:r>
            <a:r>
              <a:rPr lang="es-ES" u="sng" dirty="0">
                <a:solidFill>
                  <a:schemeClr val="bg2">
                    <a:lumMod val="50000"/>
                  </a:schemeClr>
                </a:solidFill>
                <a:latin typeface="Amasis MT Pro" panose="02040504050005020304" pitchFamily="18" charset="0"/>
              </a:rPr>
              <a:t> Chaos </a:t>
            </a:r>
            <a:r>
              <a:rPr lang="es-ES" u="sng" dirty="0">
                <a:solidFill>
                  <a:schemeClr val="bg2">
                    <a:lumMod val="50000"/>
                  </a:schemeClr>
                </a:solidFill>
                <a:latin typeface="Amasis MT Pro" panose="02040504050005020304" pitchFamily="18" charset="0"/>
                <a:sym typeface="Wingdings" panose="05000000000000000000" pitchFamily="2" charset="2"/>
              </a:rPr>
              <a:t> Caos transitorio</a:t>
            </a:r>
            <a:r>
              <a:rPr lang="es-ES" dirty="0">
                <a:solidFill>
                  <a:schemeClr val="bg2">
                    <a:lumMod val="25000"/>
                  </a:schemeClr>
                </a:solidFill>
                <a:latin typeface="Amasis MT Pro" panose="02040504050005020304" pitchFamily="18" charset="0"/>
              </a:rPr>
              <a:t>.</a:t>
            </a:r>
          </a:p>
          <a:p>
            <a:endParaRPr lang="es-ES" sz="1350" i="1" dirty="0">
              <a:solidFill>
                <a:schemeClr val="bg2">
                  <a:lumMod val="10000"/>
                </a:schemeClr>
              </a:solidFill>
              <a:latin typeface="Amasis MT Pro" panose="02040504050005020304" pitchFamily="18" charset="0"/>
            </a:endParaRPr>
          </a:p>
        </p:txBody>
      </p:sp>
      <p:sp>
        <p:nvSpPr>
          <p:cNvPr id="3" name="CuadroTexto 2">
            <a:extLst>
              <a:ext uri="{FF2B5EF4-FFF2-40B4-BE49-F238E27FC236}">
                <a16:creationId xmlns:a16="http://schemas.microsoft.com/office/drawing/2014/main" id="{16A49AB4-6F73-4FD9-87BC-EFE1538F0AA9}"/>
              </a:ext>
            </a:extLst>
          </p:cNvPr>
          <p:cNvSpPr txBox="1"/>
          <p:nvPr/>
        </p:nvSpPr>
        <p:spPr>
          <a:xfrm>
            <a:off x="-5693" y="0"/>
            <a:ext cx="8782430" cy="646331"/>
          </a:xfrm>
          <a:prstGeom prst="rect">
            <a:avLst/>
          </a:prstGeom>
          <a:noFill/>
        </p:spPr>
        <p:txBody>
          <a:bodyPr wrap="square" rtlCol="0">
            <a:spAutoFit/>
          </a:bodyPr>
          <a:lstStyle/>
          <a:p>
            <a:pPr lvl="2" algn="r"/>
            <a:r>
              <a:rPr lang="es-ES" sz="3600" dirty="0">
                <a:solidFill>
                  <a:schemeClr val="bg2">
                    <a:lumMod val="10000"/>
                  </a:schemeClr>
                </a:solidFill>
                <a:latin typeface="Amasis MT Pro Light" panose="02040304050005020304" pitchFamily="18" charset="0"/>
                <a:cs typeface="Adobe Devanagari" panose="02040503050201020203" pitchFamily="18" charset="0"/>
              </a:rPr>
              <a:t>Clasificación de </a:t>
            </a:r>
            <a:r>
              <a:rPr lang="es-ES" sz="3600" dirty="0" err="1">
                <a:solidFill>
                  <a:schemeClr val="bg2">
                    <a:lumMod val="10000"/>
                  </a:schemeClr>
                </a:solidFill>
                <a:latin typeface="Amasis MT Pro Light" panose="02040304050005020304" pitchFamily="18" charset="0"/>
                <a:cs typeface="Adobe Devanagari" panose="02040503050201020203" pitchFamily="18" charset="0"/>
              </a:rPr>
              <a:t>Wolfram</a:t>
            </a:r>
            <a:endParaRPr lang="es-ES" sz="3600" dirty="0">
              <a:solidFill>
                <a:schemeClr val="bg2">
                  <a:lumMod val="10000"/>
                </a:schemeClr>
              </a:solidFill>
              <a:latin typeface="Amasis MT Pro Light" panose="02040304050005020304" pitchFamily="18" charset="0"/>
              <a:cs typeface="Adobe Devanagari" panose="02040503050201020203" pitchFamily="18" charset="0"/>
            </a:endParaRPr>
          </a:p>
        </p:txBody>
      </p:sp>
      <p:pic>
        <p:nvPicPr>
          <p:cNvPr id="4" name="Imagen 3" descr="Patrón de fondo&#10;&#10;El contenido generado por IA puede ser incorrecto.">
            <a:extLst>
              <a:ext uri="{FF2B5EF4-FFF2-40B4-BE49-F238E27FC236}">
                <a16:creationId xmlns:a16="http://schemas.microsoft.com/office/drawing/2014/main" id="{AAAC939D-7FD1-1FE8-CCA5-7763A7E5D53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549041" y="795460"/>
            <a:ext cx="5454534" cy="5727260"/>
          </a:xfrm>
          <a:prstGeom prst="rect">
            <a:avLst/>
          </a:prstGeom>
        </p:spPr>
      </p:pic>
      <p:sp>
        <p:nvSpPr>
          <p:cNvPr id="2" name="Rectángulo 1">
            <a:extLst>
              <a:ext uri="{FF2B5EF4-FFF2-40B4-BE49-F238E27FC236}">
                <a16:creationId xmlns:a16="http://schemas.microsoft.com/office/drawing/2014/main" id="{A97E8CA8-B536-BE39-6E17-1C7E5364CE8C}"/>
              </a:ext>
            </a:extLst>
          </p:cNvPr>
          <p:cNvSpPr/>
          <p:nvPr/>
        </p:nvSpPr>
        <p:spPr>
          <a:xfrm>
            <a:off x="3949700" y="673100"/>
            <a:ext cx="4756150" cy="36195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5" name="CuadroTexto 4">
            <a:extLst>
              <a:ext uri="{FF2B5EF4-FFF2-40B4-BE49-F238E27FC236}">
                <a16:creationId xmlns:a16="http://schemas.microsoft.com/office/drawing/2014/main" id="{8106612E-B672-54E4-FE15-6EE31AACB89E}"/>
              </a:ext>
            </a:extLst>
          </p:cNvPr>
          <p:cNvSpPr txBox="1"/>
          <p:nvPr/>
        </p:nvSpPr>
        <p:spPr>
          <a:xfrm>
            <a:off x="3697604" y="692487"/>
            <a:ext cx="1022959" cy="369332"/>
          </a:xfrm>
          <a:prstGeom prst="rect">
            <a:avLst/>
          </a:prstGeom>
          <a:noFill/>
        </p:spPr>
        <p:txBody>
          <a:bodyPr wrap="square" rtlCol="0">
            <a:spAutoFit/>
          </a:bodyPr>
          <a:lstStyle/>
          <a:p>
            <a:pPr algn="ctr"/>
            <a:r>
              <a:rPr lang="es-ES" b="1" i="1" dirty="0">
                <a:solidFill>
                  <a:schemeClr val="bg2">
                    <a:lumMod val="10000"/>
                  </a:schemeClr>
                </a:solidFill>
                <a:latin typeface="Amasis MT Pro" panose="02040504050005020304" pitchFamily="18" charset="0"/>
              </a:rPr>
              <a:t>Clase-1</a:t>
            </a:r>
            <a:endParaRPr lang="es-ES" dirty="0"/>
          </a:p>
        </p:txBody>
      </p:sp>
      <p:sp>
        <p:nvSpPr>
          <p:cNvPr id="13" name="CuadroTexto 12">
            <a:extLst>
              <a:ext uri="{FF2B5EF4-FFF2-40B4-BE49-F238E27FC236}">
                <a16:creationId xmlns:a16="http://schemas.microsoft.com/office/drawing/2014/main" id="{4338A033-8AB4-F644-88F0-38004054F942}"/>
              </a:ext>
            </a:extLst>
          </p:cNvPr>
          <p:cNvSpPr txBox="1"/>
          <p:nvPr/>
        </p:nvSpPr>
        <p:spPr>
          <a:xfrm>
            <a:off x="5048678" y="694772"/>
            <a:ext cx="1022959" cy="369332"/>
          </a:xfrm>
          <a:prstGeom prst="rect">
            <a:avLst/>
          </a:prstGeom>
          <a:noFill/>
        </p:spPr>
        <p:txBody>
          <a:bodyPr wrap="square" rtlCol="0">
            <a:spAutoFit/>
          </a:bodyPr>
          <a:lstStyle/>
          <a:p>
            <a:pPr algn="ctr"/>
            <a:r>
              <a:rPr lang="es-ES" b="1" i="1" dirty="0">
                <a:solidFill>
                  <a:schemeClr val="bg2">
                    <a:lumMod val="10000"/>
                  </a:schemeClr>
                </a:solidFill>
                <a:latin typeface="Amasis MT Pro" panose="02040504050005020304" pitchFamily="18" charset="0"/>
              </a:rPr>
              <a:t>Clase-2</a:t>
            </a:r>
            <a:endParaRPr lang="es-ES" dirty="0"/>
          </a:p>
        </p:txBody>
      </p:sp>
      <p:sp>
        <p:nvSpPr>
          <p:cNvPr id="14" name="CuadroTexto 13">
            <a:extLst>
              <a:ext uri="{FF2B5EF4-FFF2-40B4-BE49-F238E27FC236}">
                <a16:creationId xmlns:a16="http://schemas.microsoft.com/office/drawing/2014/main" id="{AC305C75-E0EF-20B8-9491-06BBEF1BC29D}"/>
              </a:ext>
            </a:extLst>
          </p:cNvPr>
          <p:cNvSpPr txBox="1"/>
          <p:nvPr/>
        </p:nvSpPr>
        <p:spPr>
          <a:xfrm>
            <a:off x="6399752" y="696838"/>
            <a:ext cx="1022959" cy="369332"/>
          </a:xfrm>
          <a:prstGeom prst="rect">
            <a:avLst/>
          </a:prstGeom>
          <a:noFill/>
        </p:spPr>
        <p:txBody>
          <a:bodyPr wrap="square" rtlCol="0">
            <a:spAutoFit/>
          </a:bodyPr>
          <a:lstStyle/>
          <a:p>
            <a:pPr algn="ctr"/>
            <a:r>
              <a:rPr lang="es-ES" b="1" i="1" dirty="0">
                <a:solidFill>
                  <a:schemeClr val="bg2">
                    <a:lumMod val="10000"/>
                  </a:schemeClr>
                </a:solidFill>
                <a:latin typeface="Amasis MT Pro" panose="02040504050005020304" pitchFamily="18" charset="0"/>
              </a:rPr>
              <a:t>Clase-3                           </a:t>
            </a:r>
            <a:endParaRPr lang="es-ES" dirty="0"/>
          </a:p>
        </p:txBody>
      </p:sp>
      <p:sp>
        <p:nvSpPr>
          <p:cNvPr id="15" name="CuadroTexto 14">
            <a:extLst>
              <a:ext uri="{FF2B5EF4-FFF2-40B4-BE49-F238E27FC236}">
                <a16:creationId xmlns:a16="http://schemas.microsoft.com/office/drawing/2014/main" id="{9588BB91-BB94-52EC-5AAF-3269E84142BC}"/>
              </a:ext>
            </a:extLst>
          </p:cNvPr>
          <p:cNvSpPr txBox="1"/>
          <p:nvPr/>
        </p:nvSpPr>
        <p:spPr>
          <a:xfrm>
            <a:off x="7750826" y="692487"/>
            <a:ext cx="1022959" cy="369332"/>
          </a:xfrm>
          <a:prstGeom prst="rect">
            <a:avLst/>
          </a:prstGeom>
          <a:noFill/>
        </p:spPr>
        <p:txBody>
          <a:bodyPr wrap="square" rtlCol="0">
            <a:spAutoFit/>
          </a:bodyPr>
          <a:lstStyle/>
          <a:p>
            <a:pPr algn="ctr"/>
            <a:r>
              <a:rPr lang="es-ES" b="1" i="1" dirty="0">
                <a:solidFill>
                  <a:schemeClr val="bg2">
                    <a:lumMod val="10000"/>
                  </a:schemeClr>
                </a:solidFill>
                <a:latin typeface="Amasis MT Pro" panose="02040504050005020304" pitchFamily="18" charset="0"/>
              </a:rPr>
              <a:t>Clase-4</a:t>
            </a:r>
            <a:endParaRPr lang="es-ES" dirty="0"/>
          </a:p>
        </p:txBody>
      </p:sp>
    </p:spTree>
    <p:extLst>
      <p:ext uri="{BB962C8B-B14F-4D97-AF65-F5344CB8AC3E}">
        <p14:creationId xmlns:p14="http://schemas.microsoft.com/office/powerpoint/2010/main" val="401173278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DD5147-C5CB-B185-D03C-F877B8B6E7A9}"/>
            </a:ext>
          </a:extLst>
        </p:cNvPr>
        <p:cNvGrpSpPr/>
        <p:nvPr/>
      </p:nvGrpSpPr>
      <p:grpSpPr>
        <a:xfrm>
          <a:off x="0" y="0"/>
          <a:ext cx="0" cy="0"/>
          <a:chOff x="0" y="0"/>
          <a:chExt cx="0" cy="0"/>
        </a:xfrm>
      </p:grpSpPr>
      <p:sp>
        <p:nvSpPr>
          <p:cNvPr id="3" name="CuadroTexto 2">
            <a:extLst>
              <a:ext uri="{FF2B5EF4-FFF2-40B4-BE49-F238E27FC236}">
                <a16:creationId xmlns:a16="http://schemas.microsoft.com/office/drawing/2014/main" id="{65165778-C44D-C32E-111A-88FFAF4A8D7B}"/>
              </a:ext>
            </a:extLst>
          </p:cNvPr>
          <p:cNvSpPr txBox="1"/>
          <p:nvPr/>
        </p:nvSpPr>
        <p:spPr>
          <a:xfrm>
            <a:off x="-5693" y="0"/>
            <a:ext cx="8782430" cy="646331"/>
          </a:xfrm>
          <a:prstGeom prst="rect">
            <a:avLst/>
          </a:prstGeom>
          <a:noFill/>
        </p:spPr>
        <p:txBody>
          <a:bodyPr wrap="square" rtlCol="0">
            <a:spAutoFit/>
          </a:bodyPr>
          <a:lstStyle/>
          <a:p>
            <a:pPr lvl="2" algn="r"/>
            <a:r>
              <a:rPr lang="es-ES" sz="3600" dirty="0">
                <a:solidFill>
                  <a:schemeClr val="bg2">
                    <a:lumMod val="10000"/>
                  </a:schemeClr>
                </a:solidFill>
                <a:latin typeface="Amasis MT Pro Light" panose="02040304050005020304" pitchFamily="18" charset="0"/>
                <a:cs typeface="Adobe Devanagari" panose="02040503050201020203" pitchFamily="18" charset="0"/>
              </a:rPr>
              <a:t>Patrones de diferencia</a:t>
            </a:r>
          </a:p>
        </p:txBody>
      </p:sp>
      <p:pic>
        <p:nvPicPr>
          <p:cNvPr id="11" name="Imagen 10" descr="Patrón de fondo&#10;&#10;El contenido generado por IA puede ser incorrecto.">
            <a:extLst>
              <a:ext uri="{FF2B5EF4-FFF2-40B4-BE49-F238E27FC236}">
                <a16:creationId xmlns:a16="http://schemas.microsoft.com/office/drawing/2014/main" id="{BB154CC1-69AB-217C-5C8E-D04B970713F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46067" y="646331"/>
            <a:ext cx="7851866" cy="10992613"/>
          </a:xfrm>
          <a:prstGeom prst="rect">
            <a:avLst/>
          </a:prstGeom>
        </p:spPr>
      </p:pic>
      <p:sp>
        <p:nvSpPr>
          <p:cNvPr id="4" name="Rectángulo 3">
            <a:extLst>
              <a:ext uri="{FF2B5EF4-FFF2-40B4-BE49-F238E27FC236}">
                <a16:creationId xmlns:a16="http://schemas.microsoft.com/office/drawing/2014/main" id="{88038083-31AD-FC70-BF97-F353D3484ACD}"/>
              </a:ext>
            </a:extLst>
          </p:cNvPr>
          <p:cNvSpPr/>
          <p:nvPr/>
        </p:nvSpPr>
        <p:spPr>
          <a:xfrm>
            <a:off x="1238250" y="628650"/>
            <a:ext cx="6734175" cy="51092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5" name="CuadroTexto 4">
            <a:extLst>
              <a:ext uri="{FF2B5EF4-FFF2-40B4-BE49-F238E27FC236}">
                <a16:creationId xmlns:a16="http://schemas.microsoft.com/office/drawing/2014/main" id="{E590ADD0-E871-4A91-8300-354EFB7ED73A}"/>
              </a:ext>
            </a:extLst>
          </p:cNvPr>
          <p:cNvSpPr txBox="1"/>
          <p:nvPr/>
        </p:nvSpPr>
        <p:spPr>
          <a:xfrm>
            <a:off x="1171575" y="632451"/>
            <a:ext cx="1501347" cy="523220"/>
          </a:xfrm>
          <a:prstGeom prst="rect">
            <a:avLst/>
          </a:prstGeom>
          <a:noFill/>
        </p:spPr>
        <p:txBody>
          <a:bodyPr wrap="square" rtlCol="0">
            <a:spAutoFit/>
          </a:bodyPr>
          <a:lstStyle/>
          <a:p>
            <a:pPr algn="ctr"/>
            <a:r>
              <a:rPr lang="es-ES" sz="2800" b="1" i="1" dirty="0">
                <a:solidFill>
                  <a:schemeClr val="bg2">
                    <a:lumMod val="10000"/>
                  </a:schemeClr>
                </a:solidFill>
                <a:latin typeface="Amasis MT Pro" panose="02040504050005020304" pitchFamily="18" charset="0"/>
              </a:rPr>
              <a:t>Clase-2</a:t>
            </a:r>
            <a:endParaRPr lang="es-ES" sz="2800" dirty="0"/>
          </a:p>
        </p:txBody>
      </p:sp>
      <p:sp>
        <p:nvSpPr>
          <p:cNvPr id="6" name="CuadroTexto 5">
            <a:extLst>
              <a:ext uri="{FF2B5EF4-FFF2-40B4-BE49-F238E27FC236}">
                <a16:creationId xmlns:a16="http://schemas.microsoft.com/office/drawing/2014/main" id="{35907312-7766-2E58-8599-4648B20ABF69}"/>
              </a:ext>
            </a:extLst>
          </p:cNvPr>
          <p:cNvSpPr txBox="1"/>
          <p:nvPr/>
        </p:nvSpPr>
        <p:spPr>
          <a:xfrm>
            <a:off x="3850190" y="608638"/>
            <a:ext cx="1501347" cy="523220"/>
          </a:xfrm>
          <a:prstGeom prst="rect">
            <a:avLst/>
          </a:prstGeom>
          <a:noFill/>
        </p:spPr>
        <p:txBody>
          <a:bodyPr wrap="square" rtlCol="0">
            <a:spAutoFit/>
          </a:bodyPr>
          <a:lstStyle/>
          <a:p>
            <a:pPr algn="ctr"/>
            <a:r>
              <a:rPr lang="es-ES" sz="2800" b="1" i="1" dirty="0">
                <a:solidFill>
                  <a:schemeClr val="bg2">
                    <a:lumMod val="10000"/>
                  </a:schemeClr>
                </a:solidFill>
                <a:latin typeface="Amasis MT Pro" panose="02040504050005020304" pitchFamily="18" charset="0"/>
              </a:rPr>
              <a:t>Clase-3</a:t>
            </a:r>
            <a:endParaRPr lang="es-ES" sz="2800" dirty="0"/>
          </a:p>
        </p:txBody>
      </p:sp>
      <p:sp>
        <p:nvSpPr>
          <p:cNvPr id="7" name="CuadroTexto 6">
            <a:extLst>
              <a:ext uri="{FF2B5EF4-FFF2-40B4-BE49-F238E27FC236}">
                <a16:creationId xmlns:a16="http://schemas.microsoft.com/office/drawing/2014/main" id="{323F304E-CB60-F43D-C679-F0F30666967A}"/>
              </a:ext>
            </a:extLst>
          </p:cNvPr>
          <p:cNvSpPr txBox="1"/>
          <p:nvPr/>
        </p:nvSpPr>
        <p:spPr>
          <a:xfrm>
            <a:off x="6385315" y="616357"/>
            <a:ext cx="1501347" cy="523220"/>
          </a:xfrm>
          <a:prstGeom prst="rect">
            <a:avLst/>
          </a:prstGeom>
          <a:noFill/>
        </p:spPr>
        <p:txBody>
          <a:bodyPr wrap="square" rtlCol="0">
            <a:spAutoFit/>
          </a:bodyPr>
          <a:lstStyle/>
          <a:p>
            <a:pPr algn="ctr"/>
            <a:r>
              <a:rPr lang="es-ES" sz="2800" b="1" i="1" dirty="0">
                <a:solidFill>
                  <a:schemeClr val="bg2">
                    <a:lumMod val="10000"/>
                  </a:schemeClr>
                </a:solidFill>
                <a:latin typeface="Amasis MT Pro" panose="02040504050005020304" pitchFamily="18" charset="0"/>
              </a:rPr>
              <a:t>Clase-4</a:t>
            </a:r>
            <a:endParaRPr lang="es-ES" sz="2800" dirty="0"/>
          </a:p>
        </p:txBody>
      </p:sp>
    </p:spTree>
    <p:extLst>
      <p:ext uri="{BB962C8B-B14F-4D97-AF65-F5344CB8AC3E}">
        <p14:creationId xmlns:p14="http://schemas.microsoft.com/office/powerpoint/2010/main" val="181098260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0733F7-4E0D-C8FD-4854-EF38044C52AD}"/>
            </a:ext>
          </a:extLst>
        </p:cNvPr>
        <p:cNvGrpSpPr/>
        <p:nvPr/>
      </p:nvGrpSpPr>
      <p:grpSpPr>
        <a:xfrm>
          <a:off x="0" y="0"/>
          <a:ext cx="0" cy="0"/>
          <a:chOff x="0" y="0"/>
          <a:chExt cx="0" cy="0"/>
        </a:xfrm>
      </p:grpSpPr>
      <p:sp>
        <p:nvSpPr>
          <p:cNvPr id="9" name="CuadroTexto 8">
            <a:extLst>
              <a:ext uri="{FF2B5EF4-FFF2-40B4-BE49-F238E27FC236}">
                <a16:creationId xmlns:a16="http://schemas.microsoft.com/office/drawing/2014/main" id="{1330C399-C72A-9DF2-3380-03F623DD835F}"/>
              </a:ext>
            </a:extLst>
          </p:cNvPr>
          <p:cNvSpPr txBox="1"/>
          <p:nvPr/>
        </p:nvSpPr>
        <p:spPr>
          <a:xfrm>
            <a:off x="179742" y="2067876"/>
            <a:ext cx="1149470" cy="400110"/>
          </a:xfrm>
          <a:prstGeom prst="rect">
            <a:avLst/>
          </a:prstGeom>
          <a:noFill/>
        </p:spPr>
        <p:txBody>
          <a:bodyPr wrap="square">
            <a:spAutoFit/>
          </a:bodyPr>
          <a:lstStyle/>
          <a:p>
            <a:r>
              <a:rPr lang="es-ES" sz="2000" b="1" i="1" dirty="0">
                <a:solidFill>
                  <a:schemeClr val="bg2">
                    <a:lumMod val="10000"/>
                  </a:schemeClr>
                </a:solidFill>
                <a:latin typeface="Amasis MT Pro" panose="02040504050005020304" pitchFamily="18" charset="0"/>
              </a:rPr>
              <a:t>Clase-1</a:t>
            </a:r>
            <a:endParaRPr lang="es-ES" sz="2000" dirty="0"/>
          </a:p>
        </p:txBody>
      </p:sp>
      <p:pic>
        <p:nvPicPr>
          <p:cNvPr id="13" name="Imagen 12">
            <a:extLst>
              <a:ext uri="{FF2B5EF4-FFF2-40B4-BE49-F238E27FC236}">
                <a16:creationId xmlns:a16="http://schemas.microsoft.com/office/drawing/2014/main" id="{9D28DAC7-7DB2-72D2-FCA2-5CC0E0D94B17}"/>
              </a:ext>
            </a:extLst>
          </p:cNvPr>
          <p:cNvPicPr>
            <a:picLocks noChangeAspect="1"/>
          </p:cNvPicPr>
          <p:nvPr/>
        </p:nvPicPr>
        <p:blipFill>
          <a:blip r:embed="rId3"/>
          <a:stretch>
            <a:fillRect/>
          </a:stretch>
        </p:blipFill>
        <p:spPr>
          <a:xfrm>
            <a:off x="1576854" y="1594105"/>
            <a:ext cx="3087134" cy="1366436"/>
          </a:xfrm>
          <a:prstGeom prst="rect">
            <a:avLst/>
          </a:prstGeom>
        </p:spPr>
      </p:pic>
      <p:pic>
        <p:nvPicPr>
          <p:cNvPr id="15" name="Imagen 14">
            <a:extLst>
              <a:ext uri="{FF2B5EF4-FFF2-40B4-BE49-F238E27FC236}">
                <a16:creationId xmlns:a16="http://schemas.microsoft.com/office/drawing/2014/main" id="{FBD34EA2-622E-DDEC-FBBC-822E9EBCFA11}"/>
              </a:ext>
            </a:extLst>
          </p:cNvPr>
          <p:cNvPicPr>
            <a:picLocks noChangeAspect="1"/>
          </p:cNvPicPr>
          <p:nvPr/>
        </p:nvPicPr>
        <p:blipFill>
          <a:blip r:embed="rId4"/>
          <a:stretch>
            <a:fillRect/>
          </a:stretch>
        </p:blipFill>
        <p:spPr>
          <a:xfrm>
            <a:off x="1551660" y="3402704"/>
            <a:ext cx="3002019" cy="1366436"/>
          </a:xfrm>
          <a:prstGeom prst="rect">
            <a:avLst/>
          </a:prstGeom>
        </p:spPr>
      </p:pic>
      <p:pic>
        <p:nvPicPr>
          <p:cNvPr id="17" name="Imagen 16">
            <a:extLst>
              <a:ext uri="{FF2B5EF4-FFF2-40B4-BE49-F238E27FC236}">
                <a16:creationId xmlns:a16="http://schemas.microsoft.com/office/drawing/2014/main" id="{98368D61-59FB-5FA1-B2EB-01C261991525}"/>
              </a:ext>
            </a:extLst>
          </p:cNvPr>
          <p:cNvPicPr>
            <a:picLocks noChangeAspect="1"/>
          </p:cNvPicPr>
          <p:nvPr/>
        </p:nvPicPr>
        <p:blipFill>
          <a:blip r:embed="rId5"/>
          <a:stretch>
            <a:fillRect/>
          </a:stretch>
        </p:blipFill>
        <p:spPr>
          <a:xfrm>
            <a:off x="1522598" y="4902376"/>
            <a:ext cx="3014538" cy="1361079"/>
          </a:xfrm>
          <a:prstGeom prst="rect">
            <a:avLst/>
          </a:prstGeom>
        </p:spPr>
      </p:pic>
      <p:sp>
        <p:nvSpPr>
          <p:cNvPr id="18" name="CuadroTexto 17">
            <a:extLst>
              <a:ext uri="{FF2B5EF4-FFF2-40B4-BE49-F238E27FC236}">
                <a16:creationId xmlns:a16="http://schemas.microsoft.com/office/drawing/2014/main" id="{E0663A59-3AAB-4B48-77BA-42FBB98FB6F4}"/>
              </a:ext>
            </a:extLst>
          </p:cNvPr>
          <p:cNvSpPr txBox="1"/>
          <p:nvPr/>
        </p:nvSpPr>
        <p:spPr>
          <a:xfrm>
            <a:off x="179742" y="4569085"/>
            <a:ext cx="1046900" cy="400110"/>
          </a:xfrm>
          <a:prstGeom prst="rect">
            <a:avLst/>
          </a:prstGeom>
          <a:noFill/>
        </p:spPr>
        <p:txBody>
          <a:bodyPr wrap="square">
            <a:spAutoFit/>
          </a:bodyPr>
          <a:lstStyle/>
          <a:p>
            <a:r>
              <a:rPr lang="es-ES" sz="2000" b="1" i="1" dirty="0">
                <a:solidFill>
                  <a:schemeClr val="bg2">
                    <a:lumMod val="10000"/>
                  </a:schemeClr>
                </a:solidFill>
                <a:latin typeface="Amasis MT Pro" panose="02040504050005020304" pitchFamily="18" charset="0"/>
              </a:rPr>
              <a:t>Clase-2</a:t>
            </a:r>
            <a:endParaRPr lang="es-ES" sz="2000" dirty="0"/>
          </a:p>
        </p:txBody>
      </p:sp>
      <p:cxnSp>
        <p:nvCxnSpPr>
          <p:cNvPr id="19" name="Conector recto 18">
            <a:extLst>
              <a:ext uri="{FF2B5EF4-FFF2-40B4-BE49-F238E27FC236}">
                <a16:creationId xmlns:a16="http://schemas.microsoft.com/office/drawing/2014/main" id="{F85079A2-8B29-9A4A-4AD3-641A1342AE54}"/>
              </a:ext>
            </a:extLst>
          </p:cNvPr>
          <p:cNvCxnSpPr>
            <a:cxnSpLocks/>
          </p:cNvCxnSpPr>
          <p:nvPr/>
        </p:nvCxnSpPr>
        <p:spPr>
          <a:xfrm>
            <a:off x="1304325" y="4352294"/>
            <a:ext cx="0" cy="837883"/>
          </a:xfrm>
          <a:prstGeom prst="line">
            <a:avLst/>
          </a:prstGeom>
          <a:ln w="5715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sp>
        <p:nvSpPr>
          <p:cNvPr id="22" name="CuadroTexto 21">
            <a:extLst>
              <a:ext uri="{FF2B5EF4-FFF2-40B4-BE49-F238E27FC236}">
                <a16:creationId xmlns:a16="http://schemas.microsoft.com/office/drawing/2014/main" id="{4958A468-CE2D-B643-6101-5573984925CF}"/>
              </a:ext>
            </a:extLst>
          </p:cNvPr>
          <p:cNvSpPr txBox="1"/>
          <p:nvPr/>
        </p:nvSpPr>
        <p:spPr>
          <a:xfrm>
            <a:off x="971768" y="3934123"/>
            <a:ext cx="664499" cy="338554"/>
          </a:xfrm>
          <a:prstGeom prst="rect">
            <a:avLst/>
          </a:prstGeom>
          <a:noFill/>
        </p:spPr>
        <p:txBody>
          <a:bodyPr wrap="square">
            <a:spAutoFit/>
          </a:bodyPr>
          <a:lstStyle/>
          <a:p>
            <a:pPr algn="ctr"/>
            <a:r>
              <a:rPr lang="es-ES" sz="1600" b="1" i="1" dirty="0">
                <a:solidFill>
                  <a:schemeClr val="bg2">
                    <a:lumMod val="10000"/>
                  </a:schemeClr>
                </a:solidFill>
                <a:latin typeface="Amasis MT Pro" panose="02040504050005020304" pitchFamily="18" charset="0"/>
              </a:rPr>
              <a:t>LP</a:t>
            </a:r>
            <a:endParaRPr lang="es-ES" sz="1600" dirty="0"/>
          </a:p>
        </p:txBody>
      </p:sp>
      <p:sp>
        <p:nvSpPr>
          <p:cNvPr id="23" name="CuadroTexto 22">
            <a:extLst>
              <a:ext uri="{FF2B5EF4-FFF2-40B4-BE49-F238E27FC236}">
                <a16:creationId xmlns:a16="http://schemas.microsoft.com/office/drawing/2014/main" id="{77B5BCA4-3CE7-C8A1-F41A-B2B5E4374905}"/>
              </a:ext>
            </a:extLst>
          </p:cNvPr>
          <p:cNvSpPr txBox="1"/>
          <p:nvPr/>
        </p:nvSpPr>
        <p:spPr>
          <a:xfrm>
            <a:off x="932158" y="5208039"/>
            <a:ext cx="704109" cy="338554"/>
          </a:xfrm>
          <a:prstGeom prst="rect">
            <a:avLst/>
          </a:prstGeom>
          <a:noFill/>
        </p:spPr>
        <p:txBody>
          <a:bodyPr wrap="square">
            <a:spAutoFit/>
          </a:bodyPr>
          <a:lstStyle/>
          <a:p>
            <a:pPr algn="ctr"/>
            <a:r>
              <a:rPr lang="es-ES" sz="1600" b="1" i="1" dirty="0">
                <a:solidFill>
                  <a:schemeClr val="bg2">
                    <a:lumMod val="10000"/>
                  </a:schemeClr>
                </a:solidFill>
                <a:latin typeface="Amasis MT Pro" panose="02040504050005020304" pitchFamily="18" charset="0"/>
              </a:rPr>
              <a:t>HP</a:t>
            </a:r>
            <a:endParaRPr lang="es-ES" sz="1600" dirty="0"/>
          </a:p>
        </p:txBody>
      </p:sp>
      <p:pic>
        <p:nvPicPr>
          <p:cNvPr id="25" name="Imagen 24">
            <a:extLst>
              <a:ext uri="{FF2B5EF4-FFF2-40B4-BE49-F238E27FC236}">
                <a16:creationId xmlns:a16="http://schemas.microsoft.com/office/drawing/2014/main" id="{72E0740A-733A-0EE3-ED9C-1C840E51F4E0}"/>
              </a:ext>
            </a:extLst>
          </p:cNvPr>
          <p:cNvPicPr>
            <a:picLocks noChangeAspect="1"/>
          </p:cNvPicPr>
          <p:nvPr/>
        </p:nvPicPr>
        <p:blipFill>
          <a:blip r:embed="rId6"/>
          <a:stretch>
            <a:fillRect/>
          </a:stretch>
        </p:blipFill>
        <p:spPr>
          <a:xfrm>
            <a:off x="4779599" y="1584713"/>
            <a:ext cx="2932352" cy="1366436"/>
          </a:xfrm>
          <a:prstGeom prst="rect">
            <a:avLst/>
          </a:prstGeom>
        </p:spPr>
      </p:pic>
      <p:sp>
        <p:nvSpPr>
          <p:cNvPr id="26" name="CuadroTexto 25">
            <a:extLst>
              <a:ext uri="{FF2B5EF4-FFF2-40B4-BE49-F238E27FC236}">
                <a16:creationId xmlns:a16="http://schemas.microsoft.com/office/drawing/2014/main" id="{3EEDF7B0-B38A-20AD-2106-A4740F80A57F}"/>
              </a:ext>
            </a:extLst>
          </p:cNvPr>
          <p:cNvSpPr txBox="1"/>
          <p:nvPr/>
        </p:nvSpPr>
        <p:spPr>
          <a:xfrm>
            <a:off x="7831501" y="5409928"/>
            <a:ext cx="1087907" cy="400110"/>
          </a:xfrm>
          <a:prstGeom prst="rect">
            <a:avLst/>
          </a:prstGeom>
          <a:noFill/>
        </p:spPr>
        <p:txBody>
          <a:bodyPr wrap="square">
            <a:spAutoFit/>
          </a:bodyPr>
          <a:lstStyle/>
          <a:p>
            <a:pPr algn="r"/>
            <a:r>
              <a:rPr lang="es-ES" sz="2000" b="1" i="1" dirty="0">
                <a:solidFill>
                  <a:schemeClr val="bg2">
                    <a:lumMod val="10000"/>
                  </a:schemeClr>
                </a:solidFill>
                <a:latin typeface="Amasis MT Pro" panose="02040504050005020304" pitchFamily="18" charset="0"/>
              </a:rPr>
              <a:t>Clase-4</a:t>
            </a:r>
            <a:endParaRPr lang="es-ES" sz="2000" dirty="0"/>
          </a:p>
        </p:txBody>
      </p:sp>
      <p:pic>
        <p:nvPicPr>
          <p:cNvPr id="28" name="Imagen 27">
            <a:extLst>
              <a:ext uri="{FF2B5EF4-FFF2-40B4-BE49-F238E27FC236}">
                <a16:creationId xmlns:a16="http://schemas.microsoft.com/office/drawing/2014/main" id="{CF29ADA3-973E-38D7-E5E4-72FC54F0FDCC}"/>
              </a:ext>
            </a:extLst>
          </p:cNvPr>
          <p:cNvPicPr>
            <a:picLocks noChangeAspect="1"/>
          </p:cNvPicPr>
          <p:nvPr/>
        </p:nvPicPr>
        <p:blipFill>
          <a:blip r:embed="rId7"/>
          <a:stretch>
            <a:fillRect/>
          </a:stretch>
        </p:blipFill>
        <p:spPr>
          <a:xfrm>
            <a:off x="4779599" y="3048809"/>
            <a:ext cx="3004149" cy="1366436"/>
          </a:xfrm>
          <a:prstGeom prst="rect">
            <a:avLst/>
          </a:prstGeom>
        </p:spPr>
      </p:pic>
      <p:cxnSp>
        <p:nvCxnSpPr>
          <p:cNvPr id="29" name="Conector recto 28">
            <a:extLst>
              <a:ext uri="{FF2B5EF4-FFF2-40B4-BE49-F238E27FC236}">
                <a16:creationId xmlns:a16="http://schemas.microsoft.com/office/drawing/2014/main" id="{D2DB309B-3CC7-12FD-C86C-06BC849BE4EF}"/>
              </a:ext>
            </a:extLst>
          </p:cNvPr>
          <p:cNvCxnSpPr>
            <a:cxnSpLocks/>
          </p:cNvCxnSpPr>
          <p:nvPr/>
        </p:nvCxnSpPr>
        <p:spPr>
          <a:xfrm flipH="1">
            <a:off x="7934361" y="2183054"/>
            <a:ext cx="2858" cy="1548973"/>
          </a:xfrm>
          <a:prstGeom prst="line">
            <a:avLst/>
          </a:prstGeom>
          <a:ln w="5715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sp>
        <p:nvSpPr>
          <p:cNvPr id="30" name="CuadroTexto 29">
            <a:extLst>
              <a:ext uri="{FF2B5EF4-FFF2-40B4-BE49-F238E27FC236}">
                <a16:creationId xmlns:a16="http://schemas.microsoft.com/office/drawing/2014/main" id="{0EA2E83F-7AE3-CD58-A188-EE3A7FA84F93}"/>
              </a:ext>
            </a:extLst>
          </p:cNvPr>
          <p:cNvSpPr txBox="1"/>
          <p:nvPr/>
        </p:nvSpPr>
        <p:spPr>
          <a:xfrm>
            <a:off x="7752910" y="1841554"/>
            <a:ext cx="362902" cy="338554"/>
          </a:xfrm>
          <a:prstGeom prst="rect">
            <a:avLst/>
          </a:prstGeom>
          <a:noFill/>
        </p:spPr>
        <p:txBody>
          <a:bodyPr wrap="square">
            <a:spAutoFit/>
          </a:bodyPr>
          <a:lstStyle/>
          <a:p>
            <a:pPr algn="ctr"/>
            <a:r>
              <a:rPr lang="es-ES" sz="1600" b="1" i="1" dirty="0">
                <a:solidFill>
                  <a:schemeClr val="bg2">
                    <a:lumMod val="10000"/>
                  </a:schemeClr>
                </a:solidFill>
                <a:latin typeface="Amasis MT Pro" panose="02040504050005020304" pitchFamily="18" charset="0"/>
              </a:rPr>
              <a:t>U</a:t>
            </a:r>
            <a:endParaRPr lang="es-ES" sz="1600" dirty="0"/>
          </a:p>
        </p:txBody>
      </p:sp>
      <p:sp>
        <p:nvSpPr>
          <p:cNvPr id="31" name="CuadroTexto 30">
            <a:extLst>
              <a:ext uri="{FF2B5EF4-FFF2-40B4-BE49-F238E27FC236}">
                <a16:creationId xmlns:a16="http://schemas.microsoft.com/office/drawing/2014/main" id="{7903A846-4304-8593-6588-4CFCB0FEC0DE}"/>
              </a:ext>
            </a:extLst>
          </p:cNvPr>
          <p:cNvSpPr txBox="1"/>
          <p:nvPr/>
        </p:nvSpPr>
        <p:spPr>
          <a:xfrm>
            <a:off x="7705850" y="3732027"/>
            <a:ext cx="443053" cy="338554"/>
          </a:xfrm>
          <a:prstGeom prst="rect">
            <a:avLst/>
          </a:prstGeom>
          <a:noFill/>
        </p:spPr>
        <p:txBody>
          <a:bodyPr wrap="square">
            <a:spAutoFit/>
          </a:bodyPr>
          <a:lstStyle/>
          <a:p>
            <a:pPr algn="ctr"/>
            <a:r>
              <a:rPr lang="es-ES" sz="1600" b="1" i="1" dirty="0">
                <a:solidFill>
                  <a:schemeClr val="bg2">
                    <a:lumMod val="10000"/>
                  </a:schemeClr>
                </a:solidFill>
                <a:latin typeface="Amasis MT Pro" panose="02040504050005020304" pitchFamily="18" charset="0"/>
              </a:rPr>
              <a:t>C</a:t>
            </a:r>
            <a:endParaRPr lang="es-ES" sz="1600" dirty="0"/>
          </a:p>
        </p:txBody>
      </p:sp>
      <p:pic>
        <p:nvPicPr>
          <p:cNvPr id="33" name="Imagen 32">
            <a:extLst>
              <a:ext uri="{FF2B5EF4-FFF2-40B4-BE49-F238E27FC236}">
                <a16:creationId xmlns:a16="http://schemas.microsoft.com/office/drawing/2014/main" id="{426A9471-940A-44A5-5953-3D33D00E0936}"/>
              </a:ext>
            </a:extLst>
          </p:cNvPr>
          <p:cNvPicPr>
            <a:picLocks noChangeAspect="1"/>
          </p:cNvPicPr>
          <p:nvPr/>
        </p:nvPicPr>
        <p:blipFill>
          <a:blip r:embed="rId8"/>
          <a:stretch>
            <a:fillRect/>
          </a:stretch>
        </p:blipFill>
        <p:spPr>
          <a:xfrm>
            <a:off x="4851037" y="4929444"/>
            <a:ext cx="2980464" cy="1361079"/>
          </a:xfrm>
          <a:prstGeom prst="rect">
            <a:avLst/>
          </a:prstGeom>
        </p:spPr>
      </p:pic>
      <p:sp>
        <p:nvSpPr>
          <p:cNvPr id="34" name="CuadroTexto 33">
            <a:extLst>
              <a:ext uri="{FF2B5EF4-FFF2-40B4-BE49-F238E27FC236}">
                <a16:creationId xmlns:a16="http://schemas.microsoft.com/office/drawing/2014/main" id="{478C9214-A3DC-A45F-C442-D51EBC4D55FC}"/>
              </a:ext>
            </a:extLst>
          </p:cNvPr>
          <p:cNvSpPr txBox="1"/>
          <p:nvPr/>
        </p:nvSpPr>
        <p:spPr>
          <a:xfrm>
            <a:off x="7869203" y="2764756"/>
            <a:ext cx="1087908" cy="400110"/>
          </a:xfrm>
          <a:prstGeom prst="rect">
            <a:avLst/>
          </a:prstGeom>
          <a:noFill/>
        </p:spPr>
        <p:txBody>
          <a:bodyPr wrap="square">
            <a:spAutoFit/>
          </a:bodyPr>
          <a:lstStyle/>
          <a:p>
            <a:pPr algn="r"/>
            <a:r>
              <a:rPr lang="es-ES" sz="2000" b="1" i="1" dirty="0">
                <a:solidFill>
                  <a:schemeClr val="bg2">
                    <a:lumMod val="10000"/>
                  </a:schemeClr>
                </a:solidFill>
                <a:latin typeface="Amasis MT Pro" panose="02040504050005020304" pitchFamily="18" charset="0"/>
              </a:rPr>
              <a:t>Clase-3</a:t>
            </a:r>
            <a:endParaRPr lang="es-ES" sz="2000" dirty="0"/>
          </a:p>
        </p:txBody>
      </p:sp>
      <p:sp>
        <p:nvSpPr>
          <p:cNvPr id="36" name="Rectángulo 35">
            <a:extLst>
              <a:ext uri="{FF2B5EF4-FFF2-40B4-BE49-F238E27FC236}">
                <a16:creationId xmlns:a16="http://schemas.microsoft.com/office/drawing/2014/main" id="{3C588DDD-09EC-B35C-ED1A-B9696718B37D}"/>
              </a:ext>
            </a:extLst>
          </p:cNvPr>
          <p:cNvSpPr/>
          <p:nvPr/>
        </p:nvSpPr>
        <p:spPr>
          <a:xfrm>
            <a:off x="186381" y="1311407"/>
            <a:ext cx="4442605" cy="1871264"/>
          </a:xfrm>
          <a:prstGeom prst="rect">
            <a:avLst/>
          </a:prstGeom>
          <a:noFill/>
          <a:ln w="38100">
            <a:solidFill>
              <a:schemeClr val="bg2">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sz="1350"/>
          </a:p>
        </p:txBody>
      </p:sp>
      <p:sp>
        <p:nvSpPr>
          <p:cNvPr id="3" name="CuadroTexto 2">
            <a:extLst>
              <a:ext uri="{FF2B5EF4-FFF2-40B4-BE49-F238E27FC236}">
                <a16:creationId xmlns:a16="http://schemas.microsoft.com/office/drawing/2014/main" id="{E3E0747F-6501-2CF1-70AB-FBB5B4880A6A}"/>
              </a:ext>
            </a:extLst>
          </p:cNvPr>
          <p:cNvSpPr txBox="1"/>
          <p:nvPr/>
        </p:nvSpPr>
        <p:spPr>
          <a:xfrm>
            <a:off x="-1" y="0"/>
            <a:ext cx="8776737" cy="584775"/>
          </a:xfrm>
          <a:prstGeom prst="rect">
            <a:avLst/>
          </a:prstGeom>
          <a:noFill/>
        </p:spPr>
        <p:txBody>
          <a:bodyPr wrap="square" rtlCol="0">
            <a:spAutoFit/>
          </a:bodyPr>
          <a:lstStyle/>
          <a:p>
            <a:pPr lvl="1" algn="r"/>
            <a:r>
              <a:rPr lang="es-ES" sz="3200" dirty="0">
                <a:solidFill>
                  <a:schemeClr val="bg2">
                    <a:lumMod val="10000"/>
                  </a:schemeClr>
                </a:solidFill>
                <a:latin typeface="Amasis MT Pro Light" panose="02040304050005020304" pitchFamily="18" charset="0"/>
                <a:cs typeface="Adobe Devanagari" panose="02040503050201020203" pitchFamily="18" charset="0"/>
              </a:rPr>
              <a:t>Clasificación a partir de la distancia de </a:t>
            </a:r>
            <a:r>
              <a:rPr lang="es-ES" sz="3200" dirty="0" err="1">
                <a:solidFill>
                  <a:schemeClr val="bg2">
                    <a:lumMod val="10000"/>
                  </a:schemeClr>
                </a:solidFill>
                <a:latin typeface="Amasis MT Pro Light" panose="02040304050005020304" pitchFamily="18" charset="0"/>
                <a:cs typeface="Adobe Devanagari" panose="02040503050201020203" pitchFamily="18" charset="0"/>
              </a:rPr>
              <a:t>Hamming</a:t>
            </a:r>
            <a:endParaRPr lang="es-ES" sz="3200" dirty="0">
              <a:solidFill>
                <a:schemeClr val="bg2">
                  <a:lumMod val="10000"/>
                </a:schemeClr>
              </a:solidFill>
              <a:latin typeface="Amasis MT Pro Light" panose="02040304050005020304" pitchFamily="18" charset="0"/>
              <a:cs typeface="Adobe Devanagari" panose="02040503050201020203" pitchFamily="18" charset="0"/>
            </a:endParaRPr>
          </a:p>
        </p:txBody>
      </p:sp>
      <p:sp>
        <p:nvSpPr>
          <p:cNvPr id="10" name="Rectángulo 9">
            <a:extLst>
              <a:ext uri="{FF2B5EF4-FFF2-40B4-BE49-F238E27FC236}">
                <a16:creationId xmlns:a16="http://schemas.microsoft.com/office/drawing/2014/main" id="{F965652E-7381-DF2B-9FC8-34BFCC4576BA}"/>
              </a:ext>
            </a:extLst>
          </p:cNvPr>
          <p:cNvSpPr/>
          <p:nvPr/>
        </p:nvSpPr>
        <p:spPr>
          <a:xfrm>
            <a:off x="186381" y="3182671"/>
            <a:ext cx="4442605" cy="3191585"/>
          </a:xfrm>
          <a:prstGeom prst="rect">
            <a:avLst/>
          </a:prstGeom>
          <a:noFill/>
          <a:ln w="38100">
            <a:solidFill>
              <a:schemeClr val="bg2">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sz="1350"/>
          </a:p>
        </p:txBody>
      </p:sp>
      <p:sp>
        <p:nvSpPr>
          <p:cNvPr id="11" name="Rectángulo 10">
            <a:extLst>
              <a:ext uri="{FF2B5EF4-FFF2-40B4-BE49-F238E27FC236}">
                <a16:creationId xmlns:a16="http://schemas.microsoft.com/office/drawing/2014/main" id="{F6A8CE36-D197-240E-E28B-E3DE71C3BE73}"/>
              </a:ext>
            </a:extLst>
          </p:cNvPr>
          <p:cNvSpPr/>
          <p:nvPr/>
        </p:nvSpPr>
        <p:spPr>
          <a:xfrm>
            <a:off x="4628986" y="1311407"/>
            <a:ext cx="4328125" cy="3257678"/>
          </a:xfrm>
          <a:prstGeom prst="rect">
            <a:avLst/>
          </a:prstGeom>
          <a:noFill/>
          <a:ln w="38100">
            <a:solidFill>
              <a:schemeClr val="bg2">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sz="1350"/>
          </a:p>
        </p:txBody>
      </p:sp>
      <p:sp>
        <p:nvSpPr>
          <p:cNvPr id="12" name="Rectángulo 11">
            <a:extLst>
              <a:ext uri="{FF2B5EF4-FFF2-40B4-BE49-F238E27FC236}">
                <a16:creationId xmlns:a16="http://schemas.microsoft.com/office/drawing/2014/main" id="{FA98C9F1-94A0-3D86-B3EF-6EBD29DEC3D7}"/>
              </a:ext>
            </a:extLst>
          </p:cNvPr>
          <p:cNvSpPr/>
          <p:nvPr/>
        </p:nvSpPr>
        <p:spPr>
          <a:xfrm>
            <a:off x="4635626" y="4569085"/>
            <a:ext cx="4321486" cy="1805171"/>
          </a:xfrm>
          <a:prstGeom prst="rect">
            <a:avLst/>
          </a:prstGeom>
          <a:noFill/>
          <a:ln w="38100">
            <a:solidFill>
              <a:schemeClr val="bg2">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sz="1350"/>
          </a:p>
        </p:txBody>
      </p:sp>
    </p:spTree>
    <p:extLst>
      <p:ext uri="{BB962C8B-B14F-4D97-AF65-F5344CB8AC3E}">
        <p14:creationId xmlns:p14="http://schemas.microsoft.com/office/powerpoint/2010/main" val="31391105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5"/>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22"/>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9"/>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8"/>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23"/>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7"/>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0"/>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5"/>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29"/>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30"/>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28"/>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34"/>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31"/>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11"/>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33"/>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26"/>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8" grpId="0"/>
      <p:bldP spid="22" grpId="0"/>
      <p:bldP spid="23" grpId="0"/>
      <p:bldP spid="26" grpId="0"/>
      <p:bldP spid="30" grpId="0"/>
      <p:bldP spid="31" grpId="0"/>
      <p:bldP spid="34" grpId="0"/>
      <p:bldP spid="36" grpId="0" animBg="1"/>
      <p:bldP spid="10" grpId="0" animBg="1"/>
      <p:bldP spid="11" grpId="0" animBg="1"/>
      <p:bldP spid="12"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n 4" descr="Diagrama&#10;&#10;El contenido generado por IA puede ser incorrecto.">
            <a:extLst>
              <a:ext uri="{FF2B5EF4-FFF2-40B4-BE49-F238E27FC236}">
                <a16:creationId xmlns:a16="http://schemas.microsoft.com/office/drawing/2014/main" id="{60E6E311-AE0A-9100-DC5F-1E6D445BD86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751330"/>
            <a:ext cx="4572000" cy="3246120"/>
          </a:xfrm>
          <a:prstGeom prst="rect">
            <a:avLst/>
          </a:prstGeom>
        </p:spPr>
      </p:pic>
      <p:pic>
        <p:nvPicPr>
          <p:cNvPr id="7" name="Imagen 6" descr="Imagen que contiene Forma&#10;&#10;El contenido generado por IA puede ser incorrecto.">
            <a:extLst>
              <a:ext uri="{FF2B5EF4-FFF2-40B4-BE49-F238E27FC236}">
                <a16:creationId xmlns:a16="http://schemas.microsoft.com/office/drawing/2014/main" id="{AD278590-FCD4-C1EA-9B41-085A84AA129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572000" y="1751330"/>
            <a:ext cx="4572000" cy="3246120"/>
          </a:xfrm>
          <a:prstGeom prst="rect">
            <a:avLst/>
          </a:prstGeom>
        </p:spPr>
      </p:pic>
      <p:sp>
        <p:nvSpPr>
          <p:cNvPr id="8" name="CuadroTexto 7">
            <a:extLst>
              <a:ext uri="{FF2B5EF4-FFF2-40B4-BE49-F238E27FC236}">
                <a16:creationId xmlns:a16="http://schemas.microsoft.com/office/drawing/2014/main" id="{53F2E64F-7257-484C-AFB4-E1A8D6BF4514}"/>
              </a:ext>
            </a:extLst>
          </p:cNvPr>
          <p:cNvSpPr txBox="1"/>
          <p:nvPr/>
        </p:nvSpPr>
        <p:spPr>
          <a:xfrm>
            <a:off x="1607656" y="1133938"/>
            <a:ext cx="1356688" cy="400110"/>
          </a:xfrm>
          <a:prstGeom prst="rect">
            <a:avLst/>
          </a:prstGeom>
          <a:noFill/>
        </p:spPr>
        <p:txBody>
          <a:bodyPr wrap="square" rtlCol="0">
            <a:spAutoFit/>
          </a:bodyPr>
          <a:lstStyle/>
          <a:p>
            <a:pPr algn="ctr"/>
            <a:r>
              <a:rPr lang="es-ES" sz="2000" b="1" i="1" dirty="0">
                <a:latin typeface="Amasis MT Pro" panose="02040504050005020304" pitchFamily="18" charset="0"/>
              </a:rPr>
              <a:t>Regla-105</a:t>
            </a:r>
          </a:p>
        </p:txBody>
      </p:sp>
      <p:sp>
        <p:nvSpPr>
          <p:cNvPr id="9" name="CuadroTexto 8">
            <a:extLst>
              <a:ext uri="{FF2B5EF4-FFF2-40B4-BE49-F238E27FC236}">
                <a16:creationId xmlns:a16="http://schemas.microsoft.com/office/drawing/2014/main" id="{32A5BA75-B9D7-52FC-2766-C5177333BDE2}"/>
              </a:ext>
            </a:extLst>
          </p:cNvPr>
          <p:cNvSpPr txBox="1"/>
          <p:nvPr/>
        </p:nvSpPr>
        <p:spPr>
          <a:xfrm>
            <a:off x="5533690" y="1133938"/>
            <a:ext cx="2648619" cy="400110"/>
          </a:xfrm>
          <a:prstGeom prst="rect">
            <a:avLst/>
          </a:prstGeom>
          <a:noFill/>
        </p:spPr>
        <p:txBody>
          <a:bodyPr wrap="square" rtlCol="0">
            <a:spAutoFit/>
          </a:bodyPr>
          <a:lstStyle/>
          <a:p>
            <a:pPr algn="ctr"/>
            <a:r>
              <a:rPr lang="es-ES" sz="2000" b="1" i="1" dirty="0">
                <a:latin typeface="Amasis MT Pro" panose="02040504050005020304" pitchFamily="18" charset="0"/>
              </a:rPr>
              <a:t>Patrón de diferencia</a:t>
            </a:r>
          </a:p>
        </p:txBody>
      </p:sp>
    </p:spTree>
    <p:extLst>
      <p:ext uri="{BB962C8B-B14F-4D97-AF65-F5344CB8AC3E}">
        <p14:creationId xmlns:p14="http://schemas.microsoft.com/office/powerpoint/2010/main" val="137874389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Imagen 7" descr="Calendario&#10;&#10;El contenido generado por IA puede ser incorrecto.">
            <a:extLst>
              <a:ext uri="{FF2B5EF4-FFF2-40B4-BE49-F238E27FC236}">
                <a16:creationId xmlns:a16="http://schemas.microsoft.com/office/drawing/2014/main" id="{96A11575-4EDA-7E8E-6FF8-E65319B13E6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72436" y="1060659"/>
            <a:ext cx="8357640" cy="5571760"/>
          </a:xfrm>
          <a:prstGeom prst="rect">
            <a:avLst/>
          </a:prstGeom>
        </p:spPr>
      </p:pic>
      <p:sp>
        <p:nvSpPr>
          <p:cNvPr id="2" name="CuadroTexto 1">
            <a:extLst>
              <a:ext uri="{FF2B5EF4-FFF2-40B4-BE49-F238E27FC236}">
                <a16:creationId xmlns:a16="http://schemas.microsoft.com/office/drawing/2014/main" id="{8B6BB296-C9E8-CF0B-A1CF-CF57B0FB3A73}"/>
              </a:ext>
            </a:extLst>
          </p:cNvPr>
          <p:cNvSpPr txBox="1"/>
          <p:nvPr/>
        </p:nvSpPr>
        <p:spPr>
          <a:xfrm>
            <a:off x="-1" y="0"/>
            <a:ext cx="8776737" cy="584775"/>
          </a:xfrm>
          <a:prstGeom prst="rect">
            <a:avLst/>
          </a:prstGeom>
          <a:noFill/>
        </p:spPr>
        <p:txBody>
          <a:bodyPr wrap="square" rtlCol="0">
            <a:spAutoFit/>
          </a:bodyPr>
          <a:lstStyle/>
          <a:p>
            <a:pPr lvl="1" algn="r"/>
            <a:r>
              <a:rPr lang="es-ES" sz="3200" dirty="0">
                <a:solidFill>
                  <a:schemeClr val="bg2">
                    <a:lumMod val="10000"/>
                  </a:schemeClr>
                </a:solidFill>
                <a:latin typeface="Amasis MT Pro Light" panose="02040304050005020304" pitchFamily="18" charset="0"/>
                <a:cs typeface="Adobe Devanagari" panose="02040503050201020203" pitchFamily="18" charset="0"/>
              </a:rPr>
              <a:t>Clasificación a partir de la distancia de </a:t>
            </a:r>
            <a:r>
              <a:rPr lang="es-ES" sz="3200" dirty="0" err="1">
                <a:solidFill>
                  <a:schemeClr val="bg2">
                    <a:lumMod val="10000"/>
                  </a:schemeClr>
                </a:solidFill>
                <a:latin typeface="Amasis MT Pro Light" panose="02040304050005020304" pitchFamily="18" charset="0"/>
                <a:cs typeface="Adobe Devanagari" panose="02040503050201020203" pitchFamily="18" charset="0"/>
              </a:rPr>
              <a:t>Hamming</a:t>
            </a:r>
            <a:endParaRPr lang="es-ES" sz="3200" dirty="0">
              <a:solidFill>
                <a:schemeClr val="bg2">
                  <a:lumMod val="10000"/>
                </a:schemeClr>
              </a:solidFill>
              <a:latin typeface="Amasis MT Pro Light" panose="02040304050005020304" pitchFamily="18" charset="0"/>
              <a:cs typeface="Adobe Devanagari" panose="02040503050201020203" pitchFamily="18" charset="0"/>
            </a:endParaRPr>
          </a:p>
        </p:txBody>
      </p:sp>
    </p:spTree>
    <p:extLst>
      <p:ext uri="{BB962C8B-B14F-4D97-AF65-F5344CB8AC3E}">
        <p14:creationId xmlns:p14="http://schemas.microsoft.com/office/powerpoint/2010/main" val="390343847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CuadroTexto 6">
            <a:extLst>
              <a:ext uri="{FF2B5EF4-FFF2-40B4-BE49-F238E27FC236}">
                <a16:creationId xmlns:a16="http://schemas.microsoft.com/office/drawing/2014/main" id="{5BA463A2-B5A3-B305-1E2A-9B38ECEA623E}"/>
              </a:ext>
            </a:extLst>
          </p:cNvPr>
          <p:cNvSpPr txBox="1"/>
          <p:nvPr/>
        </p:nvSpPr>
        <p:spPr>
          <a:xfrm>
            <a:off x="2615800" y="489169"/>
            <a:ext cx="1356688" cy="400110"/>
          </a:xfrm>
          <a:prstGeom prst="rect">
            <a:avLst/>
          </a:prstGeom>
          <a:noFill/>
        </p:spPr>
        <p:txBody>
          <a:bodyPr wrap="square" rtlCol="0">
            <a:spAutoFit/>
          </a:bodyPr>
          <a:lstStyle/>
          <a:p>
            <a:pPr algn="ctr"/>
            <a:r>
              <a:rPr lang="es-ES" sz="2000" b="1" i="1" dirty="0">
                <a:latin typeface="Amasis MT Pro" panose="02040504050005020304" pitchFamily="18" charset="0"/>
              </a:rPr>
              <a:t>Regla-106</a:t>
            </a:r>
          </a:p>
        </p:txBody>
      </p:sp>
      <p:pic>
        <p:nvPicPr>
          <p:cNvPr id="13" name="Imagen 12" descr="Imagen que contiene computadora&#10;&#10;El contenido generado por IA puede ser incorrecto.">
            <a:extLst>
              <a:ext uri="{FF2B5EF4-FFF2-40B4-BE49-F238E27FC236}">
                <a16:creationId xmlns:a16="http://schemas.microsoft.com/office/drawing/2014/main" id="{F5664793-4757-F56B-637B-1C97D106BB1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158875" y="2300109"/>
            <a:ext cx="2559255" cy="3864474"/>
          </a:xfrm>
          <a:prstGeom prst="rect">
            <a:avLst/>
          </a:prstGeom>
        </p:spPr>
      </p:pic>
      <p:pic>
        <p:nvPicPr>
          <p:cNvPr id="15" name="Imagen 14" descr="Diagrama&#10;&#10;El contenido generado por IA puede ser incorrecto.">
            <a:extLst>
              <a:ext uri="{FF2B5EF4-FFF2-40B4-BE49-F238E27FC236}">
                <a16:creationId xmlns:a16="http://schemas.microsoft.com/office/drawing/2014/main" id="{5944AB24-7887-DAF0-804E-877AE3CA99C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319851" y="2300109"/>
            <a:ext cx="2559254" cy="3864472"/>
          </a:xfrm>
          <a:prstGeom prst="rect">
            <a:avLst/>
          </a:prstGeom>
        </p:spPr>
      </p:pic>
      <p:pic>
        <p:nvPicPr>
          <p:cNvPr id="17" name="Imagen 16" descr="Patrón de fondo&#10;&#10;El contenido generado por IA puede ser incorrecto.">
            <a:extLst>
              <a:ext uri="{FF2B5EF4-FFF2-40B4-BE49-F238E27FC236}">
                <a16:creationId xmlns:a16="http://schemas.microsoft.com/office/drawing/2014/main" id="{052A81A8-71EE-775A-37AE-189D9C227C0A}"/>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80827" y="2300109"/>
            <a:ext cx="2559254" cy="3864472"/>
          </a:xfrm>
          <a:prstGeom prst="rect">
            <a:avLst/>
          </a:prstGeom>
        </p:spPr>
      </p:pic>
      <p:sp>
        <p:nvSpPr>
          <p:cNvPr id="18" name="CuadroTexto 17">
            <a:extLst>
              <a:ext uri="{FF2B5EF4-FFF2-40B4-BE49-F238E27FC236}">
                <a16:creationId xmlns:a16="http://schemas.microsoft.com/office/drawing/2014/main" id="{2E3D20EB-07CC-2B79-5482-37D0AD1B8C35}"/>
              </a:ext>
            </a:extLst>
          </p:cNvPr>
          <p:cNvSpPr txBox="1"/>
          <p:nvPr/>
        </p:nvSpPr>
        <p:spPr>
          <a:xfrm>
            <a:off x="6811511" y="489169"/>
            <a:ext cx="1253981" cy="400110"/>
          </a:xfrm>
          <a:prstGeom prst="rect">
            <a:avLst/>
          </a:prstGeom>
          <a:noFill/>
        </p:spPr>
        <p:txBody>
          <a:bodyPr wrap="square" rtlCol="0">
            <a:spAutoFit/>
          </a:bodyPr>
          <a:lstStyle/>
          <a:p>
            <a:pPr algn="ctr"/>
            <a:r>
              <a:rPr lang="es-ES" sz="2000" b="1" i="1" dirty="0">
                <a:latin typeface="Amasis MT Pro" panose="02040504050005020304" pitchFamily="18" charset="0"/>
              </a:rPr>
              <a:t>Regla-73</a:t>
            </a:r>
          </a:p>
        </p:txBody>
      </p:sp>
      <p:sp>
        <p:nvSpPr>
          <p:cNvPr id="21" name="CuadroTexto 20">
            <a:extLst>
              <a:ext uri="{FF2B5EF4-FFF2-40B4-BE49-F238E27FC236}">
                <a16:creationId xmlns:a16="http://schemas.microsoft.com/office/drawing/2014/main" id="{649192DF-97C9-C032-DC06-C744DCDF0666}"/>
              </a:ext>
            </a:extLst>
          </p:cNvPr>
          <p:cNvSpPr txBox="1"/>
          <p:nvPr/>
        </p:nvSpPr>
        <p:spPr>
          <a:xfrm>
            <a:off x="902574" y="1240751"/>
            <a:ext cx="1715762" cy="707886"/>
          </a:xfrm>
          <a:prstGeom prst="rect">
            <a:avLst/>
          </a:prstGeom>
          <a:noFill/>
        </p:spPr>
        <p:txBody>
          <a:bodyPr wrap="square" rtlCol="0">
            <a:spAutoFit/>
          </a:bodyPr>
          <a:lstStyle/>
          <a:p>
            <a:pPr algn="ctr"/>
            <a:r>
              <a:rPr lang="es-ES" sz="2000" b="1" i="1" dirty="0">
                <a:latin typeface="Amasis MT Pro" panose="02040504050005020304" pitchFamily="18" charset="0"/>
              </a:rPr>
              <a:t>Contorno periódico</a:t>
            </a:r>
          </a:p>
        </p:txBody>
      </p:sp>
      <p:sp>
        <p:nvSpPr>
          <p:cNvPr id="22" name="CuadroTexto 21">
            <a:extLst>
              <a:ext uri="{FF2B5EF4-FFF2-40B4-BE49-F238E27FC236}">
                <a16:creationId xmlns:a16="http://schemas.microsoft.com/office/drawing/2014/main" id="{F6F0CF25-E122-75A3-B2E2-7B3CF0689BC2}"/>
              </a:ext>
            </a:extLst>
          </p:cNvPr>
          <p:cNvSpPr txBox="1"/>
          <p:nvPr/>
        </p:nvSpPr>
        <p:spPr>
          <a:xfrm>
            <a:off x="3972488" y="1240751"/>
            <a:ext cx="1253980" cy="707886"/>
          </a:xfrm>
          <a:prstGeom prst="rect">
            <a:avLst/>
          </a:prstGeom>
          <a:noFill/>
        </p:spPr>
        <p:txBody>
          <a:bodyPr wrap="square" rtlCol="0">
            <a:spAutoFit/>
          </a:bodyPr>
          <a:lstStyle/>
          <a:p>
            <a:pPr algn="ctr"/>
            <a:r>
              <a:rPr lang="es-ES" sz="2000" b="1" i="1" dirty="0">
                <a:latin typeface="Amasis MT Pro" panose="02040504050005020304" pitchFamily="18" charset="0"/>
              </a:rPr>
              <a:t>Contorno fijo</a:t>
            </a:r>
          </a:p>
        </p:txBody>
      </p:sp>
      <p:sp>
        <p:nvSpPr>
          <p:cNvPr id="23" name="CuadroTexto 22">
            <a:extLst>
              <a:ext uri="{FF2B5EF4-FFF2-40B4-BE49-F238E27FC236}">
                <a16:creationId xmlns:a16="http://schemas.microsoft.com/office/drawing/2014/main" id="{0C47D422-67F1-E3B6-9C60-CF2F5DA6E32A}"/>
              </a:ext>
            </a:extLst>
          </p:cNvPr>
          <p:cNvSpPr txBox="1"/>
          <p:nvPr/>
        </p:nvSpPr>
        <p:spPr>
          <a:xfrm>
            <a:off x="6580620" y="1240751"/>
            <a:ext cx="1715762" cy="707886"/>
          </a:xfrm>
          <a:prstGeom prst="rect">
            <a:avLst/>
          </a:prstGeom>
          <a:noFill/>
        </p:spPr>
        <p:txBody>
          <a:bodyPr wrap="square" rtlCol="0">
            <a:spAutoFit/>
          </a:bodyPr>
          <a:lstStyle/>
          <a:p>
            <a:pPr algn="ctr"/>
            <a:r>
              <a:rPr lang="es-ES" sz="2000" b="1" i="1" dirty="0">
                <a:latin typeface="Amasis MT Pro" panose="02040504050005020304" pitchFamily="18" charset="0"/>
              </a:rPr>
              <a:t>Contorno periódico</a:t>
            </a:r>
          </a:p>
        </p:txBody>
      </p:sp>
    </p:spTree>
    <p:extLst>
      <p:ext uri="{BB962C8B-B14F-4D97-AF65-F5344CB8AC3E}">
        <p14:creationId xmlns:p14="http://schemas.microsoft.com/office/powerpoint/2010/main" val="12253643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3"/>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p:bldP spid="23"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975257-7539-6DAC-18BA-A7CB087A8488}"/>
            </a:ext>
          </a:extLst>
        </p:cNvPr>
        <p:cNvGrpSpPr/>
        <p:nvPr/>
      </p:nvGrpSpPr>
      <p:grpSpPr>
        <a:xfrm>
          <a:off x="0" y="0"/>
          <a:ext cx="0" cy="0"/>
          <a:chOff x="0" y="0"/>
          <a:chExt cx="0" cy="0"/>
        </a:xfrm>
      </p:grpSpPr>
      <p:pic>
        <p:nvPicPr>
          <p:cNvPr id="5" name="Imagen 4" descr="Gráfico&#10;&#10;El contenido generado por IA puede ser incorrecto.">
            <a:extLst>
              <a:ext uri="{FF2B5EF4-FFF2-40B4-BE49-F238E27FC236}">
                <a16:creationId xmlns:a16="http://schemas.microsoft.com/office/drawing/2014/main" id="{2ECDBEFB-6AB7-2F83-8843-3FEF515ED1F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438" y="2183224"/>
            <a:ext cx="9129123" cy="2491552"/>
          </a:xfrm>
          <a:prstGeom prst="rect">
            <a:avLst/>
          </a:prstGeom>
        </p:spPr>
      </p:pic>
      <p:sp>
        <p:nvSpPr>
          <p:cNvPr id="3" name="CuadroTexto 2">
            <a:extLst>
              <a:ext uri="{FF2B5EF4-FFF2-40B4-BE49-F238E27FC236}">
                <a16:creationId xmlns:a16="http://schemas.microsoft.com/office/drawing/2014/main" id="{5ED3B3E9-AAF5-6AAD-97A1-018353721918}"/>
              </a:ext>
            </a:extLst>
          </p:cNvPr>
          <p:cNvSpPr txBox="1"/>
          <p:nvPr/>
        </p:nvSpPr>
        <p:spPr>
          <a:xfrm>
            <a:off x="-5693" y="0"/>
            <a:ext cx="8782430" cy="1077218"/>
          </a:xfrm>
          <a:prstGeom prst="rect">
            <a:avLst/>
          </a:prstGeom>
          <a:noFill/>
        </p:spPr>
        <p:txBody>
          <a:bodyPr wrap="square" rtlCol="0">
            <a:spAutoFit/>
          </a:bodyPr>
          <a:lstStyle/>
          <a:p>
            <a:pPr algn="r"/>
            <a:r>
              <a:rPr lang="es-ES" sz="3200" b="1" dirty="0">
                <a:latin typeface="Adobe Devanagari" panose="02040503050201020203" pitchFamily="18" charset="0"/>
                <a:cs typeface="Adobe Devanagari" panose="02040503050201020203" pitchFamily="18" charset="0"/>
              </a:rPr>
              <a:t>4. </a:t>
            </a:r>
            <a:r>
              <a:rPr lang="en-US" sz="3200" b="1" dirty="0">
                <a:solidFill>
                  <a:schemeClr val="bg2">
                    <a:lumMod val="10000"/>
                  </a:schemeClr>
                </a:solidFill>
                <a:latin typeface="Amasis MT Pro Light" panose="02040304050005020304" pitchFamily="18" charset="0"/>
                <a:cs typeface="Adobe Devanagari" panose="02040503050201020203" pitchFamily="18" charset="0"/>
              </a:rPr>
              <a:t>Forcing the escape: Partial control of escaping orbits from a transient chaotic region</a:t>
            </a:r>
          </a:p>
        </p:txBody>
      </p:sp>
      <p:pic>
        <p:nvPicPr>
          <p:cNvPr id="4" name="Imagen 3">
            <a:extLst>
              <a:ext uri="{FF2B5EF4-FFF2-40B4-BE49-F238E27FC236}">
                <a16:creationId xmlns:a16="http://schemas.microsoft.com/office/drawing/2014/main" id="{1B20EB17-8D89-E544-20A4-36D94E27419C}"/>
              </a:ext>
            </a:extLst>
          </p:cNvPr>
          <p:cNvPicPr>
            <a:picLocks noChangeAspect="1"/>
          </p:cNvPicPr>
          <p:nvPr/>
        </p:nvPicPr>
        <p:blipFill>
          <a:blip r:embed="rId3"/>
          <a:stretch>
            <a:fillRect/>
          </a:stretch>
        </p:blipFill>
        <p:spPr>
          <a:xfrm>
            <a:off x="7438" y="6246326"/>
            <a:ext cx="9144000" cy="484032"/>
          </a:xfrm>
          <a:prstGeom prst="rect">
            <a:avLst/>
          </a:prstGeom>
        </p:spPr>
      </p:pic>
      <p:sp>
        <p:nvSpPr>
          <p:cNvPr id="2" name="Rectángulo: esquinas redondeadas 1">
            <a:extLst>
              <a:ext uri="{FF2B5EF4-FFF2-40B4-BE49-F238E27FC236}">
                <a16:creationId xmlns:a16="http://schemas.microsoft.com/office/drawing/2014/main" id="{DD605970-FFBA-D808-3877-15EAC6B4110E}"/>
              </a:ext>
            </a:extLst>
          </p:cNvPr>
          <p:cNvSpPr/>
          <p:nvPr/>
        </p:nvSpPr>
        <p:spPr>
          <a:xfrm>
            <a:off x="-5694" y="6127750"/>
            <a:ext cx="9149693" cy="721185"/>
          </a:xfrm>
          <a:prstGeom prst="roundRect">
            <a:avLst/>
          </a:prstGeom>
          <a:noFill/>
          <a:ln w="38100">
            <a:solidFill>
              <a:schemeClr val="bg2">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Tree>
    <p:extLst>
      <p:ext uri="{BB962C8B-B14F-4D97-AF65-F5344CB8AC3E}">
        <p14:creationId xmlns:p14="http://schemas.microsoft.com/office/powerpoint/2010/main" val="265008999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3DE693-D86F-9150-862D-1000B5BB1ECB}"/>
            </a:ext>
          </a:extLst>
        </p:cNvPr>
        <p:cNvGrpSpPr/>
        <p:nvPr/>
      </p:nvGrpSpPr>
      <p:grpSpPr>
        <a:xfrm>
          <a:off x="0" y="0"/>
          <a:ext cx="0" cy="0"/>
          <a:chOff x="0" y="0"/>
          <a:chExt cx="0" cy="0"/>
        </a:xfrm>
      </p:grpSpPr>
      <p:sp>
        <p:nvSpPr>
          <p:cNvPr id="3" name="CuadroTexto 2">
            <a:extLst>
              <a:ext uri="{FF2B5EF4-FFF2-40B4-BE49-F238E27FC236}">
                <a16:creationId xmlns:a16="http://schemas.microsoft.com/office/drawing/2014/main" id="{D4299E21-1ADA-99F5-FAD7-13D07F12018D}"/>
              </a:ext>
            </a:extLst>
          </p:cNvPr>
          <p:cNvSpPr txBox="1"/>
          <p:nvPr/>
        </p:nvSpPr>
        <p:spPr>
          <a:xfrm>
            <a:off x="-5693" y="0"/>
            <a:ext cx="8782430" cy="646331"/>
          </a:xfrm>
          <a:prstGeom prst="rect">
            <a:avLst/>
          </a:prstGeom>
          <a:noFill/>
        </p:spPr>
        <p:txBody>
          <a:bodyPr wrap="square" rtlCol="0">
            <a:spAutoFit/>
          </a:bodyPr>
          <a:lstStyle/>
          <a:p>
            <a:pPr lvl="1" algn="r"/>
            <a:r>
              <a:rPr lang="es-ES" sz="3600" dirty="0">
                <a:solidFill>
                  <a:schemeClr val="bg2">
                    <a:lumMod val="10000"/>
                  </a:schemeClr>
                </a:solidFill>
                <a:latin typeface="Amasis MT Pro Light" panose="02040304050005020304" pitchFamily="18" charset="0"/>
                <a:cs typeface="Adobe Devanagari" panose="02040503050201020203" pitchFamily="18" charset="0"/>
              </a:rPr>
              <a:t>Control parcial</a:t>
            </a:r>
          </a:p>
        </p:txBody>
      </p:sp>
      <p:pic>
        <p:nvPicPr>
          <p:cNvPr id="24" name="Imagen 23" descr="Diagrama, Diagrama de Venn&#10;&#10;El contenido generado por IA puede ser incorrecto.">
            <a:extLst>
              <a:ext uri="{FF2B5EF4-FFF2-40B4-BE49-F238E27FC236}">
                <a16:creationId xmlns:a16="http://schemas.microsoft.com/office/drawing/2014/main" id="{189D2F6A-9DB8-BE22-1AEF-324F05F9D93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83707" y="798731"/>
            <a:ext cx="6376585" cy="5887819"/>
          </a:xfrm>
          <a:prstGeom prst="rect">
            <a:avLst/>
          </a:prstGeom>
        </p:spPr>
      </p:pic>
      <p:pic>
        <p:nvPicPr>
          <p:cNvPr id="26" name="Imagen 25" descr="Diagrama, Diagrama de Venn&#10;&#10;El contenido generado por IA puede ser incorrecto.">
            <a:extLst>
              <a:ext uri="{FF2B5EF4-FFF2-40B4-BE49-F238E27FC236}">
                <a16:creationId xmlns:a16="http://schemas.microsoft.com/office/drawing/2014/main" id="{34B2ADF2-1E49-B9F5-8AB1-396708CD272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383707" y="798731"/>
            <a:ext cx="6376585" cy="5887819"/>
          </a:xfrm>
          <a:prstGeom prst="rect">
            <a:avLst/>
          </a:prstGeom>
        </p:spPr>
      </p:pic>
      <p:pic>
        <p:nvPicPr>
          <p:cNvPr id="28" name="Imagen 27" descr="Diagrama, Diagrama de Venn&#10;&#10;El contenido generado por IA puede ser incorrecto.">
            <a:extLst>
              <a:ext uri="{FF2B5EF4-FFF2-40B4-BE49-F238E27FC236}">
                <a16:creationId xmlns:a16="http://schemas.microsoft.com/office/drawing/2014/main" id="{A2DB820E-FB67-BAF5-288E-F37F13528E58}"/>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383707" y="798731"/>
            <a:ext cx="6376585" cy="5887819"/>
          </a:xfrm>
          <a:prstGeom prst="rect">
            <a:avLst/>
          </a:prstGeom>
        </p:spPr>
      </p:pic>
      <p:pic>
        <p:nvPicPr>
          <p:cNvPr id="30" name="Imagen 29" descr="Diagrama, Diagrama de Venn&#10;&#10;El contenido generado por IA puede ser incorrecto.">
            <a:extLst>
              <a:ext uri="{FF2B5EF4-FFF2-40B4-BE49-F238E27FC236}">
                <a16:creationId xmlns:a16="http://schemas.microsoft.com/office/drawing/2014/main" id="{8287D30A-7906-3381-F000-DE8BD9CEDF5B}"/>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383707" y="798731"/>
            <a:ext cx="6376585" cy="5887819"/>
          </a:xfrm>
          <a:prstGeom prst="rect">
            <a:avLst/>
          </a:prstGeom>
        </p:spPr>
      </p:pic>
      <p:pic>
        <p:nvPicPr>
          <p:cNvPr id="46" name="Imagen 45" descr="Diagrama, Diagrama de Venn&#10;&#10;El contenido generado por IA puede ser incorrecto.">
            <a:extLst>
              <a:ext uri="{FF2B5EF4-FFF2-40B4-BE49-F238E27FC236}">
                <a16:creationId xmlns:a16="http://schemas.microsoft.com/office/drawing/2014/main" id="{412E7DD9-3684-D8E6-FBC9-05577BECF1FE}"/>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383708" y="798731"/>
            <a:ext cx="6376585" cy="5887819"/>
          </a:xfrm>
          <a:prstGeom prst="rect">
            <a:avLst/>
          </a:prstGeom>
        </p:spPr>
      </p:pic>
      <p:pic>
        <p:nvPicPr>
          <p:cNvPr id="48" name="Imagen 47" descr="Diagrama, Diagrama de Venn&#10;&#10;El contenido generado por IA puede ser incorrecto.">
            <a:extLst>
              <a:ext uri="{FF2B5EF4-FFF2-40B4-BE49-F238E27FC236}">
                <a16:creationId xmlns:a16="http://schemas.microsoft.com/office/drawing/2014/main" id="{D2AACA77-C78D-447B-7DC9-7099A5A8892A}"/>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1383708" y="798731"/>
            <a:ext cx="6376585" cy="5887819"/>
          </a:xfrm>
          <a:prstGeom prst="rect">
            <a:avLst/>
          </a:prstGeom>
        </p:spPr>
      </p:pic>
      <p:pic>
        <p:nvPicPr>
          <p:cNvPr id="44" name="Imagen 43" descr="Diagrama, Diagrama de Venn&#10;&#10;El contenido generado por IA puede ser incorrecto.">
            <a:extLst>
              <a:ext uri="{FF2B5EF4-FFF2-40B4-BE49-F238E27FC236}">
                <a16:creationId xmlns:a16="http://schemas.microsoft.com/office/drawing/2014/main" id="{AE7CB058-7192-AA8B-EE45-6C451FEE4517}"/>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1383707" y="798731"/>
            <a:ext cx="6376585" cy="5887819"/>
          </a:xfrm>
          <a:prstGeom prst="rect">
            <a:avLst/>
          </a:prstGeom>
        </p:spPr>
      </p:pic>
      <p:pic>
        <p:nvPicPr>
          <p:cNvPr id="50" name="Imagen 49" descr="Diagrama&#10;&#10;El contenido generado por IA puede ser incorrecto.">
            <a:extLst>
              <a:ext uri="{FF2B5EF4-FFF2-40B4-BE49-F238E27FC236}">
                <a16:creationId xmlns:a16="http://schemas.microsoft.com/office/drawing/2014/main" id="{DACBA24E-185D-E800-0A85-CF3618925B74}"/>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1383706" y="798731"/>
            <a:ext cx="6376585" cy="5887819"/>
          </a:xfrm>
          <a:prstGeom prst="rect">
            <a:avLst/>
          </a:prstGeom>
        </p:spPr>
      </p:pic>
    </p:spTree>
    <p:extLst>
      <p:ext uri="{BB962C8B-B14F-4D97-AF65-F5344CB8AC3E}">
        <p14:creationId xmlns:p14="http://schemas.microsoft.com/office/powerpoint/2010/main" val="37875847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0"/>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6"/>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8"/>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44"/>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5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24E399-C4E5-FB3D-4D9D-70CDF0B9F415}"/>
            </a:ext>
          </a:extLst>
        </p:cNvPr>
        <p:cNvGrpSpPr/>
        <p:nvPr/>
      </p:nvGrpSpPr>
      <p:grpSpPr>
        <a:xfrm>
          <a:off x="0" y="0"/>
          <a:ext cx="0" cy="0"/>
          <a:chOff x="0" y="0"/>
          <a:chExt cx="0" cy="0"/>
        </a:xfrm>
      </p:grpSpPr>
      <p:pic>
        <p:nvPicPr>
          <p:cNvPr id="5" name="Imagen 4" descr="Gráfico&#10;&#10;El contenido generado por IA puede ser incorrecto.">
            <a:extLst>
              <a:ext uri="{FF2B5EF4-FFF2-40B4-BE49-F238E27FC236}">
                <a16:creationId xmlns:a16="http://schemas.microsoft.com/office/drawing/2014/main" id="{F9FE9E4A-5516-DC9A-2538-93630F7F722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234690" y="2570035"/>
            <a:ext cx="3960495" cy="3300413"/>
          </a:xfrm>
          <a:prstGeom prst="rect">
            <a:avLst/>
          </a:prstGeom>
        </p:spPr>
      </p:pic>
      <p:pic>
        <p:nvPicPr>
          <p:cNvPr id="6" name="Imagen 5">
            <a:extLst>
              <a:ext uri="{FF2B5EF4-FFF2-40B4-BE49-F238E27FC236}">
                <a16:creationId xmlns:a16="http://schemas.microsoft.com/office/drawing/2014/main" id="{D979EB23-663F-2CDE-5458-802769C4060B}"/>
              </a:ext>
            </a:extLst>
          </p:cNvPr>
          <p:cNvPicPr>
            <a:picLocks noChangeAspect="1"/>
          </p:cNvPicPr>
          <p:nvPr/>
        </p:nvPicPr>
        <p:blipFill>
          <a:blip r:embed="rId4"/>
          <a:stretch>
            <a:fillRect/>
          </a:stretch>
        </p:blipFill>
        <p:spPr>
          <a:xfrm>
            <a:off x="4100513" y="1931093"/>
            <a:ext cx="2228850" cy="318650"/>
          </a:xfrm>
          <a:prstGeom prst="rect">
            <a:avLst/>
          </a:prstGeom>
        </p:spPr>
      </p:pic>
      <p:sp>
        <p:nvSpPr>
          <p:cNvPr id="3" name="CuadroTexto 2">
            <a:extLst>
              <a:ext uri="{FF2B5EF4-FFF2-40B4-BE49-F238E27FC236}">
                <a16:creationId xmlns:a16="http://schemas.microsoft.com/office/drawing/2014/main" id="{CFD7D8F5-FA70-5B65-1848-FA8A80B6F90A}"/>
              </a:ext>
            </a:extLst>
          </p:cNvPr>
          <p:cNvSpPr txBox="1"/>
          <p:nvPr/>
        </p:nvSpPr>
        <p:spPr>
          <a:xfrm>
            <a:off x="-5693" y="0"/>
            <a:ext cx="8782430" cy="646331"/>
          </a:xfrm>
          <a:prstGeom prst="rect">
            <a:avLst/>
          </a:prstGeom>
          <a:noFill/>
        </p:spPr>
        <p:txBody>
          <a:bodyPr wrap="square" rtlCol="0">
            <a:spAutoFit/>
          </a:bodyPr>
          <a:lstStyle/>
          <a:p>
            <a:pPr lvl="1" algn="r"/>
            <a:r>
              <a:rPr lang="es-ES" sz="3600" dirty="0">
                <a:solidFill>
                  <a:schemeClr val="bg2">
                    <a:lumMod val="10000"/>
                  </a:schemeClr>
                </a:solidFill>
                <a:latin typeface="Amasis MT Pro Light" panose="02040304050005020304" pitchFamily="18" charset="0"/>
                <a:cs typeface="Adobe Devanagari" panose="02040503050201020203" pitchFamily="18" charset="0"/>
              </a:rPr>
              <a:t>Mapa logístico</a:t>
            </a:r>
          </a:p>
        </p:txBody>
      </p:sp>
      <p:pic>
        <p:nvPicPr>
          <p:cNvPr id="7" name="Imagen 6" descr="Gráfico&#10;&#10;El contenido generado por IA puede ser incorrecto.">
            <a:extLst>
              <a:ext uri="{FF2B5EF4-FFF2-40B4-BE49-F238E27FC236}">
                <a16:creationId xmlns:a16="http://schemas.microsoft.com/office/drawing/2014/main" id="{F038046A-D140-7FD3-39B0-EA9555BBBB2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493520" y="1626494"/>
            <a:ext cx="5831205" cy="4859338"/>
          </a:xfrm>
          <a:prstGeom prst="rect">
            <a:avLst/>
          </a:prstGeom>
        </p:spPr>
      </p:pic>
      <p:pic>
        <p:nvPicPr>
          <p:cNvPr id="8" name="Imagen 7">
            <a:extLst>
              <a:ext uri="{FF2B5EF4-FFF2-40B4-BE49-F238E27FC236}">
                <a16:creationId xmlns:a16="http://schemas.microsoft.com/office/drawing/2014/main" id="{FA6EABDB-7924-9B16-ABA6-FABC014901A8}"/>
              </a:ext>
            </a:extLst>
          </p:cNvPr>
          <p:cNvPicPr>
            <a:picLocks noChangeAspect="1"/>
          </p:cNvPicPr>
          <p:nvPr/>
        </p:nvPicPr>
        <p:blipFill>
          <a:blip r:embed="rId4"/>
          <a:stretch>
            <a:fillRect/>
          </a:stretch>
        </p:blipFill>
        <p:spPr>
          <a:xfrm>
            <a:off x="2862947" y="987552"/>
            <a:ext cx="3281631" cy="469162"/>
          </a:xfrm>
          <a:prstGeom prst="rect">
            <a:avLst/>
          </a:prstGeom>
        </p:spPr>
      </p:pic>
      <p:sp>
        <p:nvSpPr>
          <p:cNvPr id="9" name="Rectángulo: esquinas redondeadas 8">
            <a:extLst>
              <a:ext uri="{FF2B5EF4-FFF2-40B4-BE49-F238E27FC236}">
                <a16:creationId xmlns:a16="http://schemas.microsoft.com/office/drawing/2014/main" id="{3A4E862F-B3F7-E8C2-A299-2A815A8F2619}"/>
              </a:ext>
            </a:extLst>
          </p:cNvPr>
          <p:cNvSpPr/>
          <p:nvPr/>
        </p:nvSpPr>
        <p:spPr>
          <a:xfrm>
            <a:off x="2750615" y="816111"/>
            <a:ext cx="3488260" cy="773761"/>
          </a:xfrm>
          <a:prstGeom prst="roundRect">
            <a:avLst/>
          </a:prstGeom>
          <a:noFill/>
          <a:ln w="38100">
            <a:solidFill>
              <a:schemeClr val="bg2">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Tree>
    <p:extLst>
      <p:ext uri="{BB962C8B-B14F-4D97-AF65-F5344CB8AC3E}">
        <p14:creationId xmlns:p14="http://schemas.microsoft.com/office/powerpoint/2010/main" val="34269719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404EB0-61FE-FB4B-C892-4C0024259298}"/>
            </a:ext>
          </a:extLst>
        </p:cNvPr>
        <p:cNvGrpSpPr/>
        <p:nvPr/>
      </p:nvGrpSpPr>
      <p:grpSpPr>
        <a:xfrm>
          <a:off x="0" y="0"/>
          <a:ext cx="0" cy="0"/>
          <a:chOff x="0" y="0"/>
          <a:chExt cx="0" cy="0"/>
        </a:xfrm>
      </p:grpSpPr>
      <p:pic>
        <p:nvPicPr>
          <p:cNvPr id="5" name="Imagen 4" descr="Un dibujo de una persona&#10;&#10;El contenido generado por IA puede ser incorrecto.">
            <a:extLst>
              <a:ext uri="{FF2B5EF4-FFF2-40B4-BE49-F238E27FC236}">
                <a16:creationId xmlns:a16="http://schemas.microsoft.com/office/drawing/2014/main" id="{F7E0FFAC-17FB-7934-6500-BC1A5D4078E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42913" y="817289"/>
            <a:ext cx="2803207" cy="5728291"/>
          </a:xfrm>
          <a:prstGeom prst="rect">
            <a:avLst/>
          </a:prstGeom>
        </p:spPr>
      </p:pic>
      <p:pic>
        <p:nvPicPr>
          <p:cNvPr id="14" name="Imagen 13">
            <a:extLst>
              <a:ext uri="{FF2B5EF4-FFF2-40B4-BE49-F238E27FC236}">
                <a16:creationId xmlns:a16="http://schemas.microsoft.com/office/drawing/2014/main" id="{43D95F7E-FFCA-C626-0BB7-C5139C7CFF3B}"/>
              </a:ext>
            </a:extLst>
          </p:cNvPr>
          <p:cNvPicPr>
            <a:picLocks noChangeAspect="1"/>
          </p:cNvPicPr>
          <p:nvPr/>
        </p:nvPicPr>
        <p:blipFill>
          <a:blip r:embed="rId3"/>
          <a:stretch>
            <a:fillRect/>
          </a:stretch>
        </p:blipFill>
        <p:spPr>
          <a:xfrm>
            <a:off x="4007033" y="1402682"/>
            <a:ext cx="939731" cy="236571"/>
          </a:xfrm>
          <a:prstGeom prst="rect">
            <a:avLst/>
          </a:prstGeom>
        </p:spPr>
      </p:pic>
      <p:pic>
        <p:nvPicPr>
          <p:cNvPr id="16" name="Imagen 15">
            <a:extLst>
              <a:ext uri="{FF2B5EF4-FFF2-40B4-BE49-F238E27FC236}">
                <a16:creationId xmlns:a16="http://schemas.microsoft.com/office/drawing/2014/main" id="{621BD51C-C19A-EE4F-C067-13A5E9C7EDD9}"/>
              </a:ext>
            </a:extLst>
          </p:cNvPr>
          <p:cNvPicPr>
            <a:picLocks noChangeAspect="1"/>
          </p:cNvPicPr>
          <p:nvPr/>
        </p:nvPicPr>
        <p:blipFill>
          <a:blip r:embed="rId4"/>
          <a:stretch>
            <a:fillRect/>
          </a:stretch>
        </p:blipFill>
        <p:spPr>
          <a:xfrm>
            <a:off x="3948504" y="1732076"/>
            <a:ext cx="1011168" cy="217824"/>
          </a:xfrm>
          <a:prstGeom prst="rect">
            <a:avLst/>
          </a:prstGeom>
        </p:spPr>
      </p:pic>
      <p:pic>
        <p:nvPicPr>
          <p:cNvPr id="18" name="Imagen 17">
            <a:extLst>
              <a:ext uri="{FF2B5EF4-FFF2-40B4-BE49-F238E27FC236}">
                <a16:creationId xmlns:a16="http://schemas.microsoft.com/office/drawing/2014/main" id="{AE968662-47DE-10A5-0FBE-8279C96E8EE1}"/>
              </a:ext>
            </a:extLst>
          </p:cNvPr>
          <p:cNvPicPr>
            <a:picLocks noChangeAspect="1"/>
          </p:cNvPicPr>
          <p:nvPr/>
        </p:nvPicPr>
        <p:blipFill>
          <a:blip r:embed="rId5"/>
          <a:stretch>
            <a:fillRect/>
          </a:stretch>
        </p:blipFill>
        <p:spPr>
          <a:xfrm>
            <a:off x="3948504" y="2042722"/>
            <a:ext cx="1069697" cy="188497"/>
          </a:xfrm>
          <a:prstGeom prst="rect">
            <a:avLst/>
          </a:prstGeom>
        </p:spPr>
      </p:pic>
      <p:sp>
        <p:nvSpPr>
          <p:cNvPr id="6" name="CuadroTexto 5">
            <a:extLst>
              <a:ext uri="{FF2B5EF4-FFF2-40B4-BE49-F238E27FC236}">
                <a16:creationId xmlns:a16="http://schemas.microsoft.com/office/drawing/2014/main" id="{6DB559B7-6A0C-0E38-A05F-D722AB118DFE}"/>
              </a:ext>
            </a:extLst>
          </p:cNvPr>
          <p:cNvSpPr txBox="1"/>
          <p:nvPr/>
        </p:nvSpPr>
        <p:spPr>
          <a:xfrm>
            <a:off x="-5693" y="0"/>
            <a:ext cx="8782430" cy="646331"/>
          </a:xfrm>
          <a:prstGeom prst="rect">
            <a:avLst/>
          </a:prstGeom>
          <a:noFill/>
        </p:spPr>
        <p:txBody>
          <a:bodyPr wrap="square" rtlCol="0">
            <a:spAutoFit/>
          </a:bodyPr>
          <a:lstStyle/>
          <a:p>
            <a:pPr lvl="1" algn="r"/>
            <a:r>
              <a:rPr lang="es-ES" sz="3600" dirty="0">
                <a:solidFill>
                  <a:schemeClr val="bg2">
                    <a:lumMod val="10000"/>
                  </a:schemeClr>
                </a:solidFill>
                <a:latin typeface="Amasis MT Pro Light" panose="02040304050005020304" pitchFamily="18" charset="0"/>
                <a:cs typeface="Adobe Devanagari" panose="02040503050201020203" pitchFamily="18" charset="0"/>
              </a:rPr>
              <a:t>Funciones y conjuntos de escape</a:t>
            </a:r>
          </a:p>
        </p:txBody>
      </p:sp>
      <p:pic>
        <p:nvPicPr>
          <p:cNvPr id="7" name="Imagen 6" descr="Forma, Polígono&#10;&#10;El contenido generado por IA puede ser incorrecto.">
            <a:extLst>
              <a:ext uri="{FF2B5EF4-FFF2-40B4-BE49-F238E27FC236}">
                <a16:creationId xmlns:a16="http://schemas.microsoft.com/office/drawing/2014/main" id="{EA853250-96BD-A716-906A-3CDAC2970D7E}"/>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5720586" y="817289"/>
            <a:ext cx="2803207" cy="5728291"/>
          </a:xfrm>
          <a:prstGeom prst="rect">
            <a:avLst/>
          </a:prstGeom>
        </p:spPr>
      </p:pic>
      <p:sp>
        <p:nvSpPr>
          <p:cNvPr id="8" name="CuadroTexto 7">
            <a:extLst>
              <a:ext uri="{FF2B5EF4-FFF2-40B4-BE49-F238E27FC236}">
                <a16:creationId xmlns:a16="http://schemas.microsoft.com/office/drawing/2014/main" id="{43C8DA7D-A0D0-FA3A-787B-D39BC8DC217A}"/>
              </a:ext>
            </a:extLst>
          </p:cNvPr>
          <p:cNvSpPr txBox="1"/>
          <p:nvPr/>
        </p:nvSpPr>
        <p:spPr>
          <a:xfrm>
            <a:off x="3972748" y="2556216"/>
            <a:ext cx="1798320" cy="400110"/>
          </a:xfrm>
          <a:prstGeom prst="rect">
            <a:avLst/>
          </a:prstGeom>
          <a:noFill/>
        </p:spPr>
        <p:txBody>
          <a:bodyPr wrap="square" rtlCol="0">
            <a:spAutoFit/>
          </a:bodyPr>
          <a:lstStyle/>
          <a:p>
            <a:pPr algn="ctr"/>
            <a:r>
              <a:rPr lang="es-ES" sz="2000" dirty="0">
                <a:latin typeface="Amasis MT Pro" panose="02040504050005020304" pitchFamily="18" charset="0"/>
              </a:rPr>
              <a:t>Escape rápido</a:t>
            </a:r>
          </a:p>
        </p:txBody>
      </p:sp>
      <p:sp>
        <p:nvSpPr>
          <p:cNvPr id="9" name="CuadroTexto 8">
            <a:extLst>
              <a:ext uri="{FF2B5EF4-FFF2-40B4-BE49-F238E27FC236}">
                <a16:creationId xmlns:a16="http://schemas.microsoft.com/office/drawing/2014/main" id="{E1AF58B2-774E-0346-E544-91F7EB1849B6}"/>
              </a:ext>
            </a:extLst>
          </p:cNvPr>
          <p:cNvSpPr txBox="1"/>
          <p:nvPr/>
        </p:nvSpPr>
        <p:spPr>
          <a:xfrm>
            <a:off x="3161352" y="3281324"/>
            <a:ext cx="1798320" cy="400110"/>
          </a:xfrm>
          <a:prstGeom prst="rect">
            <a:avLst/>
          </a:prstGeom>
          <a:noFill/>
        </p:spPr>
        <p:txBody>
          <a:bodyPr wrap="square" rtlCol="0">
            <a:spAutoFit/>
          </a:bodyPr>
          <a:lstStyle/>
          <a:p>
            <a:pPr algn="ctr"/>
            <a:r>
              <a:rPr lang="es-ES" sz="2000" dirty="0">
                <a:latin typeface="Amasis MT Pro" panose="02040504050005020304" pitchFamily="18" charset="0"/>
              </a:rPr>
              <a:t>Escape exacto</a:t>
            </a:r>
          </a:p>
        </p:txBody>
      </p:sp>
      <p:cxnSp>
        <p:nvCxnSpPr>
          <p:cNvPr id="11" name="Conector recto de flecha 10">
            <a:extLst>
              <a:ext uri="{FF2B5EF4-FFF2-40B4-BE49-F238E27FC236}">
                <a16:creationId xmlns:a16="http://schemas.microsoft.com/office/drawing/2014/main" id="{86E14558-82E6-C791-EC70-C70DAA43ED68}"/>
              </a:ext>
            </a:extLst>
          </p:cNvPr>
          <p:cNvCxnSpPr>
            <a:cxnSpLocks/>
          </p:cNvCxnSpPr>
          <p:nvPr/>
        </p:nvCxnSpPr>
        <p:spPr>
          <a:xfrm flipH="1">
            <a:off x="3113111" y="2772940"/>
            <a:ext cx="892364" cy="0"/>
          </a:xfrm>
          <a:prstGeom prst="straightConnector1">
            <a:avLst/>
          </a:prstGeom>
          <a:ln w="76200">
            <a:solidFill>
              <a:schemeClr val="bg2">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5" name="Conector recto de flecha 14">
            <a:extLst>
              <a:ext uri="{FF2B5EF4-FFF2-40B4-BE49-F238E27FC236}">
                <a16:creationId xmlns:a16="http://schemas.microsoft.com/office/drawing/2014/main" id="{30BB4641-258D-0DAE-23FE-52115A9FA3BB}"/>
              </a:ext>
            </a:extLst>
          </p:cNvPr>
          <p:cNvCxnSpPr>
            <a:cxnSpLocks/>
          </p:cNvCxnSpPr>
          <p:nvPr/>
        </p:nvCxnSpPr>
        <p:spPr>
          <a:xfrm>
            <a:off x="4959672" y="3511641"/>
            <a:ext cx="882009" cy="0"/>
          </a:xfrm>
          <a:prstGeom prst="straightConnector1">
            <a:avLst/>
          </a:prstGeom>
          <a:ln w="76200">
            <a:solidFill>
              <a:schemeClr val="bg2">
                <a:lumMod val="50000"/>
              </a:schemeClr>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0593416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D1E61E-99DF-C257-CFED-3412DFF9F651}"/>
            </a:ext>
          </a:extLst>
        </p:cNvPr>
        <p:cNvGrpSpPr/>
        <p:nvPr/>
      </p:nvGrpSpPr>
      <p:grpSpPr>
        <a:xfrm>
          <a:off x="0" y="0"/>
          <a:ext cx="0" cy="0"/>
          <a:chOff x="0" y="0"/>
          <a:chExt cx="0" cy="0"/>
        </a:xfrm>
      </p:grpSpPr>
      <p:pic>
        <p:nvPicPr>
          <p:cNvPr id="20" name="Imagen 19">
            <a:extLst>
              <a:ext uri="{FF2B5EF4-FFF2-40B4-BE49-F238E27FC236}">
                <a16:creationId xmlns:a16="http://schemas.microsoft.com/office/drawing/2014/main" id="{3E60A912-B91B-75AC-591B-9446E2D7431D}"/>
              </a:ext>
            </a:extLst>
          </p:cNvPr>
          <p:cNvPicPr>
            <a:picLocks noChangeAspect="1"/>
          </p:cNvPicPr>
          <p:nvPr/>
        </p:nvPicPr>
        <p:blipFill>
          <a:blip r:embed="rId2"/>
          <a:stretch>
            <a:fillRect/>
          </a:stretch>
        </p:blipFill>
        <p:spPr>
          <a:xfrm>
            <a:off x="3181462" y="1572744"/>
            <a:ext cx="1198364" cy="220720"/>
          </a:xfrm>
          <a:prstGeom prst="rect">
            <a:avLst/>
          </a:prstGeom>
        </p:spPr>
      </p:pic>
      <p:sp>
        <p:nvSpPr>
          <p:cNvPr id="3" name="CuadroTexto 2">
            <a:extLst>
              <a:ext uri="{FF2B5EF4-FFF2-40B4-BE49-F238E27FC236}">
                <a16:creationId xmlns:a16="http://schemas.microsoft.com/office/drawing/2014/main" id="{CC70AE56-2155-A761-194E-12726E8B9048}"/>
              </a:ext>
            </a:extLst>
          </p:cNvPr>
          <p:cNvSpPr txBox="1"/>
          <p:nvPr/>
        </p:nvSpPr>
        <p:spPr>
          <a:xfrm>
            <a:off x="-5693" y="0"/>
            <a:ext cx="8782430" cy="646331"/>
          </a:xfrm>
          <a:prstGeom prst="rect">
            <a:avLst/>
          </a:prstGeom>
          <a:noFill/>
        </p:spPr>
        <p:txBody>
          <a:bodyPr wrap="square" rtlCol="0">
            <a:spAutoFit/>
          </a:bodyPr>
          <a:lstStyle/>
          <a:p>
            <a:pPr lvl="1" algn="r"/>
            <a:r>
              <a:rPr lang="es-ES" sz="3600" dirty="0">
                <a:solidFill>
                  <a:schemeClr val="bg2">
                    <a:lumMod val="10000"/>
                  </a:schemeClr>
                </a:solidFill>
                <a:latin typeface="Amasis MT Pro Light" panose="02040304050005020304" pitchFamily="18" charset="0"/>
                <a:cs typeface="Adobe Devanagari" panose="02040503050201020203" pitchFamily="18" charset="0"/>
              </a:rPr>
              <a:t>Funciones y conjuntos de escape</a:t>
            </a:r>
          </a:p>
        </p:txBody>
      </p:sp>
      <p:pic>
        <p:nvPicPr>
          <p:cNvPr id="19" name="Imagen 18" descr="Diagrama&#10;&#10;El contenido generado por IA puede ser incorrecto.">
            <a:extLst>
              <a:ext uri="{FF2B5EF4-FFF2-40B4-BE49-F238E27FC236}">
                <a16:creationId xmlns:a16="http://schemas.microsoft.com/office/drawing/2014/main" id="{EA334330-362B-CD3C-DA07-B886952ABC3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8530" y="646331"/>
            <a:ext cx="2858499" cy="5728292"/>
          </a:xfrm>
          <a:prstGeom prst="rect">
            <a:avLst/>
          </a:prstGeom>
        </p:spPr>
      </p:pic>
      <p:pic>
        <p:nvPicPr>
          <p:cNvPr id="5" name="Imagen 4" descr="Gráfico&#10;&#10;El contenido generado por IA puede ser incorrecto.">
            <a:extLst>
              <a:ext uri="{FF2B5EF4-FFF2-40B4-BE49-F238E27FC236}">
                <a16:creationId xmlns:a16="http://schemas.microsoft.com/office/drawing/2014/main" id="{2A4F8DBB-B489-82CC-1AAF-5C71577327AF}"/>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917029" y="1798502"/>
            <a:ext cx="5604597" cy="4670497"/>
          </a:xfrm>
          <a:prstGeom prst="rect">
            <a:avLst/>
          </a:prstGeom>
        </p:spPr>
      </p:pic>
      <p:pic>
        <p:nvPicPr>
          <p:cNvPr id="11" name="Imagen 10">
            <a:extLst>
              <a:ext uri="{FF2B5EF4-FFF2-40B4-BE49-F238E27FC236}">
                <a16:creationId xmlns:a16="http://schemas.microsoft.com/office/drawing/2014/main" id="{63ED34FC-3DE9-DBDE-C7AC-D326622608AB}"/>
              </a:ext>
            </a:extLst>
          </p:cNvPr>
          <p:cNvPicPr>
            <a:picLocks noChangeAspect="1"/>
          </p:cNvPicPr>
          <p:nvPr/>
        </p:nvPicPr>
        <p:blipFill>
          <a:blip r:embed="rId5"/>
          <a:stretch>
            <a:fillRect/>
          </a:stretch>
        </p:blipFill>
        <p:spPr>
          <a:xfrm>
            <a:off x="3181462" y="1215635"/>
            <a:ext cx="1123292" cy="230796"/>
          </a:xfrm>
          <a:prstGeom prst="rect">
            <a:avLst/>
          </a:prstGeom>
        </p:spPr>
      </p:pic>
      <p:pic>
        <p:nvPicPr>
          <p:cNvPr id="12" name="Imagen 11">
            <a:extLst>
              <a:ext uri="{FF2B5EF4-FFF2-40B4-BE49-F238E27FC236}">
                <a16:creationId xmlns:a16="http://schemas.microsoft.com/office/drawing/2014/main" id="{7D5924C1-C53B-CEBF-3C35-3BB82EC902E6}"/>
              </a:ext>
            </a:extLst>
          </p:cNvPr>
          <p:cNvPicPr>
            <a:picLocks noChangeAspect="1"/>
          </p:cNvPicPr>
          <p:nvPr/>
        </p:nvPicPr>
        <p:blipFill>
          <a:blip r:embed="rId6"/>
          <a:stretch>
            <a:fillRect/>
          </a:stretch>
        </p:blipFill>
        <p:spPr>
          <a:xfrm>
            <a:off x="7040988" y="876222"/>
            <a:ext cx="805125" cy="230796"/>
          </a:xfrm>
          <a:prstGeom prst="rect">
            <a:avLst/>
          </a:prstGeom>
        </p:spPr>
      </p:pic>
      <p:pic>
        <p:nvPicPr>
          <p:cNvPr id="15" name="Imagen 14">
            <a:extLst>
              <a:ext uri="{FF2B5EF4-FFF2-40B4-BE49-F238E27FC236}">
                <a16:creationId xmlns:a16="http://schemas.microsoft.com/office/drawing/2014/main" id="{4898EB1D-55B6-A8D3-87B5-F9D2B3DCFEA2}"/>
              </a:ext>
            </a:extLst>
          </p:cNvPr>
          <p:cNvPicPr>
            <a:picLocks noChangeAspect="1"/>
          </p:cNvPicPr>
          <p:nvPr/>
        </p:nvPicPr>
        <p:blipFill>
          <a:blip r:embed="rId7"/>
          <a:stretch>
            <a:fillRect/>
          </a:stretch>
        </p:blipFill>
        <p:spPr>
          <a:xfrm>
            <a:off x="7044309" y="1567706"/>
            <a:ext cx="1328304" cy="230796"/>
          </a:xfrm>
          <a:prstGeom prst="rect">
            <a:avLst/>
          </a:prstGeom>
        </p:spPr>
      </p:pic>
      <p:pic>
        <p:nvPicPr>
          <p:cNvPr id="16" name="Imagen 15">
            <a:extLst>
              <a:ext uri="{FF2B5EF4-FFF2-40B4-BE49-F238E27FC236}">
                <a16:creationId xmlns:a16="http://schemas.microsoft.com/office/drawing/2014/main" id="{684DBE59-66A6-70A9-0F27-ECA30198D97A}"/>
              </a:ext>
            </a:extLst>
          </p:cNvPr>
          <p:cNvPicPr>
            <a:picLocks noChangeAspect="1"/>
          </p:cNvPicPr>
          <p:nvPr/>
        </p:nvPicPr>
        <p:blipFill>
          <a:blip r:embed="rId5"/>
          <a:stretch>
            <a:fillRect/>
          </a:stretch>
        </p:blipFill>
        <p:spPr>
          <a:xfrm>
            <a:off x="7040988" y="1221964"/>
            <a:ext cx="1123292" cy="230796"/>
          </a:xfrm>
          <a:prstGeom prst="rect">
            <a:avLst/>
          </a:prstGeom>
        </p:spPr>
      </p:pic>
      <p:pic>
        <p:nvPicPr>
          <p:cNvPr id="21" name="Imagen 20">
            <a:extLst>
              <a:ext uri="{FF2B5EF4-FFF2-40B4-BE49-F238E27FC236}">
                <a16:creationId xmlns:a16="http://schemas.microsoft.com/office/drawing/2014/main" id="{A337D4F2-A5D6-057E-A19A-B768128001C2}"/>
              </a:ext>
            </a:extLst>
          </p:cNvPr>
          <p:cNvPicPr>
            <a:picLocks noChangeAspect="1"/>
          </p:cNvPicPr>
          <p:nvPr/>
        </p:nvPicPr>
        <p:blipFill>
          <a:blip r:embed="rId8"/>
          <a:stretch>
            <a:fillRect/>
          </a:stretch>
        </p:blipFill>
        <p:spPr>
          <a:xfrm>
            <a:off x="3181462" y="872226"/>
            <a:ext cx="771387" cy="234792"/>
          </a:xfrm>
          <a:prstGeom prst="rect">
            <a:avLst/>
          </a:prstGeom>
        </p:spPr>
      </p:pic>
    </p:spTree>
    <p:extLst>
      <p:ext uri="{BB962C8B-B14F-4D97-AF65-F5344CB8AC3E}">
        <p14:creationId xmlns:p14="http://schemas.microsoft.com/office/powerpoint/2010/main" val="360032899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76DE19-9002-047D-BBF4-EE1DC60A74A9}"/>
            </a:ext>
          </a:extLst>
        </p:cNvPr>
        <p:cNvGrpSpPr/>
        <p:nvPr/>
      </p:nvGrpSpPr>
      <p:grpSpPr>
        <a:xfrm>
          <a:off x="0" y="0"/>
          <a:ext cx="0" cy="0"/>
          <a:chOff x="0" y="0"/>
          <a:chExt cx="0" cy="0"/>
        </a:xfrm>
      </p:grpSpPr>
      <p:pic>
        <p:nvPicPr>
          <p:cNvPr id="5" name="Imagen 4" descr="Gráfico, Gráfico radial&#10;&#10;El contenido generado por IA puede ser incorrecto.">
            <a:extLst>
              <a:ext uri="{FF2B5EF4-FFF2-40B4-BE49-F238E27FC236}">
                <a16:creationId xmlns:a16="http://schemas.microsoft.com/office/drawing/2014/main" id="{A00D1A27-D8DD-7200-8837-48C763DF324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483248" y="764157"/>
            <a:ext cx="6466793" cy="5388994"/>
          </a:xfrm>
          <a:prstGeom prst="rect">
            <a:avLst/>
          </a:prstGeom>
        </p:spPr>
      </p:pic>
      <p:sp>
        <p:nvSpPr>
          <p:cNvPr id="3" name="CuadroTexto 2">
            <a:extLst>
              <a:ext uri="{FF2B5EF4-FFF2-40B4-BE49-F238E27FC236}">
                <a16:creationId xmlns:a16="http://schemas.microsoft.com/office/drawing/2014/main" id="{D3266234-F323-E130-255D-18F9E75D3E0C}"/>
              </a:ext>
            </a:extLst>
          </p:cNvPr>
          <p:cNvSpPr txBox="1"/>
          <p:nvPr/>
        </p:nvSpPr>
        <p:spPr>
          <a:xfrm>
            <a:off x="-5693" y="0"/>
            <a:ext cx="8782430" cy="1077218"/>
          </a:xfrm>
          <a:prstGeom prst="rect">
            <a:avLst/>
          </a:prstGeom>
          <a:noFill/>
        </p:spPr>
        <p:txBody>
          <a:bodyPr wrap="square" rtlCol="0">
            <a:spAutoFit/>
          </a:bodyPr>
          <a:lstStyle/>
          <a:p>
            <a:pPr algn="r"/>
            <a:r>
              <a:rPr lang="es-ES" sz="3200" b="1" dirty="0">
                <a:latin typeface="Amasis MT Pro Light" panose="02040304050005020304" pitchFamily="18" charset="0"/>
                <a:cs typeface="Adobe Devanagari" panose="02040503050201020203" pitchFamily="18" charset="0"/>
              </a:rPr>
              <a:t>5</a:t>
            </a:r>
            <a:r>
              <a:rPr lang="es-ES" sz="3200" b="1" dirty="0">
                <a:solidFill>
                  <a:schemeClr val="bg2">
                    <a:lumMod val="10000"/>
                  </a:schemeClr>
                </a:solidFill>
                <a:latin typeface="Amasis MT Pro Light" panose="02040304050005020304" pitchFamily="18" charset="0"/>
                <a:cs typeface="Adobe Devanagari" panose="02040503050201020203" pitchFamily="18" charset="0"/>
              </a:rPr>
              <a:t>. </a:t>
            </a:r>
            <a:r>
              <a:rPr lang="en-US" sz="3200" b="1" dirty="0">
                <a:solidFill>
                  <a:schemeClr val="bg2">
                    <a:lumMod val="10000"/>
                  </a:schemeClr>
                </a:solidFill>
                <a:latin typeface="Amasis MT Pro Light" panose="02040304050005020304" pitchFamily="18" charset="0"/>
                <a:cs typeface="Adobe Devanagari" panose="02040503050201020203" pitchFamily="18" charset="0"/>
              </a:rPr>
              <a:t>Two-Player Yorke’s Game of Survival in Chaotic Transients</a:t>
            </a:r>
          </a:p>
        </p:txBody>
      </p:sp>
      <p:pic>
        <p:nvPicPr>
          <p:cNvPr id="4" name="Imagen 3">
            <a:extLst>
              <a:ext uri="{FF2B5EF4-FFF2-40B4-BE49-F238E27FC236}">
                <a16:creationId xmlns:a16="http://schemas.microsoft.com/office/drawing/2014/main" id="{71ECA646-961D-81D5-6A58-BA5C4D696E9A}"/>
              </a:ext>
            </a:extLst>
          </p:cNvPr>
          <p:cNvPicPr>
            <a:picLocks noChangeAspect="1"/>
          </p:cNvPicPr>
          <p:nvPr/>
        </p:nvPicPr>
        <p:blipFill>
          <a:blip r:embed="rId3"/>
          <a:stretch>
            <a:fillRect/>
          </a:stretch>
        </p:blipFill>
        <p:spPr>
          <a:xfrm>
            <a:off x="0" y="6329367"/>
            <a:ext cx="9144000" cy="432249"/>
          </a:xfrm>
          <a:prstGeom prst="rect">
            <a:avLst/>
          </a:prstGeom>
        </p:spPr>
      </p:pic>
      <p:sp>
        <p:nvSpPr>
          <p:cNvPr id="2" name="Rectángulo: esquinas redondeadas 1">
            <a:extLst>
              <a:ext uri="{FF2B5EF4-FFF2-40B4-BE49-F238E27FC236}">
                <a16:creationId xmlns:a16="http://schemas.microsoft.com/office/drawing/2014/main" id="{97ED0829-208E-45BC-68B1-CC6199C1AB5E}"/>
              </a:ext>
            </a:extLst>
          </p:cNvPr>
          <p:cNvSpPr/>
          <p:nvPr/>
        </p:nvSpPr>
        <p:spPr>
          <a:xfrm>
            <a:off x="-5694" y="6242050"/>
            <a:ext cx="9149693" cy="606885"/>
          </a:xfrm>
          <a:prstGeom prst="roundRect">
            <a:avLst/>
          </a:prstGeom>
          <a:noFill/>
          <a:ln w="38100">
            <a:solidFill>
              <a:schemeClr val="bg2">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Tree>
    <p:extLst>
      <p:ext uri="{BB962C8B-B14F-4D97-AF65-F5344CB8AC3E}">
        <p14:creationId xmlns:p14="http://schemas.microsoft.com/office/powerpoint/2010/main" val="98928493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7D367A-7CF4-F7F4-5E0F-5C20304EEBFE}"/>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uadroTexto 2">
                <a:extLst>
                  <a:ext uri="{FF2B5EF4-FFF2-40B4-BE49-F238E27FC236}">
                    <a16:creationId xmlns:a16="http://schemas.microsoft.com/office/drawing/2014/main" id="{DF5954BC-FD8B-F74F-10A6-CCF90FF94E55}"/>
                  </a:ext>
                </a:extLst>
              </p:cNvPr>
              <p:cNvSpPr txBox="1"/>
              <p:nvPr/>
            </p:nvSpPr>
            <p:spPr>
              <a:xfrm>
                <a:off x="5026342" y="2320039"/>
                <a:ext cx="576263" cy="40011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p>
                        <m:sSupPr>
                          <m:ctrlPr>
                            <a:rPr lang="es-ES" sz="2000" i="1">
                              <a:solidFill>
                                <a:srgbClr val="FFC000"/>
                              </a:solidFill>
                              <a:latin typeface="Cambria Math" panose="02040503050406030204" pitchFamily="18" charset="0"/>
                            </a:rPr>
                          </m:ctrlPr>
                        </m:sSupPr>
                        <m:e>
                          <m:r>
                            <a:rPr lang="es-ES" sz="2000" i="1">
                              <a:solidFill>
                                <a:srgbClr val="FFC000"/>
                              </a:solidFill>
                              <a:latin typeface="Cambria Math" panose="02040503050406030204" pitchFamily="18" charset="0"/>
                            </a:rPr>
                            <m:t>𝐴</m:t>
                          </m:r>
                        </m:e>
                        <m:sup>
                          <m:r>
                            <a:rPr lang="es-ES" sz="2000" i="1">
                              <a:solidFill>
                                <a:srgbClr val="FFC000"/>
                              </a:solidFill>
                              <a:latin typeface="Cambria Math" panose="02040503050406030204" pitchFamily="18" charset="0"/>
                            </a:rPr>
                            <m:t>+</m:t>
                          </m:r>
                        </m:sup>
                      </m:sSup>
                      <m:sSup>
                        <m:sSupPr>
                          <m:ctrlPr>
                            <a:rPr lang="es-ES" sz="2000" i="1">
                              <a:solidFill>
                                <a:srgbClr val="0070C0"/>
                              </a:solidFill>
                              <a:latin typeface="Cambria Math" panose="02040503050406030204" pitchFamily="18" charset="0"/>
                            </a:rPr>
                          </m:ctrlPr>
                        </m:sSupPr>
                        <m:e>
                          <m:r>
                            <a:rPr lang="es-ES" sz="2000" i="1">
                              <a:solidFill>
                                <a:srgbClr val="0070C0"/>
                              </a:solidFill>
                              <a:latin typeface="Cambria Math" panose="02040503050406030204" pitchFamily="18" charset="0"/>
                            </a:rPr>
                            <m:t>𝐵</m:t>
                          </m:r>
                        </m:e>
                        <m:sup>
                          <m:r>
                            <a:rPr lang="es-ES" sz="2000" i="1">
                              <a:solidFill>
                                <a:srgbClr val="0070C0"/>
                              </a:solidFill>
                              <a:latin typeface="Cambria Math" panose="02040503050406030204" pitchFamily="18" charset="0"/>
                            </a:rPr>
                            <m:t>−</m:t>
                          </m:r>
                        </m:sup>
                      </m:sSup>
                    </m:oMath>
                  </m:oMathPara>
                </a14:m>
                <a:endParaRPr lang="es-ES" sz="2000" dirty="0"/>
              </a:p>
            </p:txBody>
          </p:sp>
        </mc:Choice>
        <mc:Fallback xmlns="">
          <p:sp>
            <p:nvSpPr>
              <p:cNvPr id="3" name="CuadroTexto 2">
                <a:extLst>
                  <a:ext uri="{FF2B5EF4-FFF2-40B4-BE49-F238E27FC236}">
                    <a16:creationId xmlns:a16="http://schemas.microsoft.com/office/drawing/2014/main" id="{DF5954BC-FD8B-F74F-10A6-CCF90FF94E55}"/>
                  </a:ext>
                </a:extLst>
              </p:cNvPr>
              <p:cNvSpPr txBox="1">
                <a:spLocks noRot="1" noChangeAspect="1" noMove="1" noResize="1" noEditPoints="1" noAdjustHandles="1" noChangeArrowheads="1" noChangeShapeType="1" noTextEdit="1"/>
              </p:cNvSpPr>
              <p:nvPr/>
            </p:nvSpPr>
            <p:spPr>
              <a:xfrm>
                <a:off x="5026342" y="2320039"/>
                <a:ext cx="576263" cy="400110"/>
              </a:xfrm>
              <a:prstGeom prst="rect">
                <a:avLst/>
              </a:prstGeom>
              <a:blipFill>
                <a:blip r:embed="rId2"/>
                <a:stretch>
                  <a:fillRect r="-28723"/>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5" name="CuadroTexto 4">
                <a:extLst>
                  <a:ext uri="{FF2B5EF4-FFF2-40B4-BE49-F238E27FC236}">
                    <a16:creationId xmlns:a16="http://schemas.microsoft.com/office/drawing/2014/main" id="{62F5ECED-CEEC-531A-1751-67B41069014D}"/>
                  </a:ext>
                </a:extLst>
              </p:cNvPr>
              <p:cNvSpPr txBox="1"/>
              <p:nvPr/>
            </p:nvSpPr>
            <p:spPr>
              <a:xfrm>
                <a:off x="5026341" y="3227681"/>
                <a:ext cx="576263" cy="40011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p>
                        <m:sSupPr>
                          <m:ctrlPr>
                            <a:rPr lang="es-ES" sz="2000" i="1">
                              <a:solidFill>
                                <a:srgbClr val="FFC000"/>
                              </a:solidFill>
                              <a:latin typeface="Cambria Math" panose="02040503050406030204" pitchFamily="18" charset="0"/>
                            </a:rPr>
                          </m:ctrlPr>
                        </m:sSupPr>
                        <m:e>
                          <m:r>
                            <a:rPr lang="es-ES" sz="2000" i="1">
                              <a:solidFill>
                                <a:srgbClr val="FFC000"/>
                              </a:solidFill>
                              <a:latin typeface="Cambria Math" panose="02040503050406030204" pitchFamily="18" charset="0"/>
                            </a:rPr>
                            <m:t>𝐴</m:t>
                          </m:r>
                        </m:e>
                        <m:sup>
                          <m:r>
                            <a:rPr lang="es-ES" sz="2000" i="1">
                              <a:solidFill>
                                <a:srgbClr val="FFC000"/>
                              </a:solidFill>
                              <a:latin typeface="Cambria Math" panose="02040503050406030204" pitchFamily="18" charset="0"/>
                            </a:rPr>
                            <m:t>−</m:t>
                          </m:r>
                        </m:sup>
                      </m:sSup>
                      <m:sSup>
                        <m:sSupPr>
                          <m:ctrlPr>
                            <a:rPr lang="es-ES" sz="2000" i="1">
                              <a:solidFill>
                                <a:srgbClr val="0070C0"/>
                              </a:solidFill>
                              <a:latin typeface="Cambria Math" panose="02040503050406030204" pitchFamily="18" charset="0"/>
                            </a:rPr>
                          </m:ctrlPr>
                        </m:sSupPr>
                        <m:e>
                          <m:r>
                            <a:rPr lang="es-ES" sz="2000" i="1">
                              <a:solidFill>
                                <a:srgbClr val="0070C0"/>
                              </a:solidFill>
                              <a:latin typeface="Cambria Math" panose="02040503050406030204" pitchFamily="18" charset="0"/>
                            </a:rPr>
                            <m:t>𝐵</m:t>
                          </m:r>
                        </m:e>
                        <m:sup>
                          <m:r>
                            <a:rPr lang="es-ES" sz="2000" i="1">
                              <a:solidFill>
                                <a:srgbClr val="0070C0"/>
                              </a:solidFill>
                              <a:latin typeface="Cambria Math" panose="02040503050406030204" pitchFamily="18" charset="0"/>
                            </a:rPr>
                            <m:t>+</m:t>
                          </m:r>
                        </m:sup>
                      </m:sSup>
                    </m:oMath>
                  </m:oMathPara>
                </a14:m>
                <a:endParaRPr lang="es-ES" sz="2000" dirty="0"/>
              </a:p>
            </p:txBody>
          </p:sp>
        </mc:Choice>
        <mc:Fallback xmlns="">
          <p:sp>
            <p:nvSpPr>
              <p:cNvPr id="5" name="CuadroTexto 4">
                <a:extLst>
                  <a:ext uri="{FF2B5EF4-FFF2-40B4-BE49-F238E27FC236}">
                    <a16:creationId xmlns:a16="http://schemas.microsoft.com/office/drawing/2014/main" id="{62F5ECED-CEEC-531A-1751-67B41069014D}"/>
                  </a:ext>
                </a:extLst>
              </p:cNvPr>
              <p:cNvSpPr txBox="1">
                <a:spLocks noRot="1" noChangeAspect="1" noMove="1" noResize="1" noEditPoints="1" noAdjustHandles="1" noChangeArrowheads="1" noChangeShapeType="1" noTextEdit="1"/>
              </p:cNvSpPr>
              <p:nvPr/>
            </p:nvSpPr>
            <p:spPr>
              <a:xfrm>
                <a:off x="5026341" y="3227681"/>
                <a:ext cx="576263" cy="400110"/>
              </a:xfrm>
              <a:prstGeom prst="rect">
                <a:avLst/>
              </a:prstGeom>
              <a:blipFill>
                <a:blip r:embed="rId3"/>
                <a:stretch>
                  <a:fillRect r="-32979"/>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6" name="CuadroTexto 5">
                <a:extLst>
                  <a:ext uri="{FF2B5EF4-FFF2-40B4-BE49-F238E27FC236}">
                    <a16:creationId xmlns:a16="http://schemas.microsoft.com/office/drawing/2014/main" id="{B518DD7C-02C2-ADE2-C1C6-75386BCF6448}"/>
                  </a:ext>
                </a:extLst>
              </p:cNvPr>
              <p:cNvSpPr txBox="1"/>
              <p:nvPr/>
            </p:nvSpPr>
            <p:spPr>
              <a:xfrm>
                <a:off x="5087302" y="4135323"/>
                <a:ext cx="576263" cy="40011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p>
                        <m:sSupPr>
                          <m:ctrlPr>
                            <a:rPr lang="es-ES" sz="2000" i="1">
                              <a:solidFill>
                                <a:srgbClr val="FFC000"/>
                              </a:solidFill>
                              <a:latin typeface="Cambria Math" panose="02040503050406030204" pitchFamily="18" charset="0"/>
                            </a:rPr>
                          </m:ctrlPr>
                        </m:sSupPr>
                        <m:e>
                          <m:r>
                            <a:rPr lang="es-ES" sz="2000" i="1">
                              <a:solidFill>
                                <a:srgbClr val="FFC000"/>
                              </a:solidFill>
                              <a:latin typeface="Cambria Math" panose="02040503050406030204" pitchFamily="18" charset="0"/>
                            </a:rPr>
                            <m:t>𝐴</m:t>
                          </m:r>
                        </m:e>
                        <m:sup>
                          <m:r>
                            <a:rPr lang="es-ES" sz="2000" i="1">
                              <a:solidFill>
                                <a:srgbClr val="FFC000"/>
                              </a:solidFill>
                              <a:latin typeface="Cambria Math" panose="02040503050406030204" pitchFamily="18" charset="0"/>
                            </a:rPr>
                            <m:t>−</m:t>
                          </m:r>
                        </m:sup>
                      </m:sSup>
                      <m:sSup>
                        <m:sSupPr>
                          <m:ctrlPr>
                            <a:rPr lang="es-ES" sz="2000" i="1">
                              <a:solidFill>
                                <a:srgbClr val="0070C0"/>
                              </a:solidFill>
                              <a:latin typeface="Cambria Math" panose="02040503050406030204" pitchFamily="18" charset="0"/>
                            </a:rPr>
                          </m:ctrlPr>
                        </m:sSupPr>
                        <m:e>
                          <m:r>
                            <a:rPr lang="es-ES" sz="2000" i="1">
                              <a:solidFill>
                                <a:srgbClr val="0070C0"/>
                              </a:solidFill>
                              <a:latin typeface="Cambria Math" panose="02040503050406030204" pitchFamily="18" charset="0"/>
                            </a:rPr>
                            <m:t>𝐵</m:t>
                          </m:r>
                        </m:e>
                        <m:sup>
                          <m:r>
                            <a:rPr lang="es-ES" sz="2000" i="1">
                              <a:solidFill>
                                <a:srgbClr val="0070C0"/>
                              </a:solidFill>
                              <a:latin typeface="Cambria Math" panose="02040503050406030204" pitchFamily="18" charset="0"/>
                            </a:rPr>
                            <m:t>−</m:t>
                          </m:r>
                        </m:sup>
                      </m:sSup>
                    </m:oMath>
                  </m:oMathPara>
                </a14:m>
                <a:endParaRPr lang="es-ES" sz="2000" dirty="0"/>
              </a:p>
            </p:txBody>
          </p:sp>
        </mc:Choice>
        <mc:Fallback xmlns="">
          <p:sp>
            <p:nvSpPr>
              <p:cNvPr id="6" name="CuadroTexto 5">
                <a:extLst>
                  <a:ext uri="{FF2B5EF4-FFF2-40B4-BE49-F238E27FC236}">
                    <a16:creationId xmlns:a16="http://schemas.microsoft.com/office/drawing/2014/main" id="{B518DD7C-02C2-ADE2-C1C6-75386BCF6448}"/>
                  </a:ext>
                </a:extLst>
              </p:cNvPr>
              <p:cNvSpPr txBox="1">
                <a:spLocks noRot="1" noChangeAspect="1" noMove="1" noResize="1" noEditPoints="1" noAdjustHandles="1" noChangeArrowheads="1" noChangeShapeType="1" noTextEdit="1"/>
              </p:cNvSpPr>
              <p:nvPr/>
            </p:nvSpPr>
            <p:spPr>
              <a:xfrm>
                <a:off x="5087302" y="4135323"/>
                <a:ext cx="576263" cy="400110"/>
              </a:xfrm>
              <a:prstGeom prst="rect">
                <a:avLst/>
              </a:prstGeom>
              <a:blipFill>
                <a:blip r:embed="rId4"/>
                <a:stretch>
                  <a:fillRect r="-28723"/>
                </a:stretch>
              </a:blipFill>
            </p:spPr>
            <p:txBody>
              <a:bodyPr/>
              <a:lstStyle/>
              <a:p>
                <a:r>
                  <a:rPr lang="es-ES">
                    <a:noFill/>
                  </a:rPr>
                  <a:t> </a:t>
                </a:r>
              </a:p>
            </p:txBody>
          </p:sp>
        </mc:Fallback>
      </mc:AlternateContent>
      <p:sp>
        <p:nvSpPr>
          <p:cNvPr id="7" name="CuadroTexto 6">
            <a:extLst>
              <a:ext uri="{FF2B5EF4-FFF2-40B4-BE49-F238E27FC236}">
                <a16:creationId xmlns:a16="http://schemas.microsoft.com/office/drawing/2014/main" id="{1437960A-AEB4-92F6-09AB-63798C779C5C}"/>
              </a:ext>
            </a:extLst>
          </p:cNvPr>
          <p:cNvSpPr txBox="1"/>
          <p:nvPr/>
        </p:nvSpPr>
        <p:spPr>
          <a:xfrm>
            <a:off x="1145907" y="1301757"/>
            <a:ext cx="1447800" cy="461665"/>
          </a:xfrm>
          <a:prstGeom prst="rect">
            <a:avLst/>
          </a:prstGeom>
          <a:noFill/>
        </p:spPr>
        <p:txBody>
          <a:bodyPr wrap="square" rtlCol="0">
            <a:spAutoFit/>
          </a:bodyPr>
          <a:lstStyle/>
          <a:p>
            <a:pPr algn="ctr"/>
            <a:r>
              <a:rPr lang="es-ES" sz="2400" dirty="0">
                <a:solidFill>
                  <a:schemeClr val="bg2">
                    <a:lumMod val="50000"/>
                  </a:schemeClr>
                </a:solidFill>
                <a:latin typeface="Amasis MT Pro" panose="02040504050005020304" pitchFamily="18" charset="0"/>
              </a:rPr>
              <a:t>Objetivos</a:t>
            </a:r>
          </a:p>
        </p:txBody>
      </p:sp>
      <p:sp>
        <p:nvSpPr>
          <p:cNvPr id="8" name="CuadroTexto 7">
            <a:extLst>
              <a:ext uri="{FF2B5EF4-FFF2-40B4-BE49-F238E27FC236}">
                <a16:creationId xmlns:a16="http://schemas.microsoft.com/office/drawing/2014/main" id="{72BBF885-CB79-BE0F-AC6E-9C01364C607D}"/>
              </a:ext>
            </a:extLst>
          </p:cNvPr>
          <p:cNvSpPr txBox="1"/>
          <p:nvPr/>
        </p:nvSpPr>
        <p:spPr>
          <a:xfrm>
            <a:off x="550069" y="2292114"/>
            <a:ext cx="314325" cy="461665"/>
          </a:xfrm>
          <a:prstGeom prst="rect">
            <a:avLst/>
          </a:prstGeom>
          <a:noFill/>
        </p:spPr>
        <p:txBody>
          <a:bodyPr wrap="square" rtlCol="0">
            <a:spAutoFit/>
          </a:bodyPr>
          <a:lstStyle/>
          <a:p>
            <a:pPr algn="ctr"/>
            <a:r>
              <a:rPr lang="es-ES" sz="2400" dirty="0">
                <a:solidFill>
                  <a:srgbClr val="FFC000"/>
                </a:solidFill>
                <a:latin typeface="Amasis MT Pro" panose="02040504050005020304" pitchFamily="18" charset="0"/>
              </a:rPr>
              <a:t>A</a:t>
            </a:r>
          </a:p>
        </p:txBody>
      </p:sp>
      <p:sp>
        <p:nvSpPr>
          <p:cNvPr id="10" name="CuadroTexto 9">
            <a:extLst>
              <a:ext uri="{FF2B5EF4-FFF2-40B4-BE49-F238E27FC236}">
                <a16:creationId xmlns:a16="http://schemas.microsoft.com/office/drawing/2014/main" id="{211C0DD7-D7C3-9601-1CEB-51A6A679B086}"/>
              </a:ext>
            </a:extLst>
          </p:cNvPr>
          <p:cNvSpPr txBox="1"/>
          <p:nvPr/>
        </p:nvSpPr>
        <p:spPr>
          <a:xfrm>
            <a:off x="1277302" y="2210396"/>
            <a:ext cx="3138487" cy="707886"/>
          </a:xfrm>
          <a:prstGeom prst="rect">
            <a:avLst/>
          </a:prstGeom>
          <a:noFill/>
        </p:spPr>
        <p:txBody>
          <a:bodyPr wrap="square">
            <a:spAutoFit/>
          </a:bodyPr>
          <a:lstStyle/>
          <a:p>
            <a:r>
              <a:rPr lang="es-ES" sz="2000" dirty="0">
                <a:solidFill>
                  <a:schemeClr val="bg2">
                    <a:lumMod val="25000"/>
                  </a:schemeClr>
                </a:solidFill>
                <a:latin typeface="Amasis MT Pro" panose="02040504050005020304" pitchFamily="18" charset="0"/>
              </a:rPr>
              <a:t>quiere </a:t>
            </a:r>
            <a:r>
              <a:rPr lang="es-ES" sz="2000" dirty="0">
                <a:solidFill>
                  <a:srgbClr val="FFC000"/>
                </a:solidFill>
                <a:latin typeface="Amasis MT Pro" panose="02040504050005020304" pitchFamily="18" charset="0"/>
              </a:rPr>
              <a:t>escapar</a:t>
            </a:r>
            <a:r>
              <a:rPr lang="es-ES" sz="2000" dirty="0">
                <a:solidFill>
                  <a:schemeClr val="bg2">
                    <a:lumMod val="25000"/>
                  </a:schemeClr>
                </a:solidFill>
                <a:latin typeface="Amasis MT Pro" panose="02040504050005020304" pitchFamily="18" charset="0"/>
              </a:rPr>
              <a:t> de una región caótica transitoria</a:t>
            </a:r>
            <a:endParaRPr lang="es-ES" sz="2000" dirty="0">
              <a:solidFill>
                <a:schemeClr val="bg2">
                  <a:lumMod val="25000"/>
                </a:schemeClr>
              </a:solidFill>
            </a:endParaRPr>
          </a:p>
        </p:txBody>
      </p:sp>
      <p:sp>
        <p:nvSpPr>
          <p:cNvPr id="11" name="CuadroTexto 10">
            <a:extLst>
              <a:ext uri="{FF2B5EF4-FFF2-40B4-BE49-F238E27FC236}">
                <a16:creationId xmlns:a16="http://schemas.microsoft.com/office/drawing/2014/main" id="{48A748B8-0C27-0E8D-E871-EBFD94561951}"/>
              </a:ext>
            </a:extLst>
          </p:cNvPr>
          <p:cNvSpPr txBox="1"/>
          <p:nvPr/>
        </p:nvSpPr>
        <p:spPr>
          <a:xfrm>
            <a:off x="537736" y="3196904"/>
            <a:ext cx="314325" cy="461665"/>
          </a:xfrm>
          <a:prstGeom prst="rect">
            <a:avLst/>
          </a:prstGeom>
          <a:noFill/>
        </p:spPr>
        <p:txBody>
          <a:bodyPr wrap="square" rtlCol="0">
            <a:spAutoFit/>
          </a:bodyPr>
          <a:lstStyle/>
          <a:p>
            <a:pPr algn="ctr"/>
            <a:r>
              <a:rPr lang="es-ES" sz="2400" dirty="0">
                <a:solidFill>
                  <a:srgbClr val="0070C0"/>
                </a:solidFill>
                <a:latin typeface="Amasis MT Pro" panose="02040504050005020304" pitchFamily="18" charset="0"/>
              </a:rPr>
              <a:t>B</a:t>
            </a:r>
          </a:p>
        </p:txBody>
      </p:sp>
      <p:sp>
        <p:nvSpPr>
          <p:cNvPr id="12" name="CuadroTexto 11">
            <a:extLst>
              <a:ext uri="{FF2B5EF4-FFF2-40B4-BE49-F238E27FC236}">
                <a16:creationId xmlns:a16="http://schemas.microsoft.com/office/drawing/2014/main" id="{419A2855-A8BF-85D2-4366-B59CA07CA47A}"/>
              </a:ext>
            </a:extLst>
          </p:cNvPr>
          <p:cNvSpPr txBox="1"/>
          <p:nvPr/>
        </p:nvSpPr>
        <p:spPr>
          <a:xfrm>
            <a:off x="1277302" y="3073793"/>
            <a:ext cx="3165108" cy="707886"/>
          </a:xfrm>
          <a:prstGeom prst="rect">
            <a:avLst/>
          </a:prstGeom>
          <a:noFill/>
        </p:spPr>
        <p:txBody>
          <a:bodyPr wrap="square">
            <a:spAutoFit/>
          </a:bodyPr>
          <a:lstStyle/>
          <a:p>
            <a:r>
              <a:rPr lang="es-ES" sz="2000" dirty="0">
                <a:solidFill>
                  <a:schemeClr val="bg2">
                    <a:lumMod val="25000"/>
                  </a:schemeClr>
                </a:solidFill>
                <a:latin typeface="Amasis MT Pro" panose="02040504050005020304" pitchFamily="18" charset="0"/>
              </a:rPr>
              <a:t>quiere </a:t>
            </a:r>
            <a:r>
              <a:rPr lang="es-ES" sz="2000" dirty="0">
                <a:solidFill>
                  <a:srgbClr val="0070C0"/>
                </a:solidFill>
                <a:latin typeface="Amasis MT Pro" panose="02040504050005020304" pitchFamily="18" charset="0"/>
              </a:rPr>
              <a:t>permanecer</a:t>
            </a:r>
            <a:r>
              <a:rPr lang="es-ES" sz="2000" dirty="0">
                <a:solidFill>
                  <a:schemeClr val="bg2">
                    <a:lumMod val="25000"/>
                  </a:schemeClr>
                </a:solidFill>
                <a:latin typeface="Amasis MT Pro" panose="02040504050005020304" pitchFamily="18" charset="0"/>
              </a:rPr>
              <a:t> en la  región</a:t>
            </a:r>
            <a:endParaRPr lang="es-ES" sz="2000" dirty="0">
              <a:solidFill>
                <a:schemeClr val="bg2">
                  <a:lumMod val="25000"/>
                </a:schemeClr>
              </a:solidFill>
            </a:endParaRPr>
          </a:p>
        </p:txBody>
      </p:sp>
      <p:sp>
        <p:nvSpPr>
          <p:cNvPr id="15" name="CuadroTexto 14">
            <a:extLst>
              <a:ext uri="{FF2B5EF4-FFF2-40B4-BE49-F238E27FC236}">
                <a16:creationId xmlns:a16="http://schemas.microsoft.com/office/drawing/2014/main" id="{A9493EC3-776D-74F4-1DA1-9EC85E58C1DE}"/>
              </a:ext>
            </a:extLst>
          </p:cNvPr>
          <p:cNvSpPr txBox="1"/>
          <p:nvPr/>
        </p:nvSpPr>
        <p:spPr>
          <a:xfrm>
            <a:off x="5087302" y="1270837"/>
            <a:ext cx="1900237" cy="461665"/>
          </a:xfrm>
          <a:prstGeom prst="rect">
            <a:avLst/>
          </a:prstGeom>
          <a:noFill/>
        </p:spPr>
        <p:txBody>
          <a:bodyPr wrap="square" rtlCol="0">
            <a:spAutoFit/>
          </a:bodyPr>
          <a:lstStyle/>
          <a:p>
            <a:pPr algn="ctr"/>
            <a:r>
              <a:rPr lang="es-ES" sz="2400" dirty="0">
                <a:solidFill>
                  <a:schemeClr val="bg2">
                    <a:lumMod val="50000"/>
                  </a:schemeClr>
                </a:solidFill>
                <a:latin typeface="Amasis MT Pro" panose="02040504050005020304" pitchFamily="18" charset="0"/>
              </a:rPr>
              <a:t>Información</a:t>
            </a:r>
          </a:p>
        </p:txBody>
      </p:sp>
      <p:sp>
        <p:nvSpPr>
          <p:cNvPr id="16" name="CuadroTexto 15">
            <a:extLst>
              <a:ext uri="{FF2B5EF4-FFF2-40B4-BE49-F238E27FC236}">
                <a16:creationId xmlns:a16="http://schemas.microsoft.com/office/drawing/2014/main" id="{FF104609-C724-CBBA-F852-658D7BF74D6B}"/>
              </a:ext>
            </a:extLst>
          </p:cNvPr>
          <p:cNvSpPr txBox="1"/>
          <p:nvPr/>
        </p:nvSpPr>
        <p:spPr>
          <a:xfrm>
            <a:off x="5971699" y="2168341"/>
            <a:ext cx="2616041" cy="707886"/>
          </a:xfrm>
          <a:prstGeom prst="rect">
            <a:avLst/>
          </a:prstGeom>
          <a:noFill/>
        </p:spPr>
        <p:txBody>
          <a:bodyPr wrap="square">
            <a:spAutoFit/>
          </a:bodyPr>
          <a:lstStyle/>
          <a:p>
            <a:r>
              <a:rPr lang="es-ES" sz="2000" dirty="0">
                <a:solidFill>
                  <a:schemeClr val="bg2">
                    <a:lumMod val="25000"/>
                  </a:schemeClr>
                </a:solidFill>
                <a:latin typeface="Amasis MT Pro" panose="02040504050005020304" pitchFamily="18" charset="0"/>
              </a:rPr>
              <a:t>jugador </a:t>
            </a:r>
            <a:r>
              <a:rPr lang="es-ES" sz="2000" dirty="0">
                <a:solidFill>
                  <a:srgbClr val="FFC000"/>
                </a:solidFill>
                <a:latin typeface="Amasis MT Pro" panose="02040504050005020304" pitchFamily="18" charset="0"/>
              </a:rPr>
              <a:t>A</a:t>
            </a:r>
            <a:r>
              <a:rPr lang="es-ES" sz="2000" dirty="0">
                <a:solidFill>
                  <a:schemeClr val="bg2">
                    <a:lumMod val="25000"/>
                  </a:schemeClr>
                </a:solidFill>
                <a:latin typeface="Amasis MT Pro" panose="02040504050005020304" pitchFamily="18" charset="0"/>
              </a:rPr>
              <a:t> conoce los movimientos de </a:t>
            </a:r>
            <a:r>
              <a:rPr lang="es-ES" sz="2000" dirty="0">
                <a:solidFill>
                  <a:srgbClr val="0070C0"/>
                </a:solidFill>
                <a:latin typeface="Amasis MT Pro" panose="02040504050005020304" pitchFamily="18" charset="0"/>
              </a:rPr>
              <a:t>B</a:t>
            </a:r>
            <a:endParaRPr lang="es-ES" sz="2000" dirty="0">
              <a:solidFill>
                <a:srgbClr val="0070C0"/>
              </a:solidFill>
            </a:endParaRPr>
          </a:p>
        </p:txBody>
      </p:sp>
      <p:sp>
        <p:nvSpPr>
          <p:cNvPr id="17" name="CuadroTexto 16">
            <a:extLst>
              <a:ext uri="{FF2B5EF4-FFF2-40B4-BE49-F238E27FC236}">
                <a16:creationId xmlns:a16="http://schemas.microsoft.com/office/drawing/2014/main" id="{3A1ECC79-387B-7E61-356F-3F86C9AD9D85}"/>
              </a:ext>
            </a:extLst>
          </p:cNvPr>
          <p:cNvSpPr txBox="1"/>
          <p:nvPr/>
        </p:nvSpPr>
        <p:spPr>
          <a:xfrm>
            <a:off x="5971698" y="3073793"/>
            <a:ext cx="2616041" cy="707886"/>
          </a:xfrm>
          <a:prstGeom prst="rect">
            <a:avLst/>
          </a:prstGeom>
          <a:noFill/>
        </p:spPr>
        <p:txBody>
          <a:bodyPr wrap="square">
            <a:spAutoFit/>
          </a:bodyPr>
          <a:lstStyle/>
          <a:p>
            <a:r>
              <a:rPr lang="es-ES" sz="2000" dirty="0">
                <a:solidFill>
                  <a:schemeClr val="bg2">
                    <a:lumMod val="25000"/>
                  </a:schemeClr>
                </a:solidFill>
                <a:latin typeface="Amasis MT Pro" panose="02040504050005020304" pitchFamily="18" charset="0"/>
              </a:rPr>
              <a:t>jugador </a:t>
            </a:r>
            <a:r>
              <a:rPr lang="es-ES" sz="2000" dirty="0">
                <a:solidFill>
                  <a:srgbClr val="0070C0"/>
                </a:solidFill>
                <a:latin typeface="Amasis MT Pro" panose="02040504050005020304" pitchFamily="18" charset="0"/>
              </a:rPr>
              <a:t>B</a:t>
            </a:r>
            <a:r>
              <a:rPr lang="es-ES" sz="2000" dirty="0">
                <a:solidFill>
                  <a:schemeClr val="bg2">
                    <a:lumMod val="25000"/>
                  </a:schemeClr>
                </a:solidFill>
                <a:latin typeface="Amasis MT Pro" panose="02040504050005020304" pitchFamily="18" charset="0"/>
              </a:rPr>
              <a:t> conoce los movimientos de </a:t>
            </a:r>
            <a:r>
              <a:rPr lang="es-ES" sz="2000" dirty="0">
                <a:solidFill>
                  <a:srgbClr val="FFC000"/>
                </a:solidFill>
                <a:latin typeface="Amasis MT Pro" panose="02040504050005020304" pitchFamily="18" charset="0"/>
              </a:rPr>
              <a:t>A</a:t>
            </a:r>
            <a:endParaRPr lang="es-ES" sz="2000" dirty="0">
              <a:solidFill>
                <a:srgbClr val="FFC000"/>
              </a:solidFill>
            </a:endParaRPr>
          </a:p>
        </p:txBody>
      </p:sp>
      <p:sp>
        <p:nvSpPr>
          <p:cNvPr id="18" name="CuadroTexto 17">
            <a:extLst>
              <a:ext uri="{FF2B5EF4-FFF2-40B4-BE49-F238E27FC236}">
                <a16:creationId xmlns:a16="http://schemas.microsoft.com/office/drawing/2014/main" id="{6E321DF5-6ABB-8045-40B6-DFAC1F9A7E2C}"/>
              </a:ext>
            </a:extLst>
          </p:cNvPr>
          <p:cNvSpPr txBox="1"/>
          <p:nvPr/>
        </p:nvSpPr>
        <p:spPr>
          <a:xfrm>
            <a:off x="5910739" y="3979245"/>
            <a:ext cx="3118961" cy="707886"/>
          </a:xfrm>
          <a:prstGeom prst="rect">
            <a:avLst/>
          </a:prstGeom>
          <a:noFill/>
        </p:spPr>
        <p:txBody>
          <a:bodyPr wrap="square">
            <a:spAutoFit/>
          </a:bodyPr>
          <a:lstStyle/>
          <a:p>
            <a:r>
              <a:rPr lang="es-ES" sz="2000" dirty="0">
                <a:solidFill>
                  <a:schemeClr val="bg2">
                    <a:lumMod val="25000"/>
                  </a:schemeClr>
                </a:solidFill>
                <a:latin typeface="Amasis MT Pro" panose="02040504050005020304" pitchFamily="18" charset="0"/>
              </a:rPr>
              <a:t>ambos jugadores ignoran las acciones contrarias</a:t>
            </a:r>
            <a:endParaRPr lang="es-ES" sz="2000" dirty="0">
              <a:solidFill>
                <a:srgbClr val="FFC000"/>
              </a:solidFill>
            </a:endParaRPr>
          </a:p>
        </p:txBody>
      </p:sp>
      <p:sp>
        <p:nvSpPr>
          <p:cNvPr id="9" name="CuadroTexto 8">
            <a:extLst>
              <a:ext uri="{FF2B5EF4-FFF2-40B4-BE49-F238E27FC236}">
                <a16:creationId xmlns:a16="http://schemas.microsoft.com/office/drawing/2014/main" id="{E15261D5-7093-622B-1A54-44200BA20823}"/>
              </a:ext>
            </a:extLst>
          </p:cNvPr>
          <p:cNvSpPr txBox="1"/>
          <p:nvPr/>
        </p:nvSpPr>
        <p:spPr>
          <a:xfrm>
            <a:off x="-5693" y="0"/>
            <a:ext cx="8782430" cy="646331"/>
          </a:xfrm>
          <a:prstGeom prst="rect">
            <a:avLst/>
          </a:prstGeom>
          <a:noFill/>
        </p:spPr>
        <p:txBody>
          <a:bodyPr wrap="square" rtlCol="0">
            <a:spAutoFit/>
          </a:bodyPr>
          <a:lstStyle/>
          <a:p>
            <a:pPr lvl="1" algn="r"/>
            <a:r>
              <a:rPr lang="es-ES" sz="3600" dirty="0">
                <a:solidFill>
                  <a:schemeClr val="bg2">
                    <a:lumMod val="10000"/>
                  </a:schemeClr>
                </a:solidFill>
                <a:latin typeface="Amasis MT Pro Light" panose="02040304050005020304" pitchFamily="18" charset="0"/>
                <a:cs typeface="Adobe Devanagari" panose="02040503050201020203" pitchFamily="18" charset="0"/>
              </a:rPr>
              <a:t>Variantes del juego de </a:t>
            </a:r>
            <a:r>
              <a:rPr lang="es-ES" sz="3600" dirty="0" err="1">
                <a:solidFill>
                  <a:schemeClr val="bg2">
                    <a:lumMod val="10000"/>
                  </a:schemeClr>
                </a:solidFill>
                <a:latin typeface="Amasis MT Pro Light" panose="02040304050005020304" pitchFamily="18" charset="0"/>
                <a:cs typeface="Adobe Devanagari" panose="02040503050201020203" pitchFamily="18" charset="0"/>
              </a:rPr>
              <a:t>Yorke</a:t>
            </a:r>
            <a:endParaRPr lang="es-ES" sz="3600" dirty="0">
              <a:solidFill>
                <a:schemeClr val="bg2">
                  <a:lumMod val="10000"/>
                </a:schemeClr>
              </a:solidFill>
              <a:latin typeface="Amasis MT Pro Light" panose="02040304050005020304" pitchFamily="18" charset="0"/>
              <a:cs typeface="Adobe Devanagari" panose="02040503050201020203" pitchFamily="18" charset="0"/>
            </a:endParaRPr>
          </a:p>
        </p:txBody>
      </p:sp>
    </p:spTree>
    <p:extLst>
      <p:ext uri="{BB962C8B-B14F-4D97-AF65-F5344CB8AC3E}">
        <p14:creationId xmlns:p14="http://schemas.microsoft.com/office/powerpoint/2010/main" val="384543274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628321-2A74-58BD-F0EA-AD207CAFC46F}"/>
            </a:ext>
          </a:extLst>
        </p:cNvPr>
        <p:cNvGrpSpPr/>
        <p:nvPr/>
      </p:nvGrpSpPr>
      <p:grpSpPr>
        <a:xfrm>
          <a:off x="0" y="0"/>
          <a:ext cx="0" cy="0"/>
          <a:chOff x="0" y="0"/>
          <a:chExt cx="0" cy="0"/>
        </a:xfrm>
      </p:grpSpPr>
      <p:pic>
        <p:nvPicPr>
          <p:cNvPr id="9" name="Imagen 8" descr="Gráfico&#10;&#10;El contenido generado por IA puede ser incorrecto.">
            <a:extLst>
              <a:ext uri="{FF2B5EF4-FFF2-40B4-BE49-F238E27FC236}">
                <a16:creationId xmlns:a16="http://schemas.microsoft.com/office/drawing/2014/main" id="{8565D8AE-DA7C-7997-7C76-890A9C6F11E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011681" y="862659"/>
            <a:ext cx="7132320" cy="5989880"/>
          </a:xfrm>
          <a:prstGeom prst="rect">
            <a:avLst/>
          </a:prstGeom>
        </p:spPr>
      </p:pic>
      <p:pic>
        <p:nvPicPr>
          <p:cNvPr id="11" name="Imagen 10">
            <a:extLst>
              <a:ext uri="{FF2B5EF4-FFF2-40B4-BE49-F238E27FC236}">
                <a16:creationId xmlns:a16="http://schemas.microsoft.com/office/drawing/2014/main" id="{EA81E040-DECF-AF52-F8D2-31A5178DF602}"/>
              </a:ext>
            </a:extLst>
          </p:cNvPr>
          <p:cNvPicPr>
            <a:picLocks noChangeAspect="1"/>
          </p:cNvPicPr>
          <p:nvPr/>
        </p:nvPicPr>
        <p:blipFill>
          <a:blip r:embed="rId3"/>
          <a:stretch>
            <a:fillRect/>
          </a:stretch>
        </p:blipFill>
        <p:spPr>
          <a:xfrm>
            <a:off x="263447" y="2515546"/>
            <a:ext cx="2228850" cy="318650"/>
          </a:xfrm>
          <a:prstGeom prst="rect">
            <a:avLst/>
          </a:prstGeom>
        </p:spPr>
      </p:pic>
      <p:sp>
        <p:nvSpPr>
          <p:cNvPr id="13" name="CuadroTexto 12">
            <a:extLst>
              <a:ext uri="{FF2B5EF4-FFF2-40B4-BE49-F238E27FC236}">
                <a16:creationId xmlns:a16="http://schemas.microsoft.com/office/drawing/2014/main" id="{BF9A2E2B-A833-16F1-B0B9-038B10A4950A}"/>
              </a:ext>
            </a:extLst>
          </p:cNvPr>
          <p:cNvSpPr txBox="1"/>
          <p:nvPr/>
        </p:nvSpPr>
        <p:spPr>
          <a:xfrm>
            <a:off x="543909" y="1788727"/>
            <a:ext cx="1663065" cy="369332"/>
          </a:xfrm>
          <a:prstGeom prst="rect">
            <a:avLst/>
          </a:prstGeom>
          <a:noFill/>
        </p:spPr>
        <p:txBody>
          <a:bodyPr wrap="square" rtlCol="0">
            <a:spAutoFit/>
          </a:bodyPr>
          <a:lstStyle/>
          <a:p>
            <a:pPr algn="ctr"/>
            <a:r>
              <a:rPr lang="es-ES" dirty="0">
                <a:solidFill>
                  <a:schemeClr val="bg2">
                    <a:lumMod val="25000"/>
                  </a:schemeClr>
                </a:solidFill>
                <a:latin typeface="Amasis MT Pro" panose="02040504050005020304" pitchFamily="18" charset="0"/>
              </a:rPr>
              <a:t>Mapa logístico</a:t>
            </a:r>
          </a:p>
        </p:txBody>
      </p:sp>
      <p:sp>
        <p:nvSpPr>
          <p:cNvPr id="3" name="CuadroTexto 2">
            <a:extLst>
              <a:ext uri="{FF2B5EF4-FFF2-40B4-BE49-F238E27FC236}">
                <a16:creationId xmlns:a16="http://schemas.microsoft.com/office/drawing/2014/main" id="{9F4DE079-7A9E-A74D-96EF-05E29FF342A4}"/>
              </a:ext>
            </a:extLst>
          </p:cNvPr>
          <p:cNvSpPr txBox="1"/>
          <p:nvPr/>
        </p:nvSpPr>
        <p:spPr>
          <a:xfrm>
            <a:off x="-5693" y="0"/>
            <a:ext cx="8782430" cy="646331"/>
          </a:xfrm>
          <a:prstGeom prst="rect">
            <a:avLst/>
          </a:prstGeom>
          <a:noFill/>
        </p:spPr>
        <p:txBody>
          <a:bodyPr wrap="square" rtlCol="0">
            <a:spAutoFit/>
          </a:bodyPr>
          <a:lstStyle/>
          <a:p>
            <a:pPr lvl="1" algn="r"/>
            <a:r>
              <a:rPr lang="es-ES" sz="3600" dirty="0">
                <a:solidFill>
                  <a:schemeClr val="bg2">
                    <a:lumMod val="10000"/>
                  </a:schemeClr>
                </a:solidFill>
                <a:latin typeface="Amasis MT Pro Light" panose="02040304050005020304" pitchFamily="18" charset="0"/>
                <a:cs typeface="Adobe Devanagari" panose="02040503050201020203" pitchFamily="18" charset="0"/>
              </a:rPr>
              <a:t>Resolución del juego</a:t>
            </a:r>
          </a:p>
        </p:txBody>
      </p:sp>
      <p:sp>
        <p:nvSpPr>
          <p:cNvPr id="2" name="Rectángulo: esquinas redondeadas 1">
            <a:extLst>
              <a:ext uri="{FF2B5EF4-FFF2-40B4-BE49-F238E27FC236}">
                <a16:creationId xmlns:a16="http://schemas.microsoft.com/office/drawing/2014/main" id="{6E3A1597-1F25-42C3-52C5-11DB3D34FF79}"/>
              </a:ext>
            </a:extLst>
          </p:cNvPr>
          <p:cNvSpPr/>
          <p:nvPr/>
        </p:nvSpPr>
        <p:spPr>
          <a:xfrm>
            <a:off x="54859" y="1676400"/>
            <a:ext cx="2641164" cy="1386811"/>
          </a:xfrm>
          <a:prstGeom prst="roundRect">
            <a:avLst/>
          </a:prstGeom>
          <a:noFill/>
          <a:ln w="38100">
            <a:solidFill>
              <a:schemeClr val="bg2">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Tree>
    <p:extLst>
      <p:ext uri="{BB962C8B-B14F-4D97-AF65-F5344CB8AC3E}">
        <p14:creationId xmlns:p14="http://schemas.microsoft.com/office/powerpoint/2010/main" val="79915336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4CA768-AFBF-5DA9-0C9D-0545AFD358DD}"/>
            </a:ext>
          </a:extLst>
        </p:cNvPr>
        <p:cNvGrpSpPr/>
        <p:nvPr/>
      </p:nvGrpSpPr>
      <p:grpSpPr>
        <a:xfrm>
          <a:off x="0" y="0"/>
          <a:ext cx="0" cy="0"/>
          <a:chOff x="0" y="0"/>
          <a:chExt cx="0" cy="0"/>
        </a:xfrm>
      </p:grpSpPr>
      <p:pic>
        <p:nvPicPr>
          <p:cNvPr id="5" name="Imagen 4" descr="Gráfico&#10;&#10;El contenido generado por IA puede ser incorrecto.">
            <a:extLst>
              <a:ext uri="{FF2B5EF4-FFF2-40B4-BE49-F238E27FC236}">
                <a16:creationId xmlns:a16="http://schemas.microsoft.com/office/drawing/2014/main" id="{A218344F-8D9D-9DBC-B266-BB319565740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24543" y="646331"/>
            <a:ext cx="8152194" cy="6211669"/>
          </a:xfrm>
          <a:prstGeom prst="rect">
            <a:avLst/>
          </a:prstGeom>
        </p:spPr>
      </p:pic>
      <p:sp>
        <p:nvSpPr>
          <p:cNvPr id="3" name="CuadroTexto 2">
            <a:extLst>
              <a:ext uri="{FF2B5EF4-FFF2-40B4-BE49-F238E27FC236}">
                <a16:creationId xmlns:a16="http://schemas.microsoft.com/office/drawing/2014/main" id="{86BED31A-8BB5-F166-B158-BD6633621D92}"/>
              </a:ext>
            </a:extLst>
          </p:cNvPr>
          <p:cNvSpPr txBox="1"/>
          <p:nvPr/>
        </p:nvSpPr>
        <p:spPr>
          <a:xfrm>
            <a:off x="-5693" y="0"/>
            <a:ext cx="8782430" cy="646331"/>
          </a:xfrm>
          <a:prstGeom prst="rect">
            <a:avLst/>
          </a:prstGeom>
          <a:noFill/>
        </p:spPr>
        <p:txBody>
          <a:bodyPr wrap="square" rtlCol="0">
            <a:spAutoFit/>
          </a:bodyPr>
          <a:lstStyle/>
          <a:p>
            <a:pPr lvl="1" algn="r"/>
            <a:r>
              <a:rPr lang="es-ES" sz="3600" dirty="0">
                <a:solidFill>
                  <a:schemeClr val="bg2">
                    <a:lumMod val="10000"/>
                  </a:schemeClr>
                </a:solidFill>
                <a:latin typeface="Amasis MT Pro Light" panose="02040304050005020304" pitchFamily="18" charset="0"/>
                <a:cs typeface="Adobe Devanagari" panose="02040503050201020203" pitchFamily="18" charset="0"/>
              </a:rPr>
              <a:t>Resolución del juego</a:t>
            </a:r>
          </a:p>
        </p:txBody>
      </p:sp>
    </p:spTree>
    <p:extLst>
      <p:ext uri="{BB962C8B-B14F-4D97-AF65-F5344CB8AC3E}">
        <p14:creationId xmlns:p14="http://schemas.microsoft.com/office/powerpoint/2010/main" val="277773494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D60A5B-AD4E-F761-5393-71BEBD8A206C}"/>
            </a:ext>
          </a:extLst>
        </p:cNvPr>
        <p:cNvGrpSpPr/>
        <p:nvPr/>
      </p:nvGrpSpPr>
      <p:grpSpPr>
        <a:xfrm>
          <a:off x="0" y="0"/>
          <a:ext cx="0" cy="0"/>
          <a:chOff x="0" y="0"/>
          <a:chExt cx="0" cy="0"/>
        </a:xfrm>
      </p:grpSpPr>
      <p:pic>
        <p:nvPicPr>
          <p:cNvPr id="5" name="Imagen 4" descr="Gráfico, Histograma&#10;&#10;El contenido generado por IA puede ser incorrecto.">
            <a:extLst>
              <a:ext uri="{FF2B5EF4-FFF2-40B4-BE49-F238E27FC236}">
                <a16:creationId xmlns:a16="http://schemas.microsoft.com/office/drawing/2014/main" id="{1CD02853-839A-397C-E9CC-6BA6892EBC2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42975" y="1663177"/>
            <a:ext cx="10492344" cy="4539503"/>
          </a:xfrm>
          <a:prstGeom prst="rect">
            <a:avLst/>
          </a:prstGeom>
        </p:spPr>
      </p:pic>
      <p:sp>
        <p:nvSpPr>
          <p:cNvPr id="3" name="CuadroTexto 2">
            <a:extLst>
              <a:ext uri="{FF2B5EF4-FFF2-40B4-BE49-F238E27FC236}">
                <a16:creationId xmlns:a16="http://schemas.microsoft.com/office/drawing/2014/main" id="{CE67633A-9628-4718-C50D-E6886D23C0CF}"/>
              </a:ext>
            </a:extLst>
          </p:cNvPr>
          <p:cNvSpPr txBox="1"/>
          <p:nvPr/>
        </p:nvSpPr>
        <p:spPr>
          <a:xfrm>
            <a:off x="-5693" y="0"/>
            <a:ext cx="8782430" cy="646331"/>
          </a:xfrm>
          <a:prstGeom prst="rect">
            <a:avLst/>
          </a:prstGeom>
          <a:noFill/>
        </p:spPr>
        <p:txBody>
          <a:bodyPr wrap="square" rtlCol="0">
            <a:spAutoFit/>
          </a:bodyPr>
          <a:lstStyle/>
          <a:p>
            <a:pPr lvl="1" algn="r"/>
            <a:r>
              <a:rPr lang="es-ES" sz="3600" dirty="0" err="1">
                <a:solidFill>
                  <a:schemeClr val="bg2">
                    <a:lumMod val="10000"/>
                  </a:schemeClr>
                </a:solidFill>
                <a:latin typeface="Amasis MT Pro Light" panose="02040304050005020304" pitchFamily="18" charset="0"/>
                <a:cs typeface="Adobe Devanagari" panose="02040503050201020203" pitchFamily="18" charset="0"/>
              </a:rPr>
              <a:t>Fractalidad</a:t>
            </a:r>
            <a:r>
              <a:rPr lang="es-ES" sz="3600" dirty="0">
                <a:solidFill>
                  <a:schemeClr val="bg2">
                    <a:lumMod val="10000"/>
                  </a:schemeClr>
                </a:solidFill>
                <a:latin typeface="Amasis MT Pro Light" panose="02040304050005020304" pitchFamily="18" charset="0"/>
                <a:cs typeface="Adobe Devanagari" panose="02040503050201020203" pitchFamily="18" charset="0"/>
              </a:rPr>
              <a:t> de los conjuntos victoria</a:t>
            </a:r>
          </a:p>
        </p:txBody>
      </p:sp>
    </p:spTree>
    <p:extLst>
      <p:ext uri="{BB962C8B-B14F-4D97-AF65-F5344CB8AC3E}">
        <p14:creationId xmlns:p14="http://schemas.microsoft.com/office/powerpoint/2010/main" val="9564696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5A10F8-D39E-08BC-6F52-AC24C5B938F6}"/>
            </a:ext>
          </a:extLst>
        </p:cNvPr>
        <p:cNvGrpSpPr/>
        <p:nvPr/>
      </p:nvGrpSpPr>
      <p:grpSpPr>
        <a:xfrm>
          <a:off x="0" y="0"/>
          <a:ext cx="0" cy="0"/>
          <a:chOff x="0" y="0"/>
          <a:chExt cx="0" cy="0"/>
        </a:xfrm>
      </p:grpSpPr>
      <p:pic>
        <p:nvPicPr>
          <p:cNvPr id="5" name="Imagen 4" descr="Gráfico, Histograma&#10;&#10;El contenido generado por IA puede ser incorrecto.">
            <a:extLst>
              <a:ext uri="{FF2B5EF4-FFF2-40B4-BE49-F238E27FC236}">
                <a16:creationId xmlns:a16="http://schemas.microsoft.com/office/drawing/2014/main" id="{C6214DDB-FDBC-8F84-65CC-E03E95B1A97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0726" y="1791101"/>
            <a:ext cx="5194912" cy="3897668"/>
          </a:xfrm>
          <a:prstGeom prst="rect">
            <a:avLst/>
          </a:prstGeom>
        </p:spPr>
      </p:pic>
      <p:sp>
        <p:nvSpPr>
          <p:cNvPr id="15" name="CuadroTexto 14">
            <a:extLst>
              <a:ext uri="{FF2B5EF4-FFF2-40B4-BE49-F238E27FC236}">
                <a16:creationId xmlns:a16="http://schemas.microsoft.com/office/drawing/2014/main" id="{73E39DB7-C164-EB92-0298-E3B9DD37ECEC}"/>
              </a:ext>
            </a:extLst>
          </p:cNvPr>
          <p:cNvSpPr txBox="1"/>
          <p:nvPr/>
        </p:nvSpPr>
        <p:spPr>
          <a:xfrm>
            <a:off x="6730567" y="2921169"/>
            <a:ext cx="2428875" cy="1015663"/>
          </a:xfrm>
          <a:prstGeom prst="rect">
            <a:avLst/>
          </a:prstGeom>
          <a:noFill/>
        </p:spPr>
        <p:txBody>
          <a:bodyPr wrap="square" rtlCol="0">
            <a:spAutoFit/>
          </a:bodyPr>
          <a:lstStyle/>
          <a:p>
            <a:pPr algn="ctr"/>
            <a:r>
              <a:rPr lang="es-ES" sz="2000" dirty="0">
                <a:solidFill>
                  <a:schemeClr val="bg2">
                    <a:lumMod val="50000"/>
                  </a:schemeClr>
                </a:solidFill>
                <a:latin typeface="Amasis MT Pro" panose="02040504050005020304" pitchFamily="18" charset="0"/>
              </a:rPr>
              <a:t>Diferencia</a:t>
            </a:r>
            <a:r>
              <a:rPr lang="es-ES" sz="2000" dirty="0">
                <a:solidFill>
                  <a:schemeClr val="bg2">
                    <a:lumMod val="25000"/>
                  </a:schemeClr>
                </a:solidFill>
                <a:latin typeface="Amasis MT Pro" panose="02040504050005020304" pitchFamily="18" charset="0"/>
              </a:rPr>
              <a:t> entre conjunto </a:t>
            </a:r>
            <a:r>
              <a:rPr lang="es-ES" sz="2000" dirty="0">
                <a:solidFill>
                  <a:schemeClr val="bg2">
                    <a:lumMod val="50000"/>
                  </a:schemeClr>
                </a:solidFill>
                <a:latin typeface="Amasis MT Pro" panose="02040504050005020304" pitchFamily="18" charset="0"/>
              </a:rPr>
              <a:t>informado</a:t>
            </a:r>
            <a:r>
              <a:rPr lang="es-ES" sz="2000" dirty="0">
                <a:solidFill>
                  <a:schemeClr val="bg2">
                    <a:lumMod val="25000"/>
                  </a:schemeClr>
                </a:solidFill>
                <a:latin typeface="Amasis MT Pro" panose="02040504050005020304" pitchFamily="18" charset="0"/>
              </a:rPr>
              <a:t> e </a:t>
            </a:r>
            <a:r>
              <a:rPr lang="es-ES" sz="2000" dirty="0">
                <a:solidFill>
                  <a:schemeClr val="bg2">
                    <a:lumMod val="50000"/>
                  </a:schemeClr>
                </a:solidFill>
                <a:latin typeface="Amasis MT Pro" panose="02040504050005020304" pitchFamily="18" charset="0"/>
              </a:rPr>
              <a:t>ignorante</a:t>
            </a:r>
          </a:p>
        </p:txBody>
      </p:sp>
      <p:sp>
        <p:nvSpPr>
          <p:cNvPr id="3" name="CuadroTexto 2">
            <a:extLst>
              <a:ext uri="{FF2B5EF4-FFF2-40B4-BE49-F238E27FC236}">
                <a16:creationId xmlns:a16="http://schemas.microsoft.com/office/drawing/2014/main" id="{A2B8073A-B02A-2D54-0166-13B566BF255E}"/>
              </a:ext>
            </a:extLst>
          </p:cNvPr>
          <p:cNvSpPr txBox="1"/>
          <p:nvPr/>
        </p:nvSpPr>
        <p:spPr>
          <a:xfrm>
            <a:off x="-5693" y="0"/>
            <a:ext cx="8782430" cy="646331"/>
          </a:xfrm>
          <a:prstGeom prst="rect">
            <a:avLst/>
          </a:prstGeom>
          <a:noFill/>
        </p:spPr>
        <p:txBody>
          <a:bodyPr wrap="square" rtlCol="0">
            <a:spAutoFit/>
          </a:bodyPr>
          <a:lstStyle/>
          <a:p>
            <a:pPr lvl="1" algn="r"/>
            <a:r>
              <a:rPr lang="es-ES" sz="3600" dirty="0">
                <a:solidFill>
                  <a:schemeClr val="bg2">
                    <a:lumMod val="10000"/>
                  </a:schemeClr>
                </a:solidFill>
                <a:latin typeface="Amasis MT Pro Light" panose="02040304050005020304" pitchFamily="18" charset="0"/>
                <a:cs typeface="Adobe Devanagari" panose="02040503050201020203" pitchFamily="18" charset="0"/>
              </a:rPr>
              <a:t>Importancia de la información</a:t>
            </a:r>
          </a:p>
        </p:txBody>
      </p:sp>
      <p:sp>
        <p:nvSpPr>
          <p:cNvPr id="6" name="CuadroTexto 5">
            <a:extLst>
              <a:ext uri="{FF2B5EF4-FFF2-40B4-BE49-F238E27FC236}">
                <a16:creationId xmlns:a16="http://schemas.microsoft.com/office/drawing/2014/main" id="{BBC9EE6A-AB2E-E8C6-A024-FB72A59B43C4}"/>
              </a:ext>
            </a:extLst>
          </p:cNvPr>
          <p:cNvSpPr txBox="1"/>
          <p:nvPr/>
        </p:nvSpPr>
        <p:spPr>
          <a:xfrm>
            <a:off x="4572000" y="3075057"/>
            <a:ext cx="2097405" cy="707886"/>
          </a:xfrm>
          <a:prstGeom prst="rect">
            <a:avLst/>
          </a:prstGeom>
          <a:noFill/>
        </p:spPr>
        <p:txBody>
          <a:bodyPr wrap="square" rtlCol="0">
            <a:spAutoFit/>
          </a:bodyPr>
          <a:lstStyle/>
          <a:p>
            <a:pPr algn="ctr"/>
            <a:r>
              <a:rPr lang="es-ES" sz="2000" dirty="0">
                <a:solidFill>
                  <a:schemeClr val="bg2">
                    <a:lumMod val="25000"/>
                  </a:schemeClr>
                </a:solidFill>
                <a:latin typeface="Amasis MT Pro" panose="02040504050005020304" pitchFamily="18" charset="0"/>
              </a:rPr>
              <a:t>Región donde </a:t>
            </a:r>
            <a:r>
              <a:rPr lang="es-ES" sz="2000" dirty="0">
                <a:solidFill>
                  <a:schemeClr val="bg2">
                    <a:lumMod val="50000"/>
                  </a:schemeClr>
                </a:solidFill>
                <a:latin typeface="Amasis MT Pro" panose="02040504050005020304" pitchFamily="18" charset="0"/>
              </a:rPr>
              <a:t>nadie gana</a:t>
            </a:r>
            <a:endParaRPr lang="es-ES" sz="2000" dirty="0">
              <a:solidFill>
                <a:schemeClr val="bg2">
                  <a:lumMod val="25000"/>
                </a:schemeClr>
              </a:solidFill>
              <a:latin typeface="Amasis MT Pro" panose="02040504050005020304" pitchFamily="18" charset="0"/>
            </a:endParaRPr>
          </a:p>
        </p:txBody>
      </p:sp>
      <p:sp>
        <p:nvSpPr>
          <p:cNvPr id="7" name="CuadroTexto 6">
            <a:extLst>
              <a:ext uri="{FF2B5EF4-FFF2-40B4-BE49-F238E27FC236}">
                <a16:creationId xmlns:a16="http://schemas.microsoft.com/office/drawing/2014/main" id="{3ADD00F2-4D80-BE82-961B-A102FA6AF1BE}"/>
              </a:ext>
            </a:extLst>
          </p:cNvPr>
          <p:cNvSpPr txBox="1"/>
          <p:nvPr/>
        </p:nvSpPr>
        <p:spPr>
          <a:xfrm>
            <a:off x="6484912" y="3228945"/>
            <a:ext cx="368986" cy="400110"/>
          </a:xfrm>
          <a:prstGeom prst="rect">
            <a:avLst/>
          </a:prstGeom>
          <a:noFill/>
        </p:spPr>
        <p:txBody>
          <a:bodyPr wrap="square" rtlCol="0">
            <a:spAutoFit/>
          </a:bodyPr>
          <a:lstStyle/>
          <a:p>
            <a:pPr algn="ctr"/>
            <a:r>
              <a:rPr lang="es-ES" sz="2000" dirty="0">
                <a:solidFill>
                  <a:schemeClr val="bg2">
                    <a:lumMod val="25000"/>
                  </a:schemeClr>
                </a:solidFill>
                <a:latin typeface="Amasis MT Pro" panose="02040504050005020304" pitchFamily="18" charset="0"/>
              </a:rPr>
              <a:t>=</a:t>
            </a:r>
          </a:p>
        </p:txBody>
      </p:sp>
      <p:pic>
        <p:nvPicPr>
          <p:cNvPr id="16" name="Imagen 15">
            <a:extLst>
              <a:ext uri="{FF2B5EF4-FFF2-40B4-BE49-F238E27FC236}">
                <a16:creationId xmlns:a16="http://schemas.microsoft.com/office/drawing/2014/main" id="{0A5C1883-C3C4-46BD-95FA-87C45B413C2C}"/>
              </a:ext>
            </a:extLst>
          </p:cNvPr>
          <p:cNvPicPr>
            <a:picLocks noChangeAspect="1"/>
          </p:cNvPicPr>
          <p:nvPr/>
        </p:nvPicPr>
        <p:blipFill>
          <a:blip r:embed="rId4"/>
          <a:stretch>
            <a:fillRect/>
          </a:stretch>
        </p:blipFill>
        <p:spPr>
          <a:xfrm>
            <a:off x="2947493" y="1088164"/>
            <a:ext cx="4010025" cy="261104"/>
          </a:xfrm>
          <a:prstGeom prst="rect">
            <a:avLst/>
          </a:prstGeom>
        </p:spPr>
      </p:pic>
      <p:sp>
        <p:nvSpPr>
          <p:cNvPr id="17" name="Rectángulo: esquinas redondeadas 16">
            <a:extLst>
              <a:ext uri="{FF2B5EF4-FFF2-40B4-BE49-F238E27FC236}">
                <a16:creationId xmlns:a16="http://schemas.microsoft.com/office/drawing/2014/main" id="{D0CA8D14-B2C4-5F70-18AB-DE0E5902A7A5}"/>
              </a:ext>
            </a:extLst>
          </p:cNvPr>
          <p:cNvSpPr/>
          <p:nvPr/>
        </p:nvSpPr>
        <p:spPr>
          <a:xfrm>
            <a:off x="2770242" y="800219"/>
            <a:ext cx="4288541" cy="836994"/>
          </a:xfrm>
          <a:prstGeom prst="roundRect">
            <a:avLst/>
          </a:prstGeom>
          <a:noFill/>
          <a:ln w="38100">
            <a:solidFill>
              <a:schemeClr val="bg2">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Tree>
    <p:extLst>
      <p:ext uri="{BB962C8B-B14F-4D97-AF65-F5344CB8AC3E}">
        <p14:creationId xmlns:p14="http://schemas.microsoft.com/office/powerpoint/2010/main" val="113236079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033C9D-DD7C-C1FB-B462-58BEB1283683}"/>
            </a:ext>
          </a:extLst>
        </p:cNvPr>
        <p:cNvGrpSpPr/>
        <p:nvPr/>
      </p:nvGrpSpPr>
      <p:grpSpPr>
        <a:xfrm>
          <a:off x="0" y="0"/>
          <a:ext cx="0" cy="0"/>
          <a:chOff x="0" y="0"/>
          <a:chExt cx="0" cy="0"/>
        </a:xfrm>
      </p:grpSpPr>
      <p:sp>
        <p:nvSpPr>
          <p:cNvPr id="5" name="CuadroTexto 4">
            <a:extLst>
              <a:ext uri="{FF2B5EF4-FFF2-40B4-BE49-F238E27FC236}">
                <a16:creationId xmlns:a16="http://schemas.microsoft.com/office/drawing/2014/main" id="{65DDF733-946E-1C96-F8BF-935078365456}"/>
              </a:ext>
            </a:extLst>
          </p:cNvPr>
          <p:cNvSpPr txBox="1"/>
          <p:nvPr/>
        </p:nvSpPr>
        <p:spPr>
          <a:xfrm>
            <a:off x="984123" y="3638609"/>
            <a:ext cx="7175754" cy="2031325"/>
          </a:xfrm>
          <a:prstGeom prst="rect">
            <a:avLst/>
          </a:prstGeom>
          <a:noFill/>
        </p:spPr>
        <p:txBody>
          <a:bodyPr wrap="square" rtlCol="0">
            <a:spAutoFit/>
          </a:bodyPr>
          <a:lstStyle/>
          <a:p>
            <a:pPr marL="257175" indent="-257175" algn="just" defTabSz="685800" eaLnBrk="0" fontAlgn="base" hangingPunct="0">
              <a:spcBef>
                <a:spcPct val="0"/>
              </a:spcBef>
              <a:spcAft>
                <a:spcPct val="0"/>
              </a:spcAft>
              <a:buFont typeface="Arial" panose="020B0604020202020204" pitchFamily="34" charset="0"/>
              <a:buChar char="•"/>
            </a:pPr>
            <a:r>
              <a:rPr lang="es-ES" altLang="es-ES" dirty="0">
                <a:solidFill>
                  <a:schemeClr val="bg2">
                    <a:lumMod val="25000"/>
                  </a:schemeClr>
                </a:solidFill>
                <a:latin typeface="Amasis MT Pro" panose="02040504050005020304" pitchFamily="18" charset="0"/>
              </a:rPr>
              <a:t>Hemos obtenido una herramienta que </a:t>
            </a:r>
            <a:r>
              <a:rPr lang="es-ES" altLang="es-ES" dirty="0">
                <a:solidFill>
                  <a:schemeClr val="bg2">
                    <a:lumMod val="50000"/>
                  </a:schemeClr>
                </a:solidFill>
                <a:latin typeface="Amasis MT Pro" panose="02040504050005020304" pitchFamily="18" charset="0"/>
              </a:rPr>
              <a:t>cuantifica comportamientos caóticos espacio-temporales </a:t>
            </a:r>
            <a:r>
              <a:rPr lang="es-ES" altLang="es-ES" dirty="0">
                <a:solidFill>
                  <a:schemeClr val="bg2">
                    <a:lumMod val="25000"/>
                  </a:schemeClr>
                </a:solidFill>
                <a:latin typeface="Amasis MT Pro" panose="02040504050005020304" pitchFamily="18" charset="0"/>
              </a:rPr>
              <a:t>de juegos en los que los individuos se reparten de manera espacial. Aunque el sistema esté en equilibrio globalmente, </a:t>
            </a:r>
            <a:r>
              <a:rPr lang="es-ES" altLang="es-ES" dirty="0">
                <a:solidFill>
                  <a:schemeClr val="bg2">
                    <a:lumMod val="50000"/>
                  </a:schemeClr>
                </a:solidFill>
                <a:latin typeface="Amasis MT Pro" panose="02040504050005020304" pitchFamily="18" charset="0"/>
              </a:rPr>
              <a:t>la dinámica local puede ser inestable</a:t>
            </a:r>
            <a:r>
              <a:rPr lang="es-ES" altLang="es-ES" dirty="0">
                <a:solidFill>
                  <a:schemeClr val="bg2">
                    <a:lumMod val="25000"/>
                  </a:schemeClr>
                </a:solidFill>
                <a:latin typeface="Amasis MT Pro" panose="02040504050005020304" pitchFamily="18" charset="0"/>
              </a:rPr>
              <a:t>. De esta manera cambios mínimos en las configuraciones iniciales de estrategias producen cambios completamente diferentes tras un tiempo característico del sistema, el cual hemos podido medir. </a:t>
            </a:r>
          </a:p>
        </p:txBody>
      </p:sp>
      <p:sp>
        <p:nvSpPr>
          <p:cNvPr id="3" name="CuadroTexto 2">
            <a:extLst>
              <a:ext uri="{FF2B5EF4-FFF2-40B4-BE49-F238E27FC236}">
                <a16:creationId xmlns:a16="http://schemas.microsoft.com/office/drawing/2014/main" id="{09FA2173-155C-61D6-F2F7-60B2B5206ED9}"/>
              </a:ext>
            </a:extLst>
          </p:cNvPr>
          <p:cNvSpPr txBox="1"/>
          <p:nvPr/>
        </p:nvSpPr>
        <p:spPr>
          <a:xfrm>
            <a:off x="0" y="0"/>
            <a:ext cx="8782430" cy="646331"/>
          </a:xfrm>
          <a:prstGeom prst="rect">
            <a:avLst/>
          </a:prstGeom>
          <a:noFill/>
        </p:spPr>
        <p:txBody>
          <a:bodyPr wrap="square" rtlCol="0">
            <a:spAutoFit/>
          </a:bodyPr>
          <a:lstStyle/>
          <a:p>
            <a:pPr algn="r"/>
            <a:r>
              <a:rPr lang="es-ES" sz="3600" b="1" dirty="0">
                <a:solidFill>
                  <a:schemeClr val="bg2">
                    <a:lumMod val="10000"/>
                  </a:schemeClr>
                </a:solidFill>
                <a:latin typeface="Amasis MT Pro Light" panose="02040304050005020304" pitchFamily="18" charset="0"/>
                <a:cs typeface="Adobe Devanagari" panose="02040503050201020203" pitchFamily="18" charset="0"/>
              </a:rPr>
              <a:t>Conclusiones</a:t>
            </a:r>
            <a:endParaRPr lang="es-ES" sz="4000" b="1" dirty="0">
              <a:solidFill>
                <a:schemeClr val="bg2">
                  <a:lumMod val="10000"/>
                </a:schemeClr>
              </a:solidFill>
              <a:latin typeface="Amasis MT Pro Light" panose="02040304050005020304" pitchFamily="18" charset="0"/>
              <a:cs typeface="Adobe Devanagari" panose="02040503050201020203" pitchFamily="18" charset="0"/>
            </a:endParaRPr>
          </a:p>
        </p:txBody>
      </p:sp>
      <p:sp>
        <p:nvSpPr>
          <p:cNvPr id="6" name="CuadroTexto 5">
            <a:extLst>
              <a:ext uri="{FF2B5EF4-FFF2-40B4-BE49-F238E27FC236}">
                <a16:creationId xmlns:a16="http://schemas.microsoft.com/office/drawing/2014/main" id="{F9E1CDFC-5BDF-EEA6-D9EB-D5E116854F5C}"/>
              </a:ext>
            </a:extLst>
          </p:cNvPr>
          <p:cNvSpPr txBox="1"/>
          <p:nvPr/>
        </p:nvSpPr>
        <p:spPr>
          <a:xfrm>
            <a:off x="984123" y="1465066"/>
            <a:ext cx="7175754" cy="1754326"/>
          </a:xfrm>
          <a:prstGeom prst="rect">
            <a:avLst/>
          </a:prstGeom>
          <a:noFill/>
        </p:spPr>
        <p:txBody>
          <a:bodyPr wrap="square" rtlCol="0">
            <a:spAutoFit/>
          </a:bodyPr>
          <a:lstStyle/>
          <a:p>
            <a:pPr marL="257175" indent="-257175" algn="just" defTabSz="685800" eaLnBrk="0" fontAlgn="base" hangingPunct="0">
              <a:spcBef>
                <a:spcPct val="0"/>
              </a:spcBef>
              <a:spcAft>
                <a:spcPct val="0"/>
              </a:spcAft>
              <a:buFont typeface="Arial" panose="020B0604020202020204" pitchFamily="34" charset="0"/>
              <a:buChar char="•"/>
            </a:pPr>
            <a:r>
              <a:rPr lang="es-ES" dirty="0">
                <a:solidFill>
                  <a:schemeClr val="bg2">
                    <a:lumMod val="25000"/>
                  </a:schemeClr>
                </a:solidFill>
                <a:latin typeface="Amasis MT Pro"/>
                <a:cs typeface="Adobe Devanagari" panose="02040503050201020203" pitchFamily="18" charset="0"/>
              </a:rPr>
              <a:t>En el estudio de los efectos dependientes del tiempo en el juego de los bienes públicos, se determinó que la </a:t>
            </a:r>
            <a:r>
              <a:rPr lang="es-ES" dirty="0">
                <a:solidFill>
                  <a:schemeClr val="bg2">
                    <a:lumMod val="50000"/>
                  </a:schemeClr>
                </a:solidFill>
                <a:latin typeface="Amasis MT Pro"/>
                <a:cs typeface="Adobe Devanagari" panose="02040503050201020203" pitchFamily="18" charset="0"/>
              </a:rPr>
              <a:t>inestabilidad de las inversiones</a:t>
            </a:r>
            <a:r>
              <a:rPr lang="es-ES" dirty="0">
                <a:solidFill>
                  <a:schemeClr val="bg2">
                    <a:lumMod val="25000"/>
                  </a:schemeClr>
                </a:solidFill>
                <a:latin typeface="Amasis MT Pro"/>
                <a:cs typeface="Adobe Devanagari" panose="02040503050201020203" pitchFamily="18" charset="0"/>
              </a:rPr>
              <a:t>, caracterizada por una oscilación en el parámetro que multiplica las aportaciones de los individuos, </a:t>
            </a:r>
            <a:r>
              <a:rPr lang="es-ES" dirty="0">
                <a:solidFill>
                  <a:schemeClr val="bg2">
                    <a:lumMod val="50000"/>
                  </a:schemeClr>
                </a:solidFill>
                <a:latin typeface="Amasis MT Pro"/>
                <a:cs typeface="Adobe Devanagari" panose="02040503050201020203" pitchFamily="18" charset="0"/>
              </a:rPr>
              <a:t>perjudica a la cooperación</a:t>
            </a:r>
            <a:r>
              <a:rPr lang="es-ES" dirty="0">
                <a:solidFill>
                  <a:schemeClr val="bg2">
                    <a:lumMod val="25000"/>
                  </a:schemeClr>
                </a:solidFill>
                <a:latin typeface="Amasis MT Pro"/>
                <a:cs typeface="Adobe Devanagari" panose="02040503050201020203" pitchFamily="18" charset="0"/>
              </a:rPr>
              <a:t> entre estos para invertir conjuntamente. Además, un </a:t>
            </a:r>
            <a:r>
              <a:rPr lang="es-ES" dirty="0">
                <a:solidFill>
                  <a:schemeClr val="bg2">
                    <a:lumMod val="50000"/>
                  </a:schemeClr>
                </a:solidFill>
                <a:latin typeface="Amasis MT Pro"/>
                <a:cs typeface="Adobe Devanagari" panose="02040503050201020203" pitchFamily="18" charset="0"/>
              </a:rPr>
              <a:t>castigo tardío a los defraudadores favorece su crecimiento</a:t>
            </a:r>
            <a:r>
              <a:rPr lang="es-ES" dirty="0">
                <a:solidFill>
                  <a:schemeClr val="bg2">
                    <a:lumMod val="25000"/>
                  </a:schemeClr>
                </a:solidFill>
                <a:latin typeface="Amasis MT Pro"/>
                <a:cs typeface="Adobe Devanagari" panose="02040503050201020203" pitchFamily="18" charset="0"/>
              </a:rPr>
              <a:t>. </a:t>
            </a:r>
            <a:endParaRPr lang="es-ES" dirty="0">
              <a:solidFill>
                <a:schemeClr val="bg2">
                  <a:lumMod val="25000"/>
                </a:schemeClr>
              </a:solidFill>
              <a:latin typeface="Amasis MT Pro"/>
              <a:ea typeface="Arial Unicode MS"/>
              <a:cs typeface="Adobe Devanagari" panose="02040503050201020203" pitchFamily="18" charset="0"/>
            </a:endParaRPr>
          </a:p>
        </p:txBody>
      </p:sp>
    </p:spTree>
    <p:extLst>
      <p:ext uri="{BB962C8B-B14F-4D97-AF65-F5344CB8AC3E}">
        <p14:creationId xmlns:p14="http://schemas.microsoft.com/office/powerpoint/2010/main" val="9121493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E38ED6-4468-3514-4FB3-6AD04F0A96A4}"/>
            </a:ext>
          </a:extLst>
        </p:cNvPr>
        <p:cNvGrpSpPr/>
        <p:nvPr/>
      </p:nvGrpSpPr>
      <p:grpSpPr>
        <a:xfrm>
          <a:off x="0" y="0"/>
          <a:ext cx="0" cy="0"/>
          <a:chOff x="0" y="0"/>
          <a:chExt cx="0" cy="0"/>
        </a:xfrm>
      </p:grpSpPr>
      <p:sp>
        <p:nvSpPr>
          <p:cNvPr id="7" name="CuadroTexto 6">
            <a:extLst>
              <a:ext uri="{FF2B5EF4-FFF2-40B4-BE49-F238E27FC236}">
                <a16:creationId xmlns:a16="http://schemas.microsoft.com/office/drawing/2014/main" id="{D323B2C5-C591-8ABC-1E3B-72C4BB6A9977}"/>
              </a:ext>
            </a:extLst>
          </p:cNvPr>
          <p:cNvSpPr txBox="1"/>
          <p:nvPr/>
        </p:nvSpPr>
        <p:spPr>
          <a:xfrm>
            <a:off x="984123" y="1465066"/>
            <a:ext cx="7175754" cy="1754326"/>
          </a:xfrm>
          <a:prstGeom prst="rect">
            <a:avLst/>
          </a:prstGeom>
          <a:noFill/>
        </p:spPr>
        <p:txBody>
          <a:bodyPr wrap="square" rtlCol="0">
            <a:spAutoFit/>
          </a:bodyPr>
          <a:lstStyle/>
          <a:p>
            <a:pPr marL="257175" indent="-257175" algn="just" defTabSz="685800" eaLnBrk="0" fontAlgn="base" hangingPunct="0">
              <a:spcBef>
                <a:spcPct val="0"/>
              </a:spcBef>
              <a:spcAft>
                <a:spcPct val="0"/>
              </a:spcAft>
              <a:buFont typeface="Arial" panose="020B0604020202020204" pitchFamily="34" charset="0"/>
              <a:buChar char="•"/>
            </a:pPr>
            <a:r>
              <a:rPr lang="es-ES" altLang="es-ES" dirty="0">
                <a:solidFill>
                  <a:schemeClr val="bg2">
                    <a:lumMod val="25000"/>
                  </a:schemeClr>
                </a:solidFill>
                <a:latin typeface="Amasis MT Pro" panose="02040504050005020304" pitchFamily="18" charset="0"/>
              </a:rPr>
              <a:t>Hemos clasificado correctamente todos los autómatas celulares elementales mediante el uso de la misma herramienta. Las </a:t>
            </a:r>
            <a:r>
              <a:rPr lang="es-ES" altLang="es-ES" b="1" i="1" dirty="0">
                <a:solidFill>
                  <a:schemeClr val="bg2">
                    <a:lumMod val="10000"/>
                  </a:schemeClr>
                </a:solidFill>
                <a:latin typeface="Amasis MT Pro" panose="02040504050005020304" pitchFamily="18" charset="0"/>
              </a:rPr>
              <a:t>Clases-1 </a:t>
            </a:r>
            <a:r>
              <a:rPr lang="es-ES" altLang="es-ES" dirty="0">
                <a:solidFill>
                  <a:schemeClr val="bg2">
                    <a:lumMod val="10000"/>
                  </a:schemeClr>
                </a:solidFill>
                <a:latin typeface="Amasis MT Pro" panose="02040504050005020304" pitchFamily="18" charset="0"/>
              </a:rPr>
              <a:t>y</a:t>
            </a:r>
            <a:r>
              <a:rPr lang="es-ES" altLang="es-ES" b="1" i="1" dirty="0">
                <a:solidFill>
                  <a:schemeClr val="bg2">
                    <a:lumMod val="10000"/>
                  </a:schemeClr>
                </a:solidFill>
                <a:latin typeface="Amasis MT Pro" panose="02040504050005020304" pitchFamily="18" charset="0"/>
              </a:rPr>
              <a:t> 2</a:t>
            </a:r>
            <a:r>
              <a:rPr lang="es-ES" altLang="es-ES" dirty="0">
                <a:solidFill>
                  <a:schemeClr val="bg2">
                    <a:lumMod val="10000"/>
                  </a:schemeClr>
                </a:solidFill>
                <a:latin typeface="Amasis MT Pro" panose="02040504050005020304" pitchFamily="18" charset="0"/>
              </a:rPr>
              <a:t> </a:t>
            </a:r>
            <a:r>
              <a:rPr lang="es-ES" altLang="es-ES" dirty="0">
                <a:solidFill>
                  <a:schemeClr val="bg2">
                    <a:lumMod val="25000"/>
                  </a:schemeClr>
                </a:solidFill>
                <a:latin typeface="Amasis MT Pro" panose="02040504050005020304" pitchFamily="18" charset="0"/>
              </a:rPr>
              <a:t>resultan presentar </a:t>
            </a:r>
            <a:r>
              <a:rPr lang="es-ES" altLang="es-ES" dirty="0">
                <a:solidFill>
                  <a:schemeClr val="bg2">
                    <a:lumMod val="50000"/>
                  </a:schemeClr>
                </a:solidFill>
                <a:latin typeface="Amasis MT Pro" panose="02040504050005020304" pitchFamily="18" charset="0"/>
              </a:rPr>
              <a:t>estabilidad</a:t>
            </a:r>
            <a:r>
              <a:rPr lang="es-ES" altLang="es-ES" dirty="0">
                <a:solidFill>
                  <a:schemeClr val="bg2">
                    <a:lumMod val="25000"/>
                  </a:schemeClr>
                </a:solidFill>
                <a:latin typeface="Amasis MT Pro" panose="02040504050005020304" pitchFamily="18" charset="0"/>
              </a:rPr>
              <a:t> mientras que las </a:t>
            </a:r>
            <a:r>
              <a:rPr lang="es-ES" altLang="es-ES" b="1" i="1" dirty="0">
                <a:solidFill>
                  <a:schemeClr val="bg2">
                    <a:lumMod val="10000"/>
                  </a:schemeClr>
                </a:solidFill>
                <a:latin typeface="Amasis MT Pro" panose="02040504050005020304" pitchFamily="18" charset="0"/>
              </a:rPr>
              <a:t>Clases-3 </a:t>
            </a:r>
            <a:r>
              <a:rPr lang="es-ES" altLang="es-ES" dirty="0">
                <a:solidFill>
                  <a:schemeClr val="bg2">
                    <a:lumMod val="10000"/>
                  </a:schemeClr>
                </a:solidFill>
                <a:latin typeface="Amasis MT Pro" panose="02040504050005020304" pitchFamily="18" charset="0"/>
              </a:rPr>
              <a:t>y</a:t>
            </a:r>
            <a:r>
              <a:rPr lang="es-ES" altLang="es-ES" b="1" i="1" dirty="0">
                <a:solidFill>
                  <a:schemeClr val="bg2">
                    <a:lumMod val="10000"/>
                  </a:schemeClr>
                </a:solidFill>
                <a:latin typeface="Amasis MT Pro" panose="02040504050005020304" pitchFamily="18" charset="0"/>
              </a:rPr>
              <a:t> 4</a:t>
            </a:r>
            <a:r>
              <a:rPr lang="es-ES" altLang="es-ES" dirty="0">
                <a:solidFill>
                  <a:schemeClr val="bg2">
                    <a:lumMod val="10000"/>
                  </a:schemeClr>
                </a:solidFill>
                <a:latin typeface="Amasis MT Pro" panose="02040504050005020304" pitchFamily="18" charset="0"/>
              </a:rPr>
              <a:t> </a:t>
            </a:r>
            <a:r>
              <a:rPr lang="es-ES" altLang="es-ES" dirty="0">
                <a:solidFill>
                  <a:schemeClr val="bg2">
                    <a:lumMod val="25000"/>
                  </a:schemeClr>
                </a:solidFill>
                <a:latin typeface="Amasis MT Pro" panose="02040504050005020304" pitchFamily="18" charset="0"/>
              </a:rPr>
              <a:t>presentan </a:t>
            </a:r>
            <a:r>
              <a:rPr lang="es-ES" altLang="es-ES" dirty="0">
                <a:solidFill>
                  <a:schemeClr val="bg2">
                    <a:lumMod val="50000"/>
                  </a:schemeClr>
                </a:solidFill>
                <a:latin typeface="Amasis MT Pro" panose="02040504050005020304" pitchFamily="18" charset="0"/>
              </a:rPr>
              <a:t>comportamiento caótico</a:t>
            </a:r>
            <a:r>
              <a:rPr lang="es-ES" altLang="es-ES" dirty="0">
                <a:solidFill>
                  <a:schemeClr val="bg2">
                    <a:lumMod val="25000"/>
                  </a:schemeClr>
                </a:solidFill>
                <a:latin typeface="Amasis MT Pro" panose="02040504050005020304" pitchFamily="18" charset="0"/>
              </a:rPr>
              <a:t>. En la </a:t>
            </a:r>
            <a:r>
              <a:rPr lang="es-ES" altLang="es-ES" b="1" i="1" dirty="0">
                <a:solidFill>
                  <a:schemeClr val="bg2">
                    <a:lumMod val="10000"/>
                  </a:schemeClr>
                </a:solidFill>
                <a:latin typeface="Amasis MT Pro" panose="02040504050005020304" pitchFamily="18" charset="0"/>
              </a:rPr>
              <a:t>Clase-3</a:t>
            </a:r>
            <a:r>
              <a:rPr lang="es-ES" altLang="es-ES" dirty="0">
                <a:solidFill>
                  <a:schemeClr val="bg2">
                    <a:lumMod val="10000"/>
                  </a:schemeClr>
                </a:solidFill>
                <a:latin typeface="Amasis MT Pro" panose="02040504050005020304" pitchFamily="18" charset="0"/>
              </a:rPr>
              <a:t> </a:t>
            </a:r>
            <a:r>
              <a:rPr lang="es-ES" altLang="es-ES" dirty="0">
                <a:solidFill>
                  <a:schemeClr val="bg2">
                    <a:lumMod val="25000"/>
                  </a:schemeClr>
                </a:solidFill>
                <a:latin typeface="Amasis MT Pro" panose="02040504050005020304" pitchFamily="18" charset="0"/>
              </a:rPr>
              <a:t>los autómatas producen </a:t>
            </a:r>
            <a:r>
              <a:rPr lang="es-ES" altLang="es-ES" dirty="0">
                <a:solidFill>
                  <a:schemeClr val="bg2">
                    <a:lumMod val="50000"/>
                  </a:schemeClr>
                </a:solidFill>
                <a:latin typeface="Amasis MT Pro" panose="02040504050005020304" pitchFamily="18" charset="0"/>
              </a:rPr>
              <a:t>caos, </a:t>
            </a:r>
            <a:r>
              <a:rPr lang="es-ES" altLang="es-ES" dirty="0">
                <a:solidFill>
                  <a:schemeClr val="bg2">
                    <a:lumMod val="25000"/>
                  </a:schemeClr>
                </a:solidFill>
                <a:latin typeface="Amasis MT Pro" panose="02040504050005020304" pitchFamily="18" charset="0"/>
              </a:rPr>
              <a:t>mientras que en la </a:t>
            </a:r>
            <a:r>
              <a:rPr lang="es-ES" altLang="es-ES" b="1" i="1" dirty="0">
                <a:solidFill>
                  <a:schemeClr val="bg2">
                    <a:lumMod val="10000"/>
                  </a:schemeClr>
                </a:solidFill>
                <a:latin typeface="Amasis MT Pro" panose="02040504050005020304" pitchFamily="18" charset="0"/>
              </a:rPr>
              <a:t>Clase-4</a:t>
            </a:r>
            <a:r>
              <a:rPr lang="es-ES" altLang="es-ES" dirty="0">
                <a:solidFill>
                  <a:schemeClr val="bg2">
                    <a:lumMod val="25000"/>
                  </a:schemeClr>
                </a:solidFill>
                <a:latin typeface="Amasis MT Pro" panose="02040504050005020304" pitchFamily="18" charset="0"/>
              </a:rPr>
              <a:t> se ha observado </a:t>
            </a:r>
            <a:r>
              <a:rPr lang="es-ES" altLang="es-ES" dirty="0">
                <a:solidFill>
                  <a:schemeClr val="bg2">
                    <a:lumMod val="50000"/>
                  </a:schemeClr>
                </a:solidFill>
                <a:latin typeface="Amasis MT Pro" panose="02040504050005020304" pitchFamily="18" charset="0"/>
              </a:rPr>
              <a:t>caos transitorio</a:t>
            </a:r>
            <a:r>
              <a:rPr lang="es-ES" altLang="es-ES" dirty="0">
                <a:solidFill>
                  <a:schemeClr val="bg2">
                    <a:lumMod val="25000"/>
                  </a:schemeClr>
                </a:solidFill>
                <a:latin typeface="Amasis MT Pro" panose="02040504050005020304" pitchFamily="18" charset="0"/>
              </a:rPr>
              <a:t>. </a:t>
            </a:r>
            <a:endParaRPr lang="es-ES" sz="1600" dirty="0">
              <a:latin typeface="Amasis MT Pro" panose="02040504050005020304" pitchFamily="18" charset="0"/>
            </a:endParaRPr>
          </a:p>
        </p:txBody>
      </p:sp>
      <p:sp>
        <p:nvSpPr>
          <p:cNvPr id="5" name="CuadroTexto 4">
            <a:extLst>
              <a:ext uri="{FF2B5EF4-FFF2-40B4-BE49-F238E27FC236}">
                <a16:creationId xmlns:a16="http://schemas.microsoft.com/office/drawing/2014/main" id="{E20AD514-02AF-313B-F8FD-D9A7646509AA}"/>
              </a:ext>
            </a:extLst>
          </p:cNvPr>
          <p:cNvSpPr txBox="1"/>
          <p:nvPr/>
        </p:nvSpPr>
        <p:spPr>
          <a:xfrm>
            <a:off x="984123" y="3638609"/>
            <a:ext cx="7175754" cy="2031325"/>
          </a:xfrm>
          <a:prstGeom prst="rect">
            <a:avLst/>
          </a:prstGeom>
          <a:noFill/>
        </p:spPr>
        <p:txBody>
          <a:bodyPr wrap="square" rtlCol="0">
            <a:spAutoFit/>
          </a:bodyPr>
          <a:lstStyle/>
          <a:p>
            <a:pPr marL="257175" indent="-257175" algn="just" defTabSz="685800" eaLnBrk="0" fontAlgn="base" hangingPunct="0">
              <a:spcBef>
                <a:spcPct val="0"/>
              </a:spcBef>
              <a:spcAft>
                <a:spcPct val="0"/>
              </a:spcAft>
              <a:buFont typeface="Arial" panose="020B0604020202020204" pitchFamily="34" charset="0"/>
              <a:buChar char="•"/>
            </a:pPr>
            <a:r>
              <a:rPr lang="es-ES" dirty="0">
                <a:solidFill>
                  <a:schemeClr val="bg2">
                    <a:lumMod val="25000"/>
                  </a:schemeClr>
                </a:solidFill>
                <a:latin typeface="Amasis MT Pro" panose="02040504050005020304" pitchFamily="18" charset="0"/>
              </a:rPr>
              <a:t>Hemos elaborado una nueva aplicación al </a:t>
            </a:r>
            <a:r>
              <a:rPr lang="es-ES" dirty="0">
                <a:solidFill>
                  <a:schemeClr val="bg2">
                    <a:lumMod val="50000"/>
                  </a:schemeClr>
                </a:solidFill>
                <a:latin typeface="Amasis MT Pro" panose="02040504050005020304" pitchFamily="18" charset="0"/>
              </a:rPr>
              <a:t>control parcial para controlar el escape de trayectorias de una zona con caos transitorio</a:t>
            </a:r>
            <a:r>
              <a:rPr lang="es-ES" dirty="0">
                <a:solidFill>
                  <a:schemeClr val="bg2">
                    <a:lumMod val="25000"/>
                  </a:schemeClr>
                </a:solidFill>
                <a:latin typeface="Amasis MT Pro" panose="02040504050005020304" pitchFamily="18" charset="0"/>
              </a:rPr>
              <a:t>. Se consiguen expulsar las trayectorias de la manera más </a:t>
            </a:r>
            <a:r>
              <a:rPr lang="es-ES" dirty="0">
                <a:solidFill>
                  <a:schemeClr val="bg2">
                    <a:lumMod val="50000"/>
                  </a:schemeClr>
                </a:solidFill>
                <a:latin typeface="Amasis MT Pro" panose="02040504050005020304" pitchFamily="18" charset="0"/>
              </a:rPr>
              <a:t>rápida</a:t>
            </a:r>
            <a:r>
              <a:rPr lang="es-ES" dirty="0">
                <a:solidFill>
                  <a:schemeClr val="bg2">
                    <a:lumMod val="25000"/>
                  </a:schemeClr>
                </a:solidFill>
                <a:latin typeface="Amasis MT Pro" panose="02040504050005020304" pitchFamily="18" charset="0"/>
              </a:rPr>
              <a:t> posible o de una manera </a:t>
            </a:r>
            <a:r>
              <a:rPr lang="es-ES" dirty="0">
                <a:solidFill>
                  <a:schemeClr val="bg2">
                    <a:lumMod val="50000"/>
                  </a:schemeClr>
                </a:solidFill>
                <a:latin typeface="Amasis MT Pro" panose="02040504050005020304" pitchFamily="18" charset="0"/>
              </a:rPr>
              <a:t>controlada</a:t>
            </a:r>
            <a:r>
              <a:rPr lang="es-ES" dirty="0">
                <a:solidFill>
                  <a:schemeClr val="bg2">
                    <a:lumMod val="25000"/>
                  </a:schemeClr>
                </a:solidFill>
                <a:latin typeface="Amasis MT Pro" panose="02040504050005020304" pitchFamily="18" charset="0"/>
              </a:rPr>
              <a:t>, sabiendo el tiempo que va a pasar hasta que escape. Además, se ha conseguido crear trayectorias que </a:t>
            </a:r>
            <a:r>
              <a:rPr lang="es-ES" dirty="0">
                <a:solidFill>
                  <a:schemeClr val="bg2">
                    <a:lumMod val="50000"/>
                  </a:schemeClr>
                </a:solidFill>
                <a:latin typeface="Amasis MT Pro" panose="02040504050005020304" pitchFamily="18" charset="0"/>
              </a:rPr>
              <a:t>transitan de una zona a otra periódicamente</a:t>
            </a:r>
            <a:r>
              <a:rPr lang="es-ES" dirty="0">
                <a:solidFill>
                  <a:schemeClr val="bg2">
                    <a:lumMod val="25000"/>
                  </a:schemeClr>
                </a:solidFill>
                <a:latin typeface="Amasis MT Pro" panose="02040504050005020304" pitchFamily="18" charset="0"/>
              </a:rPr>
              <a:t> en sistemas caóticos </a:t>
            </a:r>
            <a:r>
              <a:rPr lang="es-ES" dirty="0" err="1">
                <a:solidFill>
                  <a:schemeClr val="bg2">
                    <a:lumMod val="25000"/>
                  </a:schemeClr>
                </a:solidFill>
                <a:latin typeface="Amasis MT Pro" panose="02040504050005020304" pitchFamily="18" charset="0"/>
              </a:rPr>
              <a:t>multiestables</a:t>
            </a:r>
            <a:r>
              <a:rPr lang="es-ES" dirty="0">
                <a:solidFill>
                  <a:schemeClr val="bg2">
                    <a:lumMod val="25000"/>
                  </a:schemeClr>
                </a:solidFill>
                <a:latin typeface="Amasis MT Pro" panose="02040504050005020304" pitchFamily="18" charset="0"/>
              </a:rPr>
              <a:t>. </a:t>
            </a:r>
          </a:p>
        </p:txBody>
      </p:sp>
      <p:sp>
        <p:nvSpPr>
          <p:cNvPr id="3" name="CuadroTexto 2">
            <a:extLst>
              <a:ext uri="{FF2B5EF4-FFF2-40B4-BE49-F238E27FC236}">
                <a16:creationId xmlns:a16="http://schemas.microsoft.com/office/drawing/2014/main" id="{66A37CDE-030C-AB41-EDDE-9196006D6109}"/>
              </a:ext>
            </a:extLst>
          </p:cNvPr>
          <p:cNvSpPr txBox="1"/>
          <p:nvPr/>
        </p:nvSpPr>
        <p:spPr>
          <a:xfrm>
            <a:off x="0" y="0"/>
            <a:ext cx="8782430" cy="646331"/>
          </a:xfrm>
          <a:prstGeom prst="rect">
            <a:avLst/>
          </a:prstGeom>
          <a:noFill/>
        </p:spPr>
        <p:txBody>
          <a:bodyPr wrap="square" rtlCol="0">
            <a:spAutoFit/>
          </a:bodyPr>
          <a:lstStyle/>
          <a:p>
            <a:pPr algn="r"/>
            <a:r>
              <a:rPr lang="es-ES" sz="3600" b="1" dirty="0">
                <a:solidFill>
                  <a:schemeClr val="bg2">
                    <a:lumMod val="10000"/>
                  </a:schemeClr>
                </a:solidFill>
                <a:latin typeface="Amasis MT Pro Light" panose="02040304050005020304" pitchFamily="18" charset="0"/>
                <a:cs typeface="Adobe Devanagari" panose="02040503050201020203" pitchFamily="18" charset="0"/>
              </a:rPr>
              <a:t>Conclusiones</a:t>
            </a:r>
            <a:endParaRPr lang="es-ES" sz="4000" b="1" dirty="0">
              <a:solidFill>
                <a:schemeClr val="bg2">
                  <a:lumMod val="10000"/>
                </a:schemeClr>
              </a:solidFill>
              <a:latin typeface="Amasis MT Pro Light" panose="02040304050005020304" pitchFamily="18" charset="0"/>
              <a:cs typeface="Adobe Devanagari" panose="02040503050201020203" pitchFamily="18" charset="0"/>
            </a:endParaRPr>
          </a:p>
        </p:txBody>
      </p:sp>
    </p:spTree>
    <p:extLst>
      <p:ext uri="{BB962C8B-B14F-4D97-AF65-F5344CB8AC3E}">
        <p14:creationId xmlns:p14="http://schemas.microsoft.com/office/powerpoint/2010/main" val="25789593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F3FE1C-92EC-C5AE-F6EF-7661445B8F92}"/>
            </a:ext>
          </a:extLst>
        </p:cNvPr>
        <p:cNvGrpSpPr/>
        <p:nvPr/>
      </p:nvGrpSpPr>
      <p:grpSpPr>
        <a:xfrm>
          <a:off x="0" y="0"/>
          <a:ext cx="0" cy="0"/>
          <a:chOff x="0" y="0"/>
          <a:chExt cx="0" cy="0"/>
        </a:xfrm>
      </p:grpSpPr>
      <p:sp>
        <p:nvSpPr>
          <p:cNvPr id="6" name="CuadroTexto 5">
            <a:extLst>
              <a:ext uri="{FF2B5EF4-FFF2-40B4-BE49-F238E27FC236}">
                <a16:creationId xmlns:a16="http://schemas.microsoft.com/office/drawing/2014/main" id="{BB600DBD-AA6D-B797-D488-BE852A4F3D72}"/>
              </a:ext>
            </a:extLst>
          </p:cNvPr>
          <p:cNvSpPr txBox="1"/>
          <p:nvPr/>
        </p:nvSpPr>
        <p:spPr>
          <a:xfrm>
            <a:off x="2633472" y="1728217"/>
            <a:ext cx="6510528" cy="2585323"/>
          </a:xfrm>
          <a:prstGeom prst="rect">
            <a:avLst/>
          </a:prstGeom>
        </p:spPr>
        <p:txBody>
          <a:bodyPr wrap="square" rtlCol="0">
            <a:spAutoFit/>
          </a:bodyPr>
          <a:lstStyle/>
          <a:p>
            <a:pPr marL="600075" lvl="1" indent="-257175">
              <a:buFont typeface="Arial" panose="020B0604020202020204" pitchFamily="34" charset="0"/>
              <a:buChar char="•"/>
            </a:pPr>
            <a:endParaRPr lang="es-ES" sz="1350" dirty="0"/>
          </a:p>
          <a:p>
            <a:pPr marL="257175" indent="-257175">
              <a:buFontTx/>
              <a:buAutoNum type="arabicPeriod" startAt="3"/>
            </a:pPr>
            <a:endParaRPr lang="es-ES" sz="1350" dirty="0"/>
          </a:p>
          <a:p>
            <a:pPr marL="257175" indent="-257175">
              <a:buFontTx/>
              <a:buAutoNum type="arabicPeriod" startAt="3"/>
            </a:pPr>
            <a:endParaRPr lang="es-ES" sz="1350" dirty="0"/>
          </a:p>
          <a:p>
            <a:pPr marL="257175" indent="-257175">
              <a:buFontTx/>
              <a:buAutoNum type="arabicPeriod" startAt="3"/>
            </a:pPr>
            <a:endParaRPr lang="es-ES" sz="1350" dirty="0"/>
          </a:p>
          <a:p>
            <a:pPr marL="257175" indent="-257175">
              <a:buAutoNum type="arabicPeriod" startAt="3"/>
            </a:pPr>
            <a:endParaRPr lang="es-ES" sz="1350" dirty="0"/>
          </a:p>
          <a:p>
            <a:pPr marL="257175" indent="-257175">
              <a:buAutoNum type="arabicPeriod" startAt="3"/>
            </a:pPr>
            <a:endParaRPr lang="es-ES" sz="1350" dirty="0"/>
          </a:p>
          <a:p>
            <a:endParaRPr lang="es-ES" sz="1350" dirty="0"/>
          </a:p>
          <a:p>
            <a:endParaRPr lang="es-ES" sz="1350" dirty="0"/>
          </a:p>
          <a:p>
            <a:pPr marL="257175" indent="-257175">
              <a:buAutoNum type="arabicPeriod"/>
            </a:pPr>
            <a:endParaRPr lang="es-ES" sz="1350" dirty="0"/>
          </a:p>
          <a:p>
            <a:pPr marL="257175" indent="-257175">
              <a:buAutoNum type="arabicPeriod"/>
            </a:pPr>
            <a:endParaRPr lang="es-ES" sz="1350" dirty="0"/>
          </a:p>
          <a:p>
            <a:endParaRPr lang="es-ES" sz="1350" dirty="0"/>
          </a:p>
          <a:p>
            <a:endParaRPr lang="es-ES" sz="1350" dirty="0"/>
          </a:p>
        </p:txBody>
      </p:sp>
      <p:sp>
        <p:nvSpPr>
          <p:cNvPr id="7" name="CuadroTexto 6">
            <a:extLst>
              <a:ext uri="{FF2B5EF4-FFF2-40B4-BE49-F238E27FC236}">
                <a16:creationId xmlns:a16="http://schemas.microsoft.com/office/drawing/2014/main" id="{F8CB079C-BE9A-B46C-6DB1-4EE46201EDBC}"/>
              </a:ext>
            </a:extLst>
          </p:cNvPr>
          <p:cNvSpPr txBox="1"/>
          <p:nvPr/>
        </p:nvSpPr>
        <p:spPr>
          <a:xfrm>
            <a:off x="984123" y="2828835"/>
            <a:ext cx="7175754" cy="1200329"/>
          </a:xfrm>
          <a:prstGeom prst="rect">
            <a:avLst/>
          </a:prstGeom>
          <a:noFill/>
        </p:spPr>
        <p:txBody>
          <a:bodyPr wrap="square" rtlCol="0">
            <a:spAutoFit/>
          </a:bodyPr>
          <a:lstStyle/>
          <a:p>
            <a:pPr marL="257175" indent="-257175" defTabSz="685800" eaLnBrk="0" fontAlgn="base" hangingPunct="0">
              <a:spcBef>
                <a:spcPct val="0"/>
              </a:spcBef>
              <a:spcAft>
                <a:spcPct val="0"/>
              </a:spcAft>
              <a:buFont typeface="Arial" panose="020B0604020202020204" pitchFamily="34" charset="0"/>
              <a:buChar char="•"/>
            </a:pPr>
            <a:r>
              <a:rPr lang="es-ES" dirty="0">
                <a:solidFill>
                  <a:schemeClr val="bg2">
                    <a:lumMod val="25000"/>
                  </a:schemeClr>
                </a:solidFill>
                <a:latin typeface="Amasis MT Pro" panose="02040504050005020304" pitchFamily="18" charset="0"/>
              </a:rPr>
              <a:t>Usando técnicas de </a:t>
            </a:r>
            <a:r>
              <a:rPr lang="es-ES" dirty="0">
                <a:solidFill>
                  <a:schemeClr val="bg2">
                    <a:lumMod val="50000"/>
                  </a:schemeClr>
                </a:solidFill>
                <a:latin typeface="Amasis MT Pro" panose="02040504050005020304" pitchFamily="18" charset="0"/>
              </a:rPr>
              <a:t>control parcial </a:t>
            </a:r>
            <a:r>
              <a:rPr lang="es-ES" dirty="0">
                <a:solidFill>
                  <a:schemeClr val="bg2">
                    <a:lumMod val="25000"/>
                  </a:schemeClr>
                </a:solidFill>
                <a:latin typeface="Amasis MT Pro" panose="02040504050005020304" pitchFamily="18" charset="0"/>
              </a:rPr>
              <a:t>conseguimos resolver un </a:t>
            </a:r>
            <a:r>
              <a:rPr lang="es-ES" dirty="0">
                <a:solidFill>
                  <a:schemeClr val="bg2">
                    <a:lumMod val="50000"/>
                  </a:schemeClr>
                </a:solidFill>
                <a:latin typeface="Amasis MT Pro" panose="02040504050005020304" pitchFamily="18" charset="0"/>
              </a:rPr>
              <a:t>juego novel de control y supervivencia entre dos jugadores</a:t>
            </a:r>
            <a:r>
              <a:rPr lang="es-ES" dirty="0">
                <a:solidFill>
                  <a:schemeClr val="bg2">
                    <a:lumMod val="25000"/>
                  </a:schemeClr>
                </a:solidFill>
                <a:latin typeface="Amasis MT Pro" panose="02040504050005020304" pitchFamily="18" charset="0"/>
              </a:rPr>
              <a:t>. Se obtuvieron las regiones en las que cada jugador gana el juego dependiendo de la </a:t>
            </a:r>
            <a:r>
              <a:rPr lang="es-ES" dirty="0">
                <a:solidFill>
                  <a:schemeClr val="bg2">
                    <a:lumMod val="50000"/>
                  </a:schemeClr>
                </a:solidFill>
                <a:latin typeface="Amasis MT Pro" panose="02040504050005020304" pitchFamily="18" charset="0"/>
              </a:rPr>
              <a:t>información</a:t>
            </a:r>
            <a:r>
              <a:rPr lang="es-ES" dirty="0">
                <a:solidFill>
                  <a:schemeClr val="bg2">
                    <a:lumMod val="25000"/>
                  </a:schemeClr>
                </a:solidFill>
                <a:latin typeface="Amasis MT Pro" panose="02040504050005020304" pitchFamily="18" charset="0"/>
              </a:rPr>
              <a:t> que cada uno posee.</a:t>
            </a:r>
            <a:endParaRPr lang="es-ES" sz="1600" dirty="0">
              <a:solidFill>
                <a:schemeClr val="bg2">
                  <a:lumMod val="25000"/>
                </a:schemeClr>
              </a:solidFill>
              <a:latin typeface="Amasis MT Pro" panose="02040504050005020304" pitchFamily="18" charset="0"/>
            </a:endParaRPr>
          </a:p>
        </p:txBody>
      </p:sp>
      <p:sp>
        <p:nvSpPr>
          <p:cNvPr id="3" name="CuadroTexto 2">
            <a:extLst>
              <a:ext uri="{FF2B5EF4-FFF2-40B4-BE49-F238E27FC236}">
                <a16:creationId xmlns:a16="http://schemas.microsoft.com/office/drawing/2014/main" id="{90EBD025-866F-CE87-EE1D-367E4367C428}"/>
              </a:ext>
            </a:extLst>
          </p:cNvPr>
          <p:cNvSpPr txBox="1"/>
          <p:nvPr/>
        </p:nvSpPr>
        <p:spPr>
          <a:xfrm>
            <a:off x="0" y="0"/>
            <a:ext cx="8782430" cy="646331"/>
          </a:xfrm>
          <a:prstGeom prst="rect">
            <a:avLst/>
          </a:prstGeom>
          <a:noFill/>
        </p:spPr>
        <p:txBody>
          <a:bodyPr wrap="square" rtlCol="0">
            <a:spAutoFit/>
          </a:bodyPr>
          <a:lstStyle/>
          <a:p>
            <a:pPr algn="r"/>
            <a:r>
              <a:rPr lang="es-ES" sz="3600" b="1" dirty="0">
                <a:solidFill>
                  <a:schemeClr val="bg2">
                    <a:lumMod val="10000"/>
                  </a:schemeClr>
                </a:solidFill>
                <a:latin typeface="Amasis MT Pro Light" panose="02040304050005020304" pitchFamily="18" charset="0"/>
                <a:cs typeface="Adobe Devanagari" panose="02040503050201020203" pitchFamily="18" charset="0"/>
              </a:rPr>
              <a:t>Conclusiones</a:t>
            </a:r>
            <a:endParaRPr lang="es-ES" sz="4000" b="1" dirty="0">
              <a:solidFill>
                <a:schemeClr val="bg2">
                  <a:lumMod val="10000"/>
                </a:schemeClr>
              </a:solidFill>
              <a:latin typeface="Amasis MT Pro Light" panose="02040304050005020304" pitchFamily="18" charset="0"/>
              <a:cs typeface="Adobe Devanagari" panose="02040503050201020203" pitchFamily="18" charset="0"/>
            </a:endParaRPr>
          </a:p>
        </p:txBody>
      </p:sp>
    </p:spTree>
    <p:extLst>
      <p:ext uri="{BB962C8B-B14F-4D97-AF65-F5344CB8AC3E}">
        <p14:creationId xmlns:p14="http://schemas.microsoft.com/office/powerpoint/2010/main" val="399791189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n 3" descr="Gráfico, Gráfico radial&#10;&#10;El contenido generado por IA puede ser incorrecto.">
            <a:extLst>
              <a:ext uri="{FF2B5EF4-FFF2-40B4-BE49-F238E27FC236}">
                <a16:creationId xmlns:a16="http://schemas.microsoft.com/office/drawing/2014/main" id="{45C58C1C-4C6D-C4A7-9F1C-C0FF0A53B27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485900" y="857250"/>
            <a:ext cx="6172200" cy="5143500"/>
          </a:xfrm>
          <a:prstGeom prst="rect">
            <a:avLst/>
          </a:prstGeom>
        </p:spPr>
      </p:pic>
      <p:sp>
        <p:nvSpPr>
          <p:cNvPr id="5" name="Bocadillo: ovalado 4">
            <a:extLst>
              <a:ext uri="{FF2B5EF4-FFF2-40B4-BE49-F238E27FC236}">
                <a16:creationId xmlns:a16="http://schemas.microsoft.com/office/drawing/2014/main" id="{D22978DA-BF4B-8EF9-C4E4-8E320AB348FA}"/>
              </a:ext>
            </a:extLst>
          </p:cNvPr>
          <p:cNvSpPr/>
          <p:nvPr/>
        </p:nvSpPr>
        <p:spPr>
          <a:xfrm>
            <a:off x="3517582" y="937261"/>
            <a:ext cx="4752023" cy="2970014"/>
          </a:xfrm>
          <a:prstGeom prst="wedgeEllipseCallout">
            <a:avLst/>
          </a:prstGeom>
          <a:solidFill>
            <a:schemeClr val="bg1"/>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sz="1350"/>
          </a:p>
        </p:txBody>
      </p:sp>
      <p:sp>
        <p:nvSpPr>
          <p:cNvPr id="6" name="CuadroTexto 5">
            <a:extLst>
              <a:ext uri="{FF2B5EF4-FFF2-40B4-BE49-F238E27FC236}">
                <a16:creationId xmlns:a16="http://schemas.microsoft.com/office/drawing/2014/main" id="{36197756-71EA-BBE1-7B53-DA5016364245}"/>
              </a:ext>
            </a:extLst>
          </p:cNvPr>
          <p:cNvSpPr txBox="1"/>
          <p:nvPr/>
        </p:nvSpPr>
        <p:spPr>
          <a:xfrm>
            <a:off x="4166235" y="1452770"/>
            <a:ext cx="3491865" cy="1962076"/>
          </a:xfrm>
          <a:prstGeom prst="rect">
            <a:avLst/>
          </a:prstGeom>
          <a:noFill/>
        </p:spPr>
        <p:txBody>
          <a:bodyPr wrap="square" rtlCol="0">
            <a:spAutoFit/>
          </a:bodyPr>
          <a:lstStyle/>
          <a:p>
            <a:pPr algn="ctr"/>
            <a:r>
              <a:rPr lang="es-ES" sz="4050" dirty="0">
                <a:latin typeface="Amasis MT Pro" panose="02040504050005020304" pitchFamily="18" charset="0"/>
              </a:rPr>
              <a:t>¡GRACIAS POR LA ATENCIÓN!</a:t>
            </a:r>
          </a:p>
        </p:txBody>
      </p:sp>
    </p:spTree>
    <p:extLst>
      <p:ext uri="{BB962C8B-B14F-4D97-AF65-F5344CB8AC3E}">
        <p14:creationId xmlns:p14="http://schemas.microsoft.com/office/powerpoint/2010/main" val="229195125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5" name="Imagen 4" descr="Gráfico&#10;&#10;El contenido generado por IA puede ser incorrecto.">
            <a:extLst>
              <a:ext uri="{FF2B5EF4-FFF2-40B4-BE49-F238E27FC236}">
                <a16:creationId xmlns:a16="http://schemas.microsoft.com/office/drawing/2014/main" id="{6EEC31D9-50EC-9B11-4986-39BAF08BF1E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7148" y="1049024"/>
            <a:ext cx="8964927" cy="5976618"/>
          </a:xfrm>
          <a:prstGeom prst="rect">
            <a:avLst/>
          </a:prstGeom>
        </p:spPr>
      </p:pic>
      <p:sp>
        <p:nvSpPr>
          <p:cNvPr id="6" name="CuadroTexto 5">
            <a:extLst>
              <a:ext uri="{FF2B5EF4-FFF2-40B4-BE49-F238E27FC236}">
                <a16:creationId xmlns:a16="http://schemas.microsoft.com/office/drawing/2014/main" id="{6B8C1C21-4D33-89B5-3358-7464E3237630}"/>
              </a:ext>
            </a:extLst>
          </p:cNvPr>
          <p:cNvSpPr txBox="1"/>
          <p:nvPr/>
        </p:nvSpPr>
        <p:spPr>
          <a:xfrm>
            <a:off x="-5693" y="0"/>
            <a:ext cx="8782430" cy="646331"/>
          </a:xfrm>
          <a:prstGeom prst="rect">
            <a:avLst/>
          </a:prstGeom>
          <a:noFill/>
        </p:spPr>
        <p:txBody>
          <a:bodyPr wrap="square" rtlCol="0">
            <a:spAutoFit/>
          </a:bodyPr>
          <a:lstStyle/>
          <a:p>
            <a:pPr lvl="1" algn="r"/>
            <a:r>
              <a:rPr lang="es-ES" sz="3600" dirty="0">
                <a:solidFill>
                  <a:schemeClr val="bg2">
                    <a:lumMod val="10000"/>
                  </a:schemeClr>
                </a:solidFill>
                <a:latin typeface="Amasis MT Pro Light" panose="02040304050005020304" pitchFamily="18" charset="0"/>
                <a:cs typeface="Adobe Devanagari" panose="02040503050201020203" pitchFamily="18" charset="0"/>
              </a:rPr>
              <a:t>Juego de los bienes públicos</a:t>
            </a:r>
            <a:endParaRPr lang="es-ES" sz="3600" dirty="0">
              <a:solidFill>
                <a:schemeClr val="bg2">
                  <a:lumMod val="10000"/>
                </a:schemeClr>
              </a:solidFill>
              <a:latin typeface="Amasis MT Pro Light" panose="02040304050005020304" pitchFamily="18" charset="0"/>
            </a:endParaRPr>
          </a:p>
        </p:txBody>
      </p:sp>
    </p:spTree>
    <p:extLst>
      <p:ext uri="{BB962C8B-B14F-4D97-AF65-F5344CB8AC3E}">
        <p14:creationId xmlns:p14="http://schemas.microsoft.com/office/powerpoint/2010/main" val="31183821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2E69D700-B44A-ED6E-C9DD-F886C2D0040F}"/>
            </a:ext>
          </a:extLst>
        </p:cNvPr>
        <p:cNvGrpSpPr/>
        <p:nvPr/>
      </p:nvGrpSpPr>
      <p:grpSpPr>
        <a:xfrm>
          <a:off x="0" y="0"/>
          <a:ext cx="0" cy="0"/>
          <a:chOff x="0" y="0"/>
          <a:chExt cx="0" cy="0"/>
        </a:xfrm>
      </p:grpSpPr>
      <p:sp>
        <p:nvSpPr>
          <p:cNvPr id="3" name="CuadroTexto 2">
            <a:extLst>
              <a:ext uri="{FF2B5EF4-FFF2-40B4-BE49-F238E27FC236}">
                <a16:creationId xmlns:a16="http://schemas.microsoft.com/office/drawing/2014/main" id="{B2F6BF9E-58B5-B641-EBC5-8F45B161F6F2}"/>
              </a:ext>
            </a:extLst>
          </p:cNvPr>
          <p:cNvSpPr txBox="1"/>
          <p:nvPr/>
        </p:nvSpPr>
        <p:spPr>
          <a:xfrm>
            <a:off x="-5693" y="1099241"/>
            <a:ext cx="9144000" cy="461665"/>
          </a:xfrm>
          <a:prstGeom prst="rect">
            <a:avLst/>
          </a:prstGeom>
          <a:noFill/>
        </p:spPr>
        <p:txBody>
          <a:bodyPr wrap="square" rtlCol="0">
            <a:spAutoFit/>
          </a:bodyPr>
          <a:lstStyle/>
          <a:p>
            <a:pPr algn="ctr"/>
            <a:r>
              <a:rPr lang="es-ES" sz="2400" b="1" i="1" dirty="0">
                <a:solidFill>
                  <a:schemeClr val="bg2">
                    <a:lumMod val="50000"/>
                  </a:schemeClr>
                </a:solidFill>
                <a:latin typeface="Amasis MT Pro" panose="02040504050005020304" pitchFamily="18" charset="0"/>
              </a:rPr>
              <a:t>Regla-60</a:t>
            </a:r>
            <a:r>
              <a:rPr lang="es-ES" sz="2400" dirty="0">
                <a:latin typeface="Amasis MT Pro" panose="02040504050005020304" pitchFamily="18" charset="0"/>
              </a:rPr>
              <a:t> = 0x128 + 0x64 + </a:t>
            </a:r>
            <a:r>
              <a:rPr lang="es-ES" sz="2400" dirty="0">
                <a:solidFill>
                  <a:schemeClr val="bg2">
                    <a:lumMod val="50000"/>
                  </a:schemeClr>
                </a:solidFill>
                <a:latin typeface="Amasis MT Pro" panose="02040504050005020304" pitchFamily="18" charset="0"/>
              </a:rPr>
              <a:t>1x32</a:t>
            </a:r>
            <a:r>
              <a:rPr lang="es-ES" sz="2400" dirty="0">
                <a:latin typeface="Amasis MT Pro" panose="02040504050005020304" pitchFamily="18" charset="0"/>
              </a:rPr>
              <a:t> + </a:t>
            </a:r>
            <a:r>
              <a:rPr lang="es-ES" sz="2400" dirty="0">
                <a:solidFill>
                  <a:schemeClr val="bg2">
                    <a:lumMod val="50000"/>
                  </a:schemeClr>
                </a:solidFill>
                <a:latin typeface="Amasis MT Pro" panose="02040504050005020304" pitchFamily="18" charset="0"/>
              </a:rPr>
              <a:t>1x16</a:t>
            </a:r>
            <a:r>
              <a:rPr lang="es-ES" sz="2400" dirty="0">
                <a:latin typeface="Amasis MT Pro" panose="02040504050005020304" pitchFamily="18" charset="0"/>
              </a:rPr>
              <a:t> + </a:t>
            </a:r>
            <a:r>
              <a:rPr lang="es-ES" sz="2400" dirty="0">
                <a:solidFill>
                  <a:schemeClr val="bg2">
                    <a:lumMod val="50000"/>
                  </a:schemeClr>
                </a:solidFill>
                <a:latin typeface="Amasis MT Pro" panose="02040504050005020304" pitchFamily="18" charset="0"/>
              </a:rPr>
              <a:t>1x8</a:t>
            </a:r>
            <a:r>
              <a:rPr lang="es-ES" sz="2400" dirty="0">
                <a:latin typeface="Amasis MT Pro" panose="02040504050005020304" pitchFamily="18" charset="0"/>
              </a:rPr>
              <a:t> + </a:t>
            </a:r>
            <a:r>
              <a:rPr lang="es-ES" sz="2400" dirty="0">
                <a:solidFill>
                  <a:schemeClr val="bg2">
                    <a:lumMod val="50000"/>
                  </a:schemeClr>
                </a:solidFill>
                <a:latin typeface="Amasis MT Pro" panose="02040504050005020304" pitchFamily="18" charset="0"/>
              </a:rPr>
              <a:t>1x4</a:t>
            </a:r>
            <a:r>
              <a:rPr lang="es-ES" sz="2400" dirty="0">
                <a:latin typeface="Amasis MT Pro" panose="02040504050005020304" pitchFamily="18" charset="0"/>
              </a:rPr>
              <a:t> + 0x2 + 0</a:t>
            </a:r>
          </a:p>
        </p:txBody>
      </p:sp>
      <p:pic>
        <p:nvPicPr>
          <p:cNvPr id="18" name="Imagen 17" descr="Forma, Cuadrado&#10;&#10;El contenido generado por IA puede ser incorrecto.">
            <a:extLst>
              <a:ext uri="{FF2B5EF4-FFF2-40B4-BE49-F238E27FC236}">
                <a16:creationId xmlns:a16="http://schemas.microsoft.com/office/drawing/2014/main" id="{EF8F1AE9-0371-72CE-6ED6-6148AE70A24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502865" y="3044702"/>
            <a:ext cx="761411" cy="268733"/>
          </a:xfrm>
          <a:prstGeom prst="rect">
            <a:avLst/>
          </a:prstGeom>
        </p:spPr>
      </p:pic>
      <p:pic>
        <p:nvPicPr>
          <p:cNvPr id="20" name="Imagen 19" descr="Icono&#10;&#10;El contenido generado por IA puede ser incorrecto.">
            <a:extLst>
              <a:ext uri="{FF2B5EF4-FFF2-40B4-BE49-F238E27FC236}">
                <a16:creationId xmlns:a16="http://schemas.microsoft.com/office/drawing/2014/main" id="{528B50FF-720E-3E7D-E368-A158F2D9FDD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572625" y="3045334"/>
            <a:ext cx="761411" cy="268733"/>
          </a:xfrm>
          <a:prstGeom prst="rect">
            <a:avLst/>
          </a:prstGeom>
        </p:spPr>
      </p:pic>
      <p:pic>
        <p:nvPicPr>
          <p:cNvPr id="22" name="Imagen 21" descr="Icono&#10;&#10;El contenido generado por IA puede ser incorrecto.">
            <a:extLst>
              <a:ext uri="{FF2B5EF4-FFF2-40B4-BE49-F238E27FC236}">
                <a16:creationId xmlns:a16="http://schemas.microsoft.com/office/drawing/2014/main" id="{B0E45EB3-3E8E-305A-84F6-6AB4A29E421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639087" y="3052955"/>
            <a:ext cx="761411" cy="268733"/>
          </a:xfrm>
          <a:prstGeom prst="rect">
            <a:avLst/>
          </a:prstGeom>
        </p:spPr>
      </p:pic>
      <p:pic>
        <p:nvPicPr>
          <p:cNvPr id="24" name="Imagen 23" descr="Forma, Cuadrado&#10;&#10;El contenido generado por IA puede ser incorrecto.">
            <a:extLst>
              <a:ext uri="{FF2B5EF4-FFF2-40B4-BE49-F238E27FC236}">
                <a16:creationId xmlns:a16="http://schemas.microsoft.com/office/drawing/2014/main" id="{6F2A70EF-B055-29D6-841E-4F5573F07F5C}"/>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3708847" y="3052955"/>
            <a:ext cx="761411" cy="268733"/>
          </a:xfrm>
          <a:prstGeom prst="rect">
            <a:avLst/>
          </a:prstGeom>
        </p:spPr>
      </p:pic>
      <p:pic>
        <p:nvPicPr>
          <p:cNvPr id="26" name="Imagen 25" descr="Forma, Cuadrado&#10;&#10;El contenido generado por IA puede ser incorrecto.">
            <a:extLst>
              <a:ext uri="{FF2B5EF4-FFF2-40B4-BE49-F238E27FC236}">
                <a16:creationId xmlns:a16="http://schemas.microsoft.com/office/drawing/2014/main" id="{975FDA91-AB45-93F0-87F4-C6FF194CA9E7}"/>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2776389" y="3045335"/>
            <a:ext cx="761411" cy="268733"/>
          </a:xfrm>
          <a:prstGeom prst="rect">
            <a:avLst/>
          </a:prstGeom>
        </p:spPr>
      </p:pic>
      <p:pic>
        <p:nvPicPr>
          <p:cNvPr id="28" name="Imagen 27" descr="Icono&#10;&#10;El contenido generado por IA puede ser incorrecto.">
            <a:extLst>
              <a:ext uri="{FF2B5EF4-FFF2-40B4-BE49-F238E27FC236}">
                <a16:creationId xmlns:a16="http://schemas.microsoft.com/office/drawing/2014/main" id="{E2C7E94D-2396-E1EB-D349-CE61AA622D30}"/>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1854110" y="3049385"/>
            <a:ext cx="761411" cy="268733"/>
          </a:xfrm>
          <a:prstGeom prst="rect">
            <a:avLst/>
          </a:prstGeom>
        </p:spPr>
      </p:pic>
      <p:pic>
        <p:nvPicPr>
          <p:cNvPr id="30" name="Imagen 29" descr="Icono&#10;&#10;El contenido generado por IA puede ser incorrecto.">
            <a:extLst>
              <a:ext uri="{FF2B5EF4-FFF2-40B4-BE49-F238E27FC236}">
                <a16:creationId xmlns:a16="http://schemas.microsoft.com/office/drawing/2014/main" id="{0014D4D3-4225-E9AF-38AD-B5A40F427E75}"/>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921652" y="3049385"/>
            <a:ext cx="761411" cy="268733"/>
          </a:xfrm>
          <a:prstGeom prst="rect">
            <a:avLst/>
          </a:prstGeom>
        </p:spPr>
      </p:pic>
      <p:sp>
        <p:nvSpPr>
          <p:cNvPr id="6" name="CuadroTexto 5">
            <a:extLst>
              <a:ext uri="{FF2B5EF4-FFF2-40B4-BE49-F238E27FC236}">
                <a16:creationId xmlns:a16="http://schemas.microsoft.com/office/drawing/2014/main" id="{DD53226C-861F-F94C-C169-E4EB763087DD}"/>
              </a:ext>
            </a:extLst>
          </p:cNvPr>
          <p:cNvSpPr txBox="1"/>
          <p:nvPr/>
        </p:nvSpPr>
        <p:spPr>
          <a:xfrm>
            <a:off x="-5693" y="0"/>
            <a:ext cx="8782430" cy="646331"/>
          </a:xfrm>
          <a:prstGeom prst="rect">
            <a:avLst/>
          </a:prstGeom>
          <a:noFill/>
        </p:spPr>
        <p:txBody>
          <a:bodyPr wrap="square" rtlCol="0">
            <a:spAutoFit/>
          </a:bodyPr>
          <a:lstStyle/>
          <a:p>
            <a:pPr lvl="2" algn="r"/>
            <a:r>
              <a:rPr lang="es-ES" sz="3600" dirty="0">
                <a:latin typeface="Amasis MT Pro Light" panose="02040304050005020304" pitchFamily="18" charset="0"/>
                <a:cs typeface="Adobe Devanagari" panose="02040503050201020203" pitchFamily="18" charset="0"/>
              </a:rPr>
              <a:t>Subclase U = Fractal</a:t>
            </a:r>
          </a:p>
        </p:txBody>
      </p:sp>
      <p:sp>
        <p:nvSpPr>
          <p:cNvPr id="2" name="CuadroTexto 1">
            <a:extLst>
              <a:ext uri="{FF2B5EF4-FFF2-40B4-BE49-F238E27FC236}">
                <a16:creationId xmlns:a16="http://schemas.microsoft.com/office/drawing/2014/main" id="{2E62B5AB-E9E6-F695-123B-480E8340829B}"/>
              </a:ext>
            </a:extLst>
          </p:cNvPr>
          <p:cNvSpPr txBox="1"/>
          <p:nvPr/>
        </p:nvSpPr>
        <p:spPr>
          <a:xfrm>
            <a:off x="-5692" y="3556000"/>
            <a:ext cx="9149692" cy="646331"/>
          </a:xfrm>
          <a:prstGeom prst="rect">
            <a:avLst/>
          </a:prstGeom>
          <a:noFill/>
        </p:spPr>
        <p:txBody>
          <a:bodyPr wrap="square" rtlCol="0">
            <a:spAutoFit/>
          </a:bodyPr>
          <a:lstStyle/>
          <a:p>
            <a:pPr algn="ctr"/>
            <a:r>
              <a:rPr lang="es-ES" dirty="0">
                <a:solidFill>
                  <a:schemeClr val="bg2">
                    <a:lumMod val="10000"/>
                  </a:schemeClr>
                </a:solidFill>
                <a:latin typeface="Amasis MT Pro" panose="02040504050005020304" pitchFamily="18" charset="0"/>
              </a:rPr>
              <a:t>Para cada uno de los bits, si cambio la/las células que se indica (las negras), ¿el resultado</a:t>
            </a:r>
            <a:r>
              <a:rPr lang="es-ES" dirty="0">
                <a:latin typeface="Amasis MT Pro" panose="02040504050005020304" pitchFamily="18" charset="0"/>
              </a:rPr>
              <a:t> </a:t>
            </a:r>
            <a:r>
              <a:rPr lang="es-ES" dirty="0">
                <a:solidFill>
                  <a:schemeClr val="bg2">
                    <a:lumMod val="50000"/>
                  </a:schemeClr>
                </a:solidFill>
                <a:latin typeface="Amasis MT Pro" panose="02040504050005020304" pitchFamily="18" charset="0"/>
              </a:rPr>
              <a:t>cambia (1) o no cambia (0)</a:t>
            </a:r>
            <a:r>
              <a:rPr lang="es-ES" dirty="0">
                <a:latin typeface="Amasis MT Pro" panose="02040504050005020304" pitchFamily="18" charset="0"/>
              </a:rPr>
              <a:t>? </a:t>
            </a:r>
          </a:p>
        </p:txBody>
      </p:sp>
      <p:sp>
        <p:nvSpPr>
          <p:cNvPr id="4" name="CuadroTexto 3">
            <a:extLst>
              <a:ext uri="{FF2B5EF4-FFF2-40B4-BE49-F238E27FC236}">
                <a16:creationId xmlns:a16="http://schemas.microsoft.com/office/drawing/2014/main" id="{E8C1D391-94E4-FC4C-314A-E41CA1579D8A}"/>
              </a:ext>
            </a:extLst>
          </p:cNvPr>
          <p:cNvSpPr txBox="1"/>
          <p:nvPr/>
        </p:nvSpPr>
        <p:spPr>
          <a:xfrm>
            <a:off x="1166627" y="4443845"/>
            <a:ext cx="271463" cy="707886"/>
          </a:xfrm>
          <a:prstGeom prst="rect">
            <a:avLst/>
          </a:prstGeom>
          <a:noFill/>
        </p:spPr>
        <p:txBody>
          <a:bodyPr wrap="square" rtlCol="0">
            <a:spAutoFit/>
          </a:bodyPr>
          <a:lstStyle/>
          <a:p>
            <a:pPr algn="ctr"/>
            <a:r>
              <a:rPr lang="es-ES" sz="4000" dirty="0">
                <a:latin typeface="Amasis MT Pro" panose="02040504050005020304" pitchFamily="18" charset="0"/>
              </a:rPr>
              <a:t>0</a:t>
            </a:r>
            <a:endParaRPr lang="es-ES" sz="2000" dirty="0">
              <a:latin typeface="Amasis MT Pro" panose="02040504050005020304" pitchFamily="18" charset="0"/>
            </a:endParaRPr>
          </a:p>
        </p:txBody>
      </p:sp>
      <p:sp>
        <p:nvSpPr>
          <p:cNvPr id="7" name="CuadroTexto 6">
            <a:extLst>
              <a:ext uri="{FF2B5EF4-FFF2-40B4-BE49-F238E27FC236}">
                <a16:creationId xmlns:a16="http://schemas.microsoft.com/office/drawing/2014/main" id="{BA92BE41-3516-C572-9E54-1B3EBB374D54}"/>
              </a:ext>
            </a:extLst>
          </p:cNvPr>
          <p:cNvSpPr txBox="1"/>
          <p:nvPr/>
        </p:nvSpPr>
        <p:spPr>
          <a:xfrm>
            <a:off x="2094432" y="4443845"/>
            <a:ext cx="271463" cy="707886"/>
          </a:xfrm>
          <a:prstGeom prst="rect">
            <a:avLst/>
          </a:prstGeom>
          <a:noFill/>
        </p:spPr>
        <p:txBody>
          <a:bodyPr wrap="square" rtlCol="0">
            <a:spAutoFit/>
          </a:bodyPr>
          <a:lstStyle/>
          <a:p>
            <a:pPr algn="ctr"/>
            <a:r>
              <a:rPr lang="es-ES" sz="4000" dirty="0">
                <a:latin typeface="Amasis MT Pro" panose="02040504050005020304" pitchFamily="18" charset="0"/>
              </a:rPr>
              <a:t>0</a:t>
            </a:r>
            <a:endParaRPr lang="es-ES" sz="2000" dirty="0">
              <a:latin typeface="Amasis MT Pro" panose="02040504050005020304" pitchFamily="18" charset="0"/>
            </a:endParaRPr>
          </a:p>
        </p:txBody>
      </p:sp>
      <p:sp>
        <p:nvSpPr>
          <p:cNvPr id="15" name="CuadroTexto 14">
            <a:extLst>
              <a:ext uri="{FF2B5EF4-FFF2-40B4-BE49-F238E27FC236}">
                <a16:creationId xmlns:a16="http://schemas.microsoft.com/office/drawing/2014/main" id="{CE9BA8B5-AE32-5F7C-7A41-526D02C9E6BB}"/>
              </a:ext>
            </a:extLst>
          </p:cNvPr>
          <p:cNvSpPr txBox="1"/>
          <p:nvPr/>
        </p:nvSpPr>
        <p:spPr>
          <a:xfrm>
            <a:off x="3022237" y="4443845"/>
            <a:ext cx="271463" cy="707886"/>
          </a:xfrm>
          <a:prstGeom prst="rect">
            <a:avLst/>
          </a:prstGeom>
          <a:noFill/>
        </p:spPr>
        <p:txBody>
          <a:bodyPr wrap="square" rtlCol="0">
            <a:spAutoFit/>
          </a:bodyPr>
          <a:lstStyle/>
          <a:p>
            <a:pPr algn="ctr"/>
            <a:r>
              <a:rPr lang="es-ES" sz="4000" dirty="0">
                <a:solidFill>
                  <a:schemeClr val="bg2">
                    <a:lumMod val="50000"/>
                  </a:schemeClr>
                </a:solidFill>
                <a:latin typeface="Amasis MT Pro" panose="02040504050005020304" pitchFamily="18" charset="0"/>
              </a:rPr>
              <a:t>1</a:t>
            </a:r>
            <a:endParaRPr lang="es-ES" sz="2000" dirty="0">
              <a:solidFill>
                <a:schemeClr val="bg2">
                  <a:lumMod val="50000"/>
                </a:schemeClr>
              </a:solidFill>
              <a:latin typeface="Amasis MT Pro" panose="02040504050005020304" pitchFamily="18" charset="0"/>
            </a:endParaRPr>
          </a:p>
        </p:txBody>
      </p:sp>
      <p:sp>
        <p:nvSpPr>
          <p:cNvPr id="17" name="CuadroTexto 16">
            <a:extLst>
              <a:ext uri="{FF2B5EF4-FFF2-40B4-BE49-F238E27FC236}">
                <a16:creationId xmlns:a16="http://schemas.microsoft.com/office/drawing/2014/main" id="{DF6CCC2B-1DE5-6F6B-61B6-CABEA02E76CA}"/>
              </a:ext>
            </a:extLst>
          </p:cNvPr>
          <p:cNvSpPr txBox="1"/>
          <p:nvPr/>
        </p:nvSpPr>
        <p:spPr>
          <a:xfrm>
            <a:off x="3957185" y="4436643"/>
            <a:ext cx="271463" cy="707886"/>
          </a:xfrm>
          <a:prstGeom prst="rect">
            <a:avLst/>
          </a:prstGeom>
          <a:noFill/>
        </p:spPr>
        <p:txBody>
          <a:bodyPr wrap="square" rtlCol="0">
            <a:spAutoFit/>
          </a:bodyPr>
          <a:lstStyle/>
          <a:p>
            <a:pPr algn="ctr"/>
            <a:r>
              <a:rPr lang="es-ES" sz="4000" dirty="0">
                <a:solidFill>
                  <a:schemeClr val="bg2">
                    <a:lumMod val="50000"/>
                  </a:schemeClr>
                </a:solidFill>
                <a:latin typeface="Amasis MT Pro" panose="02040504050005020304" pitchFamily="18" charset="0"/>
              </a:rPr>
              <a:t>1</a:t>
            </a:r>
            <a:endParaRPr lang="es-ES" sz="2000" dirty="0">
              <a:solidFill>
                <a:schemeClr val="bg2">
                  <a:lumMod val="50000"/>
                </a:schemeClr>
              </a:solidFill>
              <a:latin typeface="Amasis MT Pro" panose="02040504050005020304" pitchFamily="18" charset="0"/>
            </a:endParaRPr>
          </a:p>
        </p:txBody>
      </p:sp>
      <p:sp>
        <p:nvSpPr>
          <p:cNvPr id="19" name="CuadroTexto 18">
            <a:extLst>
              <a:ext uri="{FF2B5EF4-FFF2-40B4-BE49-F238E27FC236}">
                <a16:creationId xmlns:a16="http://schemas.microsoft.com/office/drawing/2014/main" id="{A5DAE914-5138-AC7C-4177-604541C4619F}"/>
              </a:ext>
            </a:extLst>
          </p:cNvPr>
          <p:cNvSpPr txBox="1"/>
          <p:nvPr/>
        </p:nvSpPr>
        <p:spPr>
          <a:xfrm>
            <a:off x="4884062" y="4436643"/>
            <a:ext cx="271463" cy="707886"/>
          </a:xfrm>
          <a:prstGeom prst="rect">
            <a:avLst/>
          </a:prstGeom>
          <a:noFill/>
        </p:spPr>
        <p:txBody>
          <a:bodyPr wrap="square" rtlCol="0">
            <a:spAutoFit/>
          </a:bodyPr>
          <a:lstStyle/>
          <a:p>
            <a:pPr algn="ctr"/>
            <a:r>
              <a:rPr lang="es-ES" sz="4000" dirty="0">
                <a:solidFill>
                  <a:schemeClr val="bg2">
                    <a:lumMod val="50000"/>
                  </a:schemeClr>
                </a:solidFill>
                <a:latin typeface="Amasis MT Pro" panose="02040504050005020304" pitchFamily="18" charset="0"/>
              </a:rPr>
              <a:t>1</a:t>
            </a:r>
            <a:endParaRPr lang="es-ES" sz="1350" dirty="0">
              <a:solidFill>
                <a:schemeClr val="bg2">
                  <a:lumMod val="50000"/>
                </a:schemeClr>
              </a:solidFill>
              <a:latin typeface="Amasis MT Pro" panose="02040504050005020304" pitchFamily="18" charset="0"/>
            </a:endParaRPr>
          </a:p>
        </p:txBody>
      </p:sp>
      <p:sp>
        <p:nvSpPr>
          <p:cNvPr id="21" name="CuadroTexto 20">
            <a:extLst>
              <a:ext uri="{FF2B5EF4-FFF2-40B4-BE49-F238E27FC236}">
                <a16:creationId xmlns:a16="http://schemas.microsoft.com/office/drawing/2014/main" id="{E4599F16-1142-FF07-F056-A802ADA98DB0}"/>
              </a:ext>
            </a:extLst>
          </p:cNvPr>
          <p:cNvSpPr txBox="1"/>
          <p:nvPr/>
        </p:nvSpPr>
        <p:spPr>
          <a:xfrm>
            <a:off x="5817600" y="4443845"/>
            <a:ext cx="271463" cy="707886"/>
          </a:xfrm>
          <a:prstGeom prst="rect">
            <a:avLst/>
          </a:prstGeom>
          <a:noFill/>
        </p:spPr>
        <p:txBody>
          <a:bodyPr wrap="square" rtlCol="0">
            <a:spAutoFit/>
          </a:bodyPr>
          <a:lstStyle/>
          <a:p>
            <a:pPr algn="ctr"/>
            <a:r>
              <a:rPr lang="es-ES" sz="4000" dirty="0">
                <a:solidFill>
                  <a:schemeClr val="bg2">
                    <a:lumMod val="50000"/>
                  </a:schemeClr>
                </a:solidFill>
                <a:latin typeface="Amasis MT Pro" panose="02040504050005020304" pitchFamily="18" charset="0"/>
              </a:rPr>
              <a:t>1</a:t>
            </a:r>
            <a:endParaRPr lang="es-ES" sz="1350" dirty="0">
              <a:solidFill>
                <a:schemeClr val="bg2">
                  <a:lumMod val="50000"/>
                </a:schemeClr>
              </a:solidFill>
              <a:latin typeface="Amasis MT Pro" panose="02040504050005020304" pitchFamily="18" charset="0"/>
            </a:endParaRPr>
          </a:p>
        </p:txBody>
      </p:sp>
      <p:sp>
        <p:nvSpPr>
          <p:cNvPr id="23" name="CuadroTexto 22">
            <a:extLst>
              <a:ext uri="{FF2B5EF4-FFF2-40B4-BE49-F238E27FC236}">
                <a16:creationId xmlns:a16="http://schemas.microsoft.com/office/drawing/2014/main" id="{06F44AB0-D965-77A5-4020-5FB3C938FBEC}"/>
              </a:ext>
            </a:extLst>
          </p:cNvPr>
          <p:cNvSpPr txBox="1"/>
          <p:nvPr/>
        </p:nvSpPr>
        <p:spPr>
          <a:xfrm>
            <a:off x="6751138" y="4447431"/>
            <a:ext cx="271463" cy="707886"/>
          </a:xfrm>
          <a:prstGeom prst="rect">
            <a:avLst/>
          </a:prstGeom>
          <a:noFill/>
        </p:spPr>
        <p:txBody>
          <a:bodyPr wrap="square" rtlCol="0">
            <a:spAutoFit/>
          </a:bodyPr>
          <a:lstStyle/>
          <a:p>
            <a:pPr algn="ctr"/>
            <a:r>
              <a:rPr lang="es-ES" sz="4000" dirty="0">
                <a:latin typeface="Amasis MT Pro" panose="02040504050005020304" pitchFamily="18" charset="0"/>
              </a:rPr>
              <a:t>0</a:t>
            </a:r>
            <a:endParaRPr lang="es-ES" sz="2000" dirty="0">
              <a:latin typeface="Amasis MT Pro" panose="02040504050005020304" pitchFamily="18" charset="0"/>
            </a:endParaRPr>
          </a:p>
        </p:txBody>
      </p:sp>
      <p:sp>
        <p:nvSpPr>
          <p:cNvPr id="25" name="CuadroTexto 24">
            <a:extLst>
              <a:ext uri="{FF2B5EF4-FFF2-40B4-BE49-F238E27FC236}">
                <a16:creationId xmlns:a16="http://schemas.microsoft.com/office/drawing/2014/main" id="{C930CCC0-B49B-896B-DE8E-7CBFCD7913C5}"/>
              </a:ext>
            </a:extLst>
          </p:cNvPr>
          <p:cNvSpPr txBox="1"/>
          <p:nvPr/>
        </p:nvSpPr>
        <p:spPr>
          <a:xfrm>
            <a:off x="7684676" y="4436643"/>
            <a:ext cx="271463" cy="707886"/>
          </a:xfrm>
          <a:prstGeom prst="rect">
            <a:avLst/>
          </a:prstGeom>
          <a:noFill/>
        </p:spPr>
        <p:txBody>
          <a:bodyPr wrap="square" rtlCol="0">
            <a:spAutoFit/>
          </a:bodyPr>
          <a:lstStyle/>
          <a:p>
            <a:pPr algn="ctr"/>
            <a:r>
              <a:rPr lang="es-ES" sz="4000" dirty="0">
                <a:latin typeface="Amasis MT Pro" panose="02040504050005020304" pitchFamily="18" charset="0"/>
              </a:rPr>
              <a:t>0</a:t>
            </a:r>
            <a:endParaRPr lang="es-ES" sz="2000" dirty="0">
              <a:latin typeface="Amasis MT Pro" panose="02040504050005020304" pitchFamily="18" charset="0"/>
            </a:endParaRPr>
          </a:p>
        </p:txBody>
      </p:sp>
      <p:pic>
        <p:nvPicPr>
          <p:cNvPr id="27" name="Imagen 26" descr="Forma, Cuadrado&#10;&#10;El contenido generado por IA puede ser incorrecto.">
            <a:extLst>
              <a:ext uri="{FF2B5EF4-FFF2-40B4-BE49-F238E27FC236}">
                <a16:creationId xmlns:a16="http://schemas.microsoft.com/office/drawing/2014/main" id="{4C56578B-AA3B-B042-5D65-3D5D332D912D}"/>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7439701" y="5460440"/>
            <a:ext cx="761411" cy="268733"/>
          </a:xfrm>
          <a:prstGeom prst="rect">
            <a:avLst/>
          </a:prstGeom>
        </p:spPr>
      </p:pic>
      <p:pic>
        <p:nvPicPr>
          <p:cNvPr id="29" name="Imagen 28" descr="Forma, Cuadrado&#10;&#10;El contenido generado por IA puede ser incorrecto.">
            <a:extLst>
              <a:ext uri="{FF2B5EF4-FFF2-40B4-BE49-F238E27FC236}">
                <a16:creationId xmlns:a16="http://schemas.microsoft.com/office/drawing/2014/main" id="{13064CD1-10A6-5151-35DC-34BEDE568D4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502865" y="5470161"/>
            <a:ext cx="761411" cy="268733"/>
          </a:xfrm>
          <a:prstGeom prst="rect">
            <a:avLst/>
          </a:prstGeom>
        </p:spPr>
      </p:pic>
      <p:pic>
        <p:nvPicPr>
          <p:cNvPr id="31" name="Imagen 30" descr="Icono&#10;&#10;El contenido generado por IA puede ser incorrecto.">
            <a:extLst>
              <a:ext uri="{FF2B5EF4-FFF2-40B4-BE49-F238E27FC236}">
                <a16:creationId xmlns:a16="http://schemas.microsoft.com/office/drawing/2014/main" id="{A02D8513-C39D-A352-ADFD-DD1EBA57163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572625" y="5470793"/>
            <a:ext cx="761411" cy="268733"/>
          </a:xfrm>
          <a:prstGeom prst="rect">
            <a:avLst/>
          </a:prstGeom>
        </p:spPr>
      </p:pic>
      <p:pic>
        <p:nvPicPr>
          <p:cNvPr id="33" name="Imagen 32" descr="Icono&#10;&#10;El contenido generado por IA puede ser incorrecto.">
            <a:extLst>
              <a:ext uri="{FF2B5EF4-FFF2-40B4-BE49-F238E27FC236}">
                <a16:creationId xmlns:a16="http://schemas.microsoft.com/office/drawing/2014/main" id="{DA406A81-7757-D2E5-F098-AEF994A8A48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639087" y="5478414"/>
            <a:ext cx="761411" cy="268733"/>
          </a:xfrm>
          <a:prstGeom prst="rect">
            <a:avLst/>
          </a:prstGeom>
        </p:spPr>
      </p:pic>
      <p:pic>
        <p:nvPicPr>
          <p:cNvPr id="34" name="Imagen 33" descr="Forma, Cuadrado&#10;&#10;El contenido generado por IA puede ser incorrecto.">
            <a:extLst>
              <a:ext uri="{FF2B5EF4-FFF2-40B4-BE49-F238E27FC236}">
                <a16:creationId xmlns:a16="http://schemas.microsoft.com/office/drawing/2014/main" id="{ED9F79B4-C526-D2DC-10F8-563513C3D0D6}"/>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3708847" y="5478414"/>
            <a:ext cx="761411" cy="268733"/>
          </a:xfrm>
          <a:prstGeom prst="rect">
            <a:avLst/>
          </a:prstGeom>
        </p:spPr>
      </p:pic>
      <p:pic>
        <p:nvPicPr>
          <p:cNvPr id="35" name="Imagen 34" descr="Forma, Cuadrado&#10;&#10;El contenido generado por IA puede ser incorrecto.">
            <a:extLst>
              <a:ext uri="{FF2B5EF4-FFF2-40B4-BE49-F238E27FC236}">
                <a16:creationId xmlns:a16="http://schemas.microsoft.com/office/drawing/2014/main" id="{03103DF6-C59C-0051-6B00-625C81D5483F}"/>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2776389" y="5470794"/>
            <a:ext cx="761411" cy="268733"/>
          </a:xfrm>
          <a:prstGeom prst="rect">
            <a:avLst/>
          </a:prstGeom>
        </p:spPr>
      </p:pic>
      <p:pic>
        <p:nvPicPr>
          <p:cNvPr id="36" name="Imagen 35" descr="Icono&#10;&#10;El contenido generado por IA puede ser incorrecto.">
            <a:extLst>
              <a:ext uri="{FF2B5EF4-FFF2-40B4-BE49-F238E27FC236}">
                <a16:creationId xmlns:a16="http://schemas.microsoft.com/office/drawing/2014/main" id="{026BE51F-8E05-84ED-391C-3702390054A9}"/>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1854110" y="5474844"/>
            <a:ext cx="761411" cy="268733"/>
          </a:xfrm>
          <a:prstGeom prst="rect">
            <a:avLst/>
          </a:prstGeom>
        </p:spPr>
      </p:pic>
      <p:pic>
        <p:nvPicPr>
          <p:cNvPr id="37" name="Imagen 36" descr="Icono&#10;&#10;El contenido generado por IA puede ser incorrecto.">
            <a:extLst>
              <a:ext uri="{FF2B5EF4-FFF2-40B4-BE49-F238E27FC236}">
                <a16:creationId xmlns:a16="http://schemas.microsoft.com/office/drawing/2014/main" id="{A2BE0A03-0A6A-D22D-F76F-A7C9E728211B}"/>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921652" y="5474844"/>
            <a:ext cx="761411" cy="268733"/>
          </a:xfrm>
          <a:prstGeom prst="rect">
            <a:avLst/>
          </a:prstGeom>
        </p:spPr>
      </p:pic>
      <p:sp>
        <p:nvSpPr>
          <p:cNvPr id="38" name="CuadroTexto 37">
            <a:extLst>
              <a:ext uri="{FF2B5EF4-FFF2-40B4-BE49-F238E27FC236}">
                <a16:creationId xmlns:a16="http://schemas.microsoft.com/office/drawing/2014/main" id="{CC7E999B-8FF6-8754-FC8B-7B5DBDD3974A}"/>
              </a:ext>
            </a:extLst>
          </p:cNvPr>
          <p:cNvSpPr txBox="1"/>
          <p:nvPr/>
        </p:nvSpPr>
        <p:spPr>
          <a:xfrm>
            <a:off x="-5693" y="6052286"/>
            <a:ext cx="9144000" cy="461665"/>
          </a:xfrm>
          <a:prstGeom prst="rect">
            <a:avLst/>
          </a:prstGeom>
          <a:noFill/>
        </p:spPr>
        <p:txBody>
          <a:bodyPr wrap="square" rtlCol="0">
            <a:spAutoFit/>
          </a:bodyPr>
          <a:lstStyle/>
          <a:p>
            <a:pPr algn="ctr"/>
            <a:r>
              <a:rPr lang="es-ES" sz="2400" b="1" i="1" dirty="0">
                <a:solidFill>
                  <a:schemeClr val="bg2">
                    <a:lumMod val="50000"/>
                  </a:schemeClr>
                </a:solidFill>
                <a:latin typeface="Amasis MT Pro" panose="02040504050005020304" pitchFamily="18" charset="0"/>
              </a:rPr>
              <a:t>Regla-60</a:t>
            </a:r>
            <a:r>
              <a:rPr lang="es-ES" sz="2400" b="1" i="1" dirty="0">
                <a:latin typeface="Amasis MT Pro" panose="02040504050005020304" pitchFamily="18" charset="0"/>
              </a:rPr>
              <a:t> </a:t>
            </a:r>
            <a:r>
              <a:rPr lang="es-ES" sz="2400" dirty="0">
                <a:latin typeface="Amasis MT Pro" panose="02040504050005020304" pitchFamily="18" charset="0"/>
              </a:rPr>
              <a:t>= 0x128 + 0x64 + </a:t>
            </a:r>
            <a:r>
              <a:rPr lang="es-ES" sz="2400" dirty="0">
                <a:solidFill>
                  <a:schemeClr val="bg2">
                    <a:lumMod val="50000"/>
                  </a:schemeClr>
                </a:solidFill>
                <a:latin typeface="Amasis MT Pro" panose="02040504050005020304" pitchFamily="18" charset="0"/>
              </a:rPr>
              <a:t>1x32</a:t>
            </a:r>
            <a:r>
              <a:rPr lang="es-ES" sz="2400" dirty="0">
                <a:latin typeface="Amasis MT Pro" panose="02040504050005020304" pitchFamily="18" charset="0"/>
              </a:rPr>
              <a:t> + </a:t>
            </a:r>
            <a:r>
              <a:rPr lang="es-ES" sz="2400" dirty="0">
                <a:solidFill>
                  <a:schemeClr val="bg2">
                    <a:lumMod val="50000"/>
                  </a:schemeClr>
                </a:solidFill>
                <a:latin typeface="Amasis MT Pro" panose="02040504050005020304" pitchFamily="18" charset="0"/>
              </a:rPr>
              <a:t>1x16</a:t>
            </a:r>
            <a:r>
              <a:rPr lang="es-ES" sz="2400" dirty="0">
                <a:latin typeface="Amasis MT Pro" panose="02040504050005020304" pitchFamily="18" charset="0"/>
              </a:rPr>
              <a:t> + </a:t>
            </a:r>
            <a:r>
              <a:rPr lang="es-ES" sz="2400" dirty="0">
                <a:solidFill>
                  <a:schemeClr val="bg2">
                    <a:lumMod val="50000"/>
                  </a:schemeClr>
                </a:solidFill>
                <a:latin typeface="Amasis MT Pro" panose="02040504050005020304" pitchFamily="18" charset="0"/>
              </a:rPr>
              <a:t>1x8</a:t>
            </a:r>
            <a:r>
              <a:rPr lang="es-ES" sz="2400" dirty="0">
                <a:latin typeface="Amasis MT Pro" panose="02040504050005020304" pitchFamily="18" charset="0"/>
              </a:rPr>
              <a:t> + </a:t>
            </a:r>
            <a:r>
              <a:rPr lang="es-ES" sz="2400" dirty="0">
                <a:solidFill>
                  <a:schemeClr val="bg2">
                    <a:lumMod val="50000"/>
                  </a:schemeClr>
                </a:solidFill>
                <a:latin typeface="Amasis MT Pro" panose="02040504050005020304" pitchFamily="18" charset="0"/>
              </a:rPr>
              <a:t>1x4</a:t>
            </a:r>
            <a:r>
              <a:rPr lang="es-ES" sz="2400" dirty="0">
                <a:latin typeface="Amasis MT Pro" panose="02040504050005020304" pitchFamily="18" charset="0"/>
              </a:rPr>
              <a:t> + 0x2 + 0</a:t>
            </a:r>
          </a:p>
        </p:txBody>
      </p:sp>
      <p:sp>
        <p:nvSpPr>
          <p:cNvPr id="32" name="CuadroTexto 31">
            <a:extLst>
              <a:ext uri="{FF2B5EF4-FFF2-40B4-BE49-F238E27FC236}">
                <a16:creationId xmlns:a16="http://schemas.microsoft.com/office/drawing/2014/main" id="{E244A8ED-868B-87F8-FF14-863B86D5485F}"/>
              </a:ext>
            </a:extLst>
          </p:cNvPr>
          <p:cNvSpPr txBox="1"/>
          <p:nvPr/>
        </p:nvSpPr>
        <p:spPr>
          <a:xfrm>
            <a:off x="1161561" y="2016672"/>
            <a:ext cx="271463" cy="707886"/>
          </a:xfrm>
          <a:prstGeom prst="rect">
            <a:avLst/>
          </a:prstGeom>
          <a:noFill/>
        </p:spPr>
        <p:txBody>
          <a:bodyPr wrap="square" rtlCol="0">
            <a:spAutoFit/>
          </a:bodyPr>
          <a:lstStyle/>
          <a:p>
            <a:pPr algn="ctr"/>
            <a:r>
              <a:rPr lang="es-ES" sz="4000" dirty="0">
                <a:latin typeface="Amasis MT Pro" panose="02040504050005020304" pitchFamily="18" charset="0"/>
              </a:rPr>
              <a:t>0</a:t>
            </a:r>
            <a:endParaRPr lang="es-ES" sz="2000" dirty="0">
              <a:latin typeface="Amasis MT Pro" panose="02040504050005020304" pitchFamily="18" charset="0"/>
            </a:endParaRPr>
          </a:p>
        </p:txBody>
      </p:sp>
      <p:sp>
        <p:nvSpPr>
          <p:cNvPr id="39" name="CuadroTexto 38">
            <a:extLst>
              <a:ext uri="{FF2B5EF4-FFF2-40B4-BE49-F238E27FC236}">
                <a16:creationId xmlns:a16="http://schemas.microsoft.com/office/drawing/2014/main" id="{6286F2B5-75C4-BBEC-61EA-425A90E41D02}"/>
              </a:ext>
            </a:extLst>
          </p:cNvPr>
          <p:cNvSpPr txBox="1"/>
          <p:nvPr/>
        </p:nvSpPr>
        <p:spPr>
          <a:xfrm>
            <a:off x="2089366" y="2016672"/>
            <a:ext cx="271463" cy="707886"/>
          </a:xfrm>
          <a:prstGeom prst="rect">
            <a:avLst/>
          </a:prstGeom>
          <a:noFill/>
        </p:spPr>
        <p:txBody>
          <a:bodyPr wrap="square" rtlCol="0">
            <a:spAutoFit/>
          </a:bodyPr>
          <a:lstStyle/>
          <a:p>
            <a:pPr algn="ctr"/>
            <a:r>
              <a:rPr lang="es-ES" sz="4000" dirty="0">
                <a:latin typeface="Amasis MT Pro" panose="02040504050005020304" pitchFamily="18" charset="0"/>
              </a:rPr>
              <a:t>0</a:t>
            </a:r>
            <a:endParaRPr lang="es-ES" sz="2000" dirty="0">
              <a:latin typeface="Amasis MT Pro" panose="02040504050005020304" pitchFamily="18" charset="0"/>
            </a:endParaRPr>
          </a:p>
        </p:txBody>
      </p:sp>
      <p:sp>
        <p:nvSpPr>
          <p:cNvPr id="40" name="CuadroTexto 39">
            <a:extLst>
              <a:ext uri="{FF2B5EF4-FFF2-40B4-BE49-F238E27FC236}">
                <a16:creationId xmlns:a16="http://schemas.microsoft.com/office/drawing/2014/main" id="{FE9227EB-0C50-27C4-38AF-EFC4147B4AC7}"/>
              </a:ext>
            </a:extLst>
          </p:cNvPr>
          <p:cNvSpPr txBox="1"/>
          <p:nvPr/>
        </p:nvSpPr>
        <p:spPr>
          <a:xfrm>
            <a:off x="3017171" y="2016672"/>
            <a:ext cx="271463" cy="707886"/>
          </a:xfrm>
          <a:prstGeom prst="rect">
            <a:avLst/>
          </a:prstGeom>
          <a:noFill/>
        </p:spPr>
        <p:txBody>
          <a:bodyPr wrap="square" rtlCol="0">
            <a:spAutoFit/>
          </a:bodyPr>
          <a:lstStyle/>
          <a:p>
            <a:pPr algn="ctr"/>
            <a:r>
              <a:rPr lang="es-ES" sz="4000" dirty="0">
                <a:solidFill>
                  <a:schemeClr val="bg2">
                    <a:lumMod val="50000"/>
                  </a:schemeClr>
                </a:solidFill>
                <a:latin typeface="Amasis MT Pro" panose="02040504050005020304" pitchFamily="18" charset="0"/>
              </a:rPr>
              <a:t>1</a:t>
            </a:r>
            <a:endParaRPr lang="es-ES" sz="2000" dirty="0">
              <a:solidFill>
                <a:schemeClr val="bg2">
                  <a:lumMod val="50000"/>
                </a:schemeClr>
              </a:solidFill>
              <a:latin typeface="Amasis MT Pro" panose="02040504050005020304" pitchFamily="18" charset="0"/>
            </a:endParaRPr>
          </a:p>
        </p:txBody>
      </p:sp>
      <p:sp>
        <p:nvSpPr>
          <p:cNvPr id="41" name="CuadroTexto 40">
            <a:extLst>
              <a:ext uri="{FF2B5EF4-FFF2-40B4-BE49-F238E27FC236}">
                <a16:creationId xmlns:a16="http://schemas.microsoft.com/office/drawing/2014/main" id="{35E81CCF-A3A3-761E-9BB2-778FD6FA635D}"/>
              </a:ext>
            </a:extLst>
          </p:cNvPr>
          <p:cNvSpPr txBox="1"/>
          <p:nvPr/>
        </p:nvSpPr>
        <p:spPr>
          <a:xfrm>
            <a:off x="3952119" y="2009470"/>
            <a:ext cx="271463" cy="707886"/>
          </a:xfrm>
          <a:prstGeom prst="rect">
            <a:avLst/>
          </a:prstGeom>
          <a:noFill/>
        </p:spPr>
        <p:txBody>
          <a:bodyPr wrap="square" rtlCol="0">
            <a:spAutoFit/>
          </a:bodyPr>
          <a:lstStyle/>
          <a:p>
            <a:pPr algn="ctr"/>
            <a:r>
              <a:rPr lang="es-ES" sz="4000" dirty="0">
                <a:solidFill>
                  <a:schemeClr val="bg2">
                    <a:lumMod val="50000"/>
                  </a:schemeClr>
                </a:solidFill>
                <a:latin typeface="Amasis MT Pro" panose="02040504050005020304" pitchFamily="18" charset="0"/>
              </a:rPr>
              <a:t>1</a:t>
            </a:r>
            <a:endParaRPr lang="es-ES" sz="2000" dirty="0">
              <a:solidFill>
                <a:schemeClr val="bg2">
                  <a:lumMod val="50000"/>
                </a:schemeClr>
              </a:solidFill>
              <a:latin typeface="Amasis MT Pro" panose="02040504050005020304" pitchFamily="18" charset="0"/>
            </a:endParaRPr>
          </a:p>
        </p:txBody>
      </p:sp>
      <p:sp>
        <p:nvSpPr>
          <p:cNvPr id="42" name="CuadroTexto 41">
            <a:extLst>
              <a:ext uri="{FF2B5EF4-FFF2-40B4-BE49-F238E27FC236}">
                <a16:creationId xmlns:a16="http://schemas.microsoft.com/office/drawing/2014/main" id="{295B9751-3E75-D565-FB5C-D826999DE846}"/>
              </a:ext>
            </a:extLst>
          </p:cNvPr>
          <p:cNvSpPr txBox="1"/>
          <p:nvPr/>
        </p:nvSpPr>
        <p:spPr>
          <a:xfrm>
            <a:off x="4878996" y="2009470"/>
            <a:ext cx="271463" cy="707886"/>
          </a:xfrm>
          <a:prstGeom prst="rect">
            <a:avLst/>
          </a:prstGeom>
          <a:noFill/>
        </p:spPr>
        <p:txBody>
          <a:bodyPr wrap="square" rtlCol="0">
            <a:spAutoFit/>
          </a:bodyPr>
          <a:lstStyle/>
          <a:p>
            <a:pPr algn="ctr"/>
            <a:r>
              <a:rPr lang="es-ES" sz="4000" dirty="0">
                <a:solidFill>
                  <a:schemeClr val="bg2">
                    <a:lumMod val="50000"/>
                  </a:schemeClr>
                </a:solidFill>
                <a:latin typeface="Amasis MT Pro" panose="02040504050005020304" pitchFamily="18" charset="0"/>
              </a:rPr>
              <a:t>1</a:t>
            </a:r>
            <a:endParaRPr lang="es-ES" sz="1350" dirty="0">
              <a:solidFill>
                <a:schemeClr val="bg2">
                  <a:lumMod val="50000"/>
                </a:schemeClr>
              </a:solidFill>
              <a:latin typeface="Amasis MT Pro" panose="02040504050005020304" pitchFamily="18" charset="0"/>
            </a:endParaRPr>
          </a:p>
        </p:txBody>
      </p:sp>
      <p:sp>
        <p:nvSpPr>
          <p:cNvPr id="43" name="CuadroTexto 42">
            <a:extLst>
              <a:ext uri="{FF2B5EF4-FFF2-40B4-BE49-F238E27FC236}">
                <a16:creationId xmlns:a16="http://schemas.microsoft.com/office/drawing/2014/main" id="{591E1EB9-389D-10D4-D39D-5396B9ED7D0D}"/>
              </a:ext>
            </a:extLst>
          </p:cNvPr>
          <p:cNvSpPr txBox="1"/>
          <p:nvPr/>
        </p:nvSpPr>
        <p:spPr>
          <a:xfrm>
            <a:off x="5812534" y="2016672"/>
            <a:ext cx="271463" cy="707886"/>
          </a:xfrm>
          <a:prstGeom prst="rect">
            <a:avLst/>
          </a:prstGeom>
          <a:noFill/>
        </p:spPr>
        <p:txBody>
          <a:bodyPr wrap="square" rtlCol="0">
            <a:spAutoFit/>
          </a:bodyPr>
          <a:lstStyle/>
          <a:p>
            <a:pPr algn="ctr"/>
            <a:r>
              <a:rPr lang="es-ES" sz="4000" dirty="0">
                <a:solidFill>
                  <a:schemeClr val="bg2">
                    <a:lumMod val="50000"/>
                  </a:schemeClr>
                </a:solidFill>
                <a:latin typeface="Amasis MT Pro" panose="02040504050005020304" pitchFamily="18" charset="0"/>
              </a:rPr>
              <a:t>1</a:t>
            </a:r>
            <a:endParaRPr lang="es-ES" sz="1350" dirty="0">
              <a:solidFill>
                <a:schemeClr val="bg2">
                  <a:lumMod val="50000"/>
                </a:schemeClr>
              </a:solidFill>
              <a:latin typeface="Amasis MT Pro" panose="02040504050005020304" pitchFamily="18" charset="0"/>
            </a:endParaRPr>
          </a:p>
        </p:txBody>
      </p:sp>
      <p:sp>
        <p:nvSpPr>
          <p:cNvPr id="44" name="CuadroTexto 43">
            <a:extLst>
              <a:ext uri="{FF2B5EF4-FFF2-40B4-BE49-F238E27FC236}">
                <a16:creationId xmlns:a16="http://schemas.microsoft.com/office/drawing/2014/main" id="{BCE7541B-3ACC-4438-733D-2ADBB08A51AB}"/>
              </a:ext>
            </a:extLst>
          </p:cNvPr>
          <p:cNvSpPr txBox="1"/>
          <p:nvPr/>
        </p:nvSpPr>
        <p:spPr>
          <a:xfrm>
            <a:off x="6746072" y="2020258"/>
            <a:ext cx="271463" cy="707886"/>
          </a:xfrm>
          <a:prstGeom prst="rect">
            <a:avLst/>
          </a:prstGeom>
          <a:noFill/>
        </p:spPr>
        <p:txBody>
          <a:bodyPr wrap="square" rtlCol="0">
            <a:spAutoFit/>
          </a:bodyPr>
          <a:lstStyle/>
          <a:p>
            <a:pPr algn="ctr"/>
            <a:r>
              <a:rPr lang="es-ES" sz="4000" dirty="0">
                <a:latin typeface="Amasis MT Pro" panose="02040504050005020304" pitchFamily="18" charset="0"/>
              </a:rPr>
              <a:t>0</a:t>
            </a:r>
            <a:endParaRPr lang="es-ES" sz="2000" dirty="0">
              <a:latin typeface="Amasis MT Pro" panose="02040504050005020304" pitchFamily="18" charset="0"/>
            </a:endParaRPr>
          </a:p>
        </p:txBody>
      </p:sp>
      <p:sp>
        <p:nvSpPr>
          <p:cNvPr id="45" name="CuadroTexto 44">
            <a:extLst>
              <a:ext uri="{FF2B5EF4-FFF2-40B4-BE49-F238E27FC236}">
                <a16:creationId xmlns:a16="http://schemas.microsoft.com/office/drawing/2014/main" id="{AA0FD63A-16C6-B689-3E6B-2B7EF3741F0B}"/>
              </a:ext>
            </a:extLst>
          </p:cNvPr>
          <p:cNvSpPr txBox="1"/>
          <p:nvPr/>
        </p:nvSpPr>
        <p:spPr>
          <a:xfrm>
            <a:off x="7679610" y="2009470"/>
            <a:ext cx="271463" cy="707886"/>
          </a:xfrm>
          <a:prstGeom prst="rect">
            <a:avLst/>
          </a:prstGeom>
          <a:noFill/>
        </p:spPr>
        <p:txBody>
          <a:bodyPr wrap="square" rtlCol="0">
            <a:spAutoFit/>
          </a:bodyPr>
          <a:lstStyle/>
          <a:p>
            <a:pPr algn="ctr"/>
            <a:r>
              <a:rPr lang="es-ES" sz="4000" dirty="0">
                <a:latin typeface="Amasis MT Pro" panose="02040504050005020304" pitchFamily="18" charset="0"/>
              </a:rPr>
              <a:t>0</a:t>
            </a:r>
            <a:endParaRPr lang="es-ES" sz="2000" dirty="0">
              <a:latin typeface="Amasis MT Pro" panose="02040504050005020304" pitchFamily="18" charset="0"/>
            </a:endParaRPr>
          </a:p>
        </p:txBody>
      </p:sp>
      <p:pic>
        <p:nvPicPr>
          <p:cNvPr id="46" name="Imagen 45" descr="Forma, Cuadrado&#10;&#10;El contenido generado por IA puede ser incorrecto.">
            <a:extLst>
              <a:ext uri="{FF2B5EF4-FFF2-40B4-BE49-F238E27FC236}">
                <a16:creationId xmlns:a16="http://schemas.microsoft.com/office/drawing/2014/main" id="{EE4CEA7F-6909-FA2B-0B7D-0E9EB101D4CA}"/>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7434635" y="3033267"/>
            <a:ext cx="761411" cy="268733"/>
          </a:xfrm>
          <a:prstGeom prst="rect">
            <a:avLst/>
          </a:prstGeom>
        </p:spPr>
      </p:pic>
    </p:spTree>
    <p:extLst>
      <p:ext uri="{BB962C8B-B14F-4D97-AF65-F5344CB8AC3E}">
        <p14:creationId xmlns:p14="http://schemas.microsoft.com/office/powerpoint/2010/main" val="29549255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2FBCE91B-4AD7-BA40-899E-19EDEA70D826}"/>
            </a:ext>
          </a:extLst>
        </p:cNvPr>
        <p:cNvGrpSpPr/>
        <p:nvPr/>
      </p:nvGrpSpPr>
      <p:grpSpPr>
        <a:xfrm>
          <a:off x="0" y="0"/>
          <a:ext cx="0" cy="0"/>
          <a:chOff x="0" y="0"/>
          <a:chExt cx="0" cy="0"/>
        </a:xfrm>
      </p:grpSpPr>
      <p:sp>
        <p:nvSpPr>
          <p:cNvPr id="3" name="CuadroTexto 2">
            <a:extLst>
              <a:ext uri="{FF2B5EF4-FFF2-40B4-BE49-F238E27FC236}">
                <a16:creationId xmlns:a16="http://schemas.microsoft.com/office/drawing/2014/main" id="{6D9F9716-CA67-4FC6-4574-10FBAEA66319}"/>
              </a:ext>
            </a:extLst>
          </p:cNvPr>
          <p:cNvSpPr txBox="1"/>
          <p:nvPr/>
        </p:nvSpPr>
        <p:spPr>
          <a:xfrm>
            <a:off x="-5693" y="1099241"/>
            <a:ext cx="9144000" cy="461665"/>
          </a:xfrm>
          <a:prstGeom prst="rect">
            <a:avLst/>
          </a:prstGeom>
          <a:noFill/>
        </p:spPr>
        <p:txBody>
          <a:bodyPr wrap="square" rtlCol="0">
            <a:spAutoFit/>
          </a:bodyPr>
          <a:lstStyle/>
          <a:p>
            <a:pPr algn="ctr"/>
            <a:r>
              <a:rPr lang="es-ES" sz="2400" b="1" i="1" dirty="0">
                <a:solidFill>
                  <a:schemeClr val="bg2">
                    <a:lumMod val="50000"/>
                  </a:schemeClr>
                </a:solidFill>
                <a:latin typeface="Amasis MT Pro" panose="02040504050005020304" pitchFamily="18" charset="0"/>
              </a:rPr>
              <a:t>Regla-90</a:t>
            </a:r>
            <a:r>
              <a:rPr lang="es-ES" sz="2400" b="1" i="1" dirty="0">
                <a:latin typeface="Amasis MT Pro" panose="02040504050005020304" pitchFamily="18" charset="0"/>
              </a:rPr>
              <a:t> </a:t>
            </a:r>
            <a:r>
              <a:rPr lang="es-ES" sz="2400" dirty="0">
                <a:latin typeface="Amasis MT Pro" panose="02040504050005020304" pitchFamily="18" charset="0"/>
              </a:rPr>
              <a:t>= 0x128 + </a:t>
            </a:r>
            <a:r>
              <a:rPr lang="es-ES" sz="2400" dirty="0">
                <a:solidFill>
                  <a:schemeClr val="bg2">
                    <a:lumMod val="50000"/>
                  </a:schemeClr>
                </a:solidFill>
                <a:latin typeface="Amasis MT Pro" panose="02040504050005020304" pitchFamily="18" charset="0"/>
              </a:rPr>
              <a:t>1x64</a:t>
            </a:r>
            <a:r>
              <a:rPr lang="es-ES" sz="2400" dirty="0">
                <a:latin typeface="Amasis MT Pro" panose="02040504050005020304" pitchFamily="18" charset="0"/>
              </a:rPr>
              <a:t> + 0x32 + </a:t>
            </a:r>
            <a:r>
              <a:rPr lang="es-ES" sz="2400" dirty="0">
                <a:solidFill>
                  <a:schemeClr val="bg2">
                    <a:lumMod val="50000"/>
                  </a:schemeClr>
                </a:solidFill>
                <a:latin typeface="Amasis MT Pro" panose="02040504050005020304" pitchFamily="18" charset="0"/>
              </a:rPr>
              <a:t>1x16 </a:t>
            </a:r>
            <a:r>
              <a:rPr lang="es-ES" sz="2400" dirty="0">
                <a:latin typeface="Amasis MT Pro" panose="02040504050005020304" pitchFamily="18" charset="0"/>
              </a:rPr>
              <a:t>+ </a:t>
            </a:r>
            <a:r>
              <a:rPr lang="es-ES" sz="2400" dirty="0">
                <a:solidFill>
                  <a:schemeClr val="bg2">
                    <a:lumMod val="50000"/>
                  </a:schemeClr>
                </a:solidFill>
                <a:latin typeface="Amasis MT Pro" panose="02040504050005020304" pitchFamily="18" charset="0"/>
              </a:rPr>
              <a:t>1x8</a:t>
            </a:r>
            <a:r>
              <a:rPr lang="es-ES" sz="2400" dirty="0">
                <a:latin typeface="Amasis MT Pro" panose="02040504050005020304" pitchFamily="18" charset="0"/>
              </a:rPr>
              <a:t> + 0x4 + </a:t>
            </a:r>
            <a:r>
              <a:rPr lang="es-ES" sz="2400" dirty="0">
                <a:solidFill>
                  <a:schemeClr val="bg2">
                    <a:lumMod val="50000"/>
                  </a:schemeClr>
                </a:solidFill>
                <a:latin typeface="Amasis MT Pro" panose="02040504050005020304" pitchFamily="18" charset="0"/>
              </a:rPr>
              <a:t>1x2</a:t>
            </a:r>
            <a:r>
              <a:rPr lang="es-ES" sz="2400" dirty="0">
                <a:latin typeface="Amasis MT Pro" panose="02040504050005020304" pitchFamily="18" charset="0"/>
              </a:rPr>
              <a:t> + 0</a:t>
            </a:r>
          </a:p>
        </p:txBody>
      </p:sp>
      <p:pic>
        <p:nvPicPr>
          <p:cNvPr id="18" name="Imagen 17" descr="Forma, Cuadrado&#10;&#10;El contenido generado por IA puede ser incorrecto.">
            <a:extLst>
              <a:ext uri="{FF2B5EF4-FFF2-40B4-BE49-F238E27FC236}">
                <a16:creationId xmlns:a16="http://schemas.microsoft.com/office/drawing/2014/main" id="{9A0B7842-7F49-11E1-0C00-D89ACA96ACD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502865" y="3044702"/>
            <a:ext cx="761411" cy="268733"/>
          </a:xfrm>
          <a:prstGeom prst="rect">
            <a:avLst/>
          </a:prstGeom>
        </p:spPr>
      </p:pic>
      <p:pic>
        <p:nvPicPr>
          <p:cNvPr id="20" name="Imagen 19" descr="Icono&#10;&#10;El contenido generado por IA puede ser incorrecto.">
            <a:extLst>
              <a:ext uri="{FF2B5EF4-FFF2-40B4-BE49-F238E27FC236}">
                <a16:creationId xmlns:a16="http://schemas.microsoft.com/office/drawing/2014/main" id="{55C358E0-1AC0-7456-6074-179D4685E67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572625" y="3045334"/>
            <a:ext cx="761411" cy="268733"/>
          </a:xfrm>
          <a:prstGeom prst="rect">
            <a:avLst/>
          </a:prstGeom>
        </p:spPr>
      </p:pic>
      <p:pic>
        <p:nvPicPr>
          <p:cNvPr id="22" name="Imagen 21" descr="Icono&#10;&#10;El contenido generado por IA puede ser incorrecto.">
            <a:extLst>
              <a:ext uri="{FF2B5EF4-FFF2-40B4-BE49-F238E27FC236}">
                <a16:creationId xmlns:a16="http://schemas.microsoft.com/office/drawing/2014/main" id="{B05F752F-839B-1416-61CA-F44C40DA3C6D}"/>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639087" y="3052955"/>
            <a:ext cx="761411" cy="268733"/>
          </a:xfrm>
          <a:prstGeom prst="rect">
            <a:avLst/>
          </a:prstGeom>
        </p:spPr>
      </p:pic>
      <p:pic>
        <p:nvPicPr>
          <p:cNvPr id="24" name="Imagen 23" descr="Forma, Cuadrado&#10;&#10;El contenido generado por IA puede ser incorrecto.">
            <a:extLst>
              <a:ext uri="{FF2B5EF4-FFF2-40B4-BE49-F238E27FC236}">
                <a16:creationId xmlns:a16="http://schemas.microsoft.com/office/drawing/2014/main" id="{DF28CDFB-230E-13CC-2030-DE90E9F4771B}"/>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3708847" y="3052955"/>
            <a:ext cx="761411" cy="268733"/>
          </a:xfrm>
          <a:prstGeom prst="rect">
            <a:avLst/>
          </a:prstGeom>
        </p:spPr>
      </p:pic>
      <p:pic>
        <p:nvPicPr>
          <p:cNvPr id="26" name="Imagen 25" descr="Forma, Cuadrado&#10;&#10;El contenido generado por IA puede ser incorrecto.">
            <a:extLst>
              <a:ext uri="{FF2B5EF4-FFF2-40B4-BE49-F238E27FC236}">
                <a16:creationId xmlns:a16="http://schemas.microsoft.com/office/drawing/2014/main" id="{502AA597-4BA8-8A94-17B9-B8B8EA1AF1F6}"/>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2776389" y="3045335"/>
            <a:ext cx="761411" cy="268733"/>
          </a:xfrm>
          <a:prstGeom prst="rect">
            <a:avLst/>
          </a:prstGeom>
        </p:spPr>
      </p:pic>
      <p:pic>
        <p:nvPicPr>
          <p:cNvPr id="28" name="Imagen 27" descr="Icono&#10;&#10;El contenido generado por IA puede ser incorrecto.">
            <a:extLst>
              <a:ext uri="{FF2B5EF4-FFF2-40B4-BE49-F238E27FC236}">
                <a16:creationId xmlns:a16="http://schemas.microsoft.com/office/drawing/2014/main" id="{13ADB739-FA80-6B7B-F674-4EAC644C6129}"/>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1854110" y="3049385"/>
            <a:ext cx="761411" cy="268733"/>
          </a:xfrm>
          <a:prstGeom prst="rect">
            <a:avLst/>
          </a:prstGeom>
        </p:spPr>
      </p:pic>
      <p:pic>
        <p:nvPicPr>
          <p:cNvPr id="30" name="Imagen 29" descr="Icono&#10;&#10;El contenido generado por IA puede ser incorrecto.">
            <a:extLst>
              <a:ext uri="{FF2B5EF4-FFF2-40B4-BE49-F238E27FC236}">
                <a16:creationId xmlns:a16="http://schemas.microsoft.com/office/drawing/2014/main" id="{E32EEECC-9C84-F5BD-851B-71F91ED3D3DF}"/>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921652" y="3049385"/>
            <a:ext cx="761411" cy="268733"/>
          </a:xfrm>
          <a:prstGeom prst="rect">
            <a:avLst/>
          </a:prstGeom>
        </p:spPr>
      </p:pic>
      <p:sp>
        <p:nvSpPr>
          <p:cNvPr id="6" name="CuadroTexto 5">
            <a:extLst>
              <a:ext uri="{FF2B5EF4-FFF2-40B4-BE49-F238E27FC236}">
                <a16:creationId xmlns:a16="http://schemas.microsoft.com/office/drawing/2014/main" id="{954D996F-A356-B7F9-A29D-73C26D018087}"/>
              </a:ext>
            </a:extLst>
          </p:cNvPr>
          <p:cNvSpPr txBox="1"/>
          <p:nvPr/>
        </p:nvSpPr>
        <p:spPr>
          <a:xfrm>
            <a:off x="-5693" y="0"/>
            <a:ext cx="8782430" cy="646331"/>
          </a:xfrm>
          <a:prstGeom prst="rect">
            <a:avLst/>
          </a:prstGeom>
          <a:noFill/>
        </p:spPr>
        <p:txBody>
          <a:bodyPr wrap="square" rtlCol="0">
            <a:spAutoFit/>
          </a:bodyPr>
          <a:lstStyle/>
          <a:p>
            <a:pPr lvl="2" algn="r"/>
            <a:r>
              <a:rPr lang="es-ES" sz="3600" dirty="0">
                <a:latin typeface="Amasis MT Pro Light" panose="02040304050005020304" pitchFamily="18" charset="0"/>
                <a:cs typeface="Adobe Devanagari" panose="02040503050201020203" pitchFamily="18" charset="0"/>
              </a:rPr>
              <a:t>Subclase U = Fractal</a:t>
            </a:r>
          </a:p>
        </p:txBody>
      </p:sp>
      <p:sp>
        <p:nvSpPr>
          <p:cNvPr id="2" name="CuadroTexto 1">
            <a:extLst>
              <a:ext uri="{FF2B5EF4-FFF2-40B4-BE49-F238E27FC236}">
                <a16:creationId xmlns:a16="http://schemas.microsoft.com/office/drawing/2014/main" id="{9A316B1C-9665-5BCE-B07D-FFBFC1F53F6A}"/>
              </a:ext>
            </a:extLst>
          </p:cNvPr>
          <p:cNvSpPr txBox="1"/>
          <p:nvPr/>
        </p:nvSpPr>
        <p:spPr>
          <a:xfrm>
            <a:off x="-5692" y="3556000"/>
            <a:ext cx="9149692" cy="646331"/>
          </a:xfrm>
          <a:prstGeom prst="rect">
            <a:avLst/>
          </a:prstGeom>
          <a:noFill/>
        </p:spPr>
        <p:txBody>
          <a:bodyPr wrap="square" rtlCol="0">
            <a:spAutoFit/>
          </a:bodyPr>
          <a:lstStyle/>
          <a:p>
            <a:pPr algn="ctr"/>
            <a:r>
              <a:rPr lang="es-ES" dirty="0">
                <a:latin typeface="Amasis MT Pro" panose="02040504050005020304" pitchFamily="18" charset="0"/>
              </a:rPr>
              <a:t>Para cada uno de los bits, si cambio la/las células que se indica (las negras), ¿el resultado </a:t>
            </a:r>
            <a:r>
              <a:rPr lang="es-ES" dirty="0">
                <a:solidFill>
                  <a:schemeClr val="bg2">
                    <a:lumMod val="50000"/>
                  </a:schemeClr>
                </a:solidFill>
                <a:latin typeface="Amasis MT Pro" panose="02040504050005020304" pitchFamily="18" charset="0"/>
              </a:rPr>
              <a:t>cambia (1) o no cambia (0)</a:t>
            </a:r>
            <a:r>
              <a:rPr lang="es-ES" dirty="0">
                <a:latin typeface="Amasis MT Pro" panose="02040504050005020304" pitchFamily="18" charset="0"/>
              </a:rPr>
              <a:t>? </a:t>
            </a:r>
          </a:p>
        </p:txBody>
      </p:sp>
      <p:sp>
        <p:nvSpPr>
          <p:cNvPr id="4" name="CuadroTexto 3">
            <a:extLst>
              <a:ext uri="{FF2B5EF4-FFF2-40B4-BE49-F238E27FC236}">
                <a16:creationId xmlns:a16="http://schemas.microsoft.com/office/drawing/2014/main" id="{C5366316-999D-3346-F92A-AE5D9F4C7B29}"/>
              </a:ext>
            </a:extLst>
          </p:cNvPr>
          <p:cNvSpPr txBox="1"/>
          <p:nvPr/>
        </p:nvSpPr>
        <p:spPr>
          <a:xfrm>
            <a:off x="1166627" y="4443845"/>
            <a:ext cx="271463" cy="707886"/>
          </a:xfrm>
          <a:prstGeom prst="rect">
            <a:avLst/>
          </a:prstGeom>
          <a:noFill/>
        </p:spPr>
        <p:txBody>
          <a:bodyPr wrap="square" rtlCol="0">
            <a:spAutoFit/>
          </a:bodyPr>
          <a:lstStyle/>
          <a:p>
            <a:pPr algn="ctr"/>
            <a:r>
              <a:rPr lang="es-ES" sz="4000" dirty="0">
                <a:latin typeface="Amasis MT Pro" panose="02040504050005020304" pitchFamily="18" charset="0"/>
              </a:rPr>
              <a:t>0</a:t>
            </a:r>
            <a:endParaRPr lang="es-ES" sz="2000" dirty="0">
              <a:latin typeface="Amasis MT Pro" panose="02040504050005020304" pitchFamily="18" charset="0"/>
            </a:endParaRPr>
          </a:p>
        </p:txBody>
      </p:sp>
      <p:sp>
        <p:nvSpPr>
          <p:cNvPr id="7" name="CuadroTexto 6">
            <a:extLst>
              <a:ext uri="{FF2B5EF4-FFF2-40B4-BE49-F238E27FC236}">
                <a16:creationId xmlns:a16="http://schemas.microsoft.com/office/drawing/2014/main" id="{74FC9FC4-F6D3-E21B-B551-12EA2F2A639C}"/>
              </a:ext>
            </a:extLst>
          </p:cNvPr>
          <p:cNvSpPr txBox="1"/>
          <p:nvPr/>
        </p:nvSpPr>
        <p:spPr>
          <a:xfrm>
            <a:off x="2094432" y="4443845"/>
            <a:ext cx="271463" cy="707886"/>
          </a:xfrm>
          <a:prstGeom prst="rect">
            <a:avLst/>
          </a:prstGeom>
          <a:noFill/>
        </p:spPr>
        <p:txBody>
          <a:bodyPr wrap="square" rtlCol="0">
            <a:spAutoFit/>
          </a:bodyPr>
          <a:lstStyle/>
          <a:p>
            <a:pPr algn="ctr"/>
            <a:r>
              <a:rPr lang="es-ES" sz="4000" dirty="0">
                <a:solidFill>
                  <a:schemeClr val="bg2">
                    <a:lumMod val="50000"/>
                  </a:schemeClr>
                </a:solidFill>
                <a:latin typeface="Amasis MT Pro" panose="02040504050005020304" pitchFamily="18" charset="0"/>
              </a:rPr>
              <a:t>1</a:t>
            </a:r>
            <a:endParaRPr lang="es-ES" sz="2000" dirty="0">
              <a:solidFill>
                <a:schemeClr val="bg2">
                  <a:lumMod val="50000"/>
                </a:schemeClr>
              </a:solidFill>
              <a:latin typeface="Amasis MT Pro" panose="02040504050005020304" pitchFamily="18" charset="0"/>
            </a:endParaRPr>
          </a:p>
        </p:txBody>
      </p:sp>
      <p:sp>
        <p:nvSpPr>
          <p:cNvPr id="15" name="CuadroTexto 14">
            <a:extLst>
              <a:ext uri="{FF2B5EF4-FFF2-40B4-BE49-F238E27FC236}">
                <a16:creationId xmlns:a16="http://schemas.microsoft.com/office/drawing/2014/main" id="{A9C130E1-EC64-8F80-B2C6-8B41EB07F546}"/>
              </a:ext>
            </a:extLst>
          </p:cNvPr>
          <p:cNvSpPr txBox="1"/>
          <p:nvPr/>
        </p:nvSpPr>
        <p:spPr>
          <a:xfrm>
            <a:off x="3022237" y="4443845"/>
            <a:ext cx="271463" cy="707886"/>
          </a:xfrm>
          <a:prstGeom prst="rect">
            <a:avLst/>
          </a:prstGeom>
          <a:noFill/>
        </p:spPr>
        <p:txBody>
          <a:bodyPr wrap="square" rtlCol="0">
            <a:spAutoFit/>
          </a:bodyPr>
          <a:lstStyle/>
          <a:p>
            <a:pPr algn="ctr"/>
            <a:r>
              <a:rPr lang="es-ES" sz="4000" dirty="0">
                <a:latin typeface="Amasis MT Pro" panose="02040504050005020304" pitchFamily="18" charset="0"/>
              </a:rPr>
              <a:t>0</a:t>
            </a:r>
            <a:endParaRPr lang="es-ES" sz="2000" dirty="0">
              <a:latin typeface="Amasis MT Pro" panose="02040504050005020304" pitchFamily="18" charset="0"/>
            </a:endParaRPr>
          </a:p>
        </p:txBody>
      </p:sp>
      <p:sp>
        <p:nvSpPr>
          <p:cNvPr id="17" name="CuadroTexto 16">
            <a:extLst>
              <a:ext uri="{FF2B5EF4-FFF2-40B4-BE49-F238E27FC236}">
                <a16:creationId xmlns:a16="http://schemas.microsoft.com/office/drawing/2014/main" id="{6AE72169-DE24-FBE1-04EF-FB6005DD4ACF}"/>
              </a:ext>
            </a:extLst>
          </p:cNvPr>
          <p:cNvSpPr txBox="1"/>
          <p:nvPr/>
        </p:nvSpPr>
        <p:spPr>
          <a:xfrm>
            <a:off x="3957185" y="4436643"/>
            <a:ext cx="271463" cy="707886"/>
          </a:xfrm>
          <a:prstGeom prst="rect">
            <a:avLst/>
          </a:prstGeom>
          <a:noFill/>
        </p:spPr>
        <p:txBody>
          <a:bodyPr wrap="square" rtlCol="0">
            <a:spAutoFit/>
          </a:bodyPr>
          <a:lstStyle/>
          <a:p>
            <a:pPr algn="ctr"/>
            <a:r>
              <a:rPr lang="es-ES" sz="4000" dirty="0">
                <a:solidFill>
                  <a:schemeClr val="bg2">
                    <a:lumMod val="50000"/>
                  </a:schemeClr>
                </a:solidFill>
                <a:latin typeface="Amasis MT Pro" panose="02040504050005020304" pitchFamily="18" charset="0"/>
              </a:rPr>
              <a:t>1</a:t>
            </a:r>
            <a:endParaRPr lang="es-ES" sz="2000" dirty="0">
              <a:solidFill>
                <a:schemeClr val="bg2">
                  <a:lumMod val="50000"/>
                </a:schemeClr>
              </a:solidFill>
              <a:latin typeface="Amasis MT Pro" panose="02040504050005020304" pitchFamily="18" charset="0"/>
            </a:endParaRPr>
          </a:p>
        </p:txBody>
      </p:sp>
      <p:sp>
        <p:nvSpPr>
          <p:cNvPr id="19" name="CuadroTexto 18">
            <a:extLst>
              <a:ext uri="{FF2B5EF4-FFF2-40B4-BE49-F238E27FC236}">
                <a16:creationId xmlns:a16="http://schemas.microsoft.com/office/drawing/2014/main" id="{553E4A71-2CA5-F30B-A8F6-B5A681C8035E}"/>
              </a:ext>
            </a:extLst>
          </p:cNvPr>
          <p:cNvSpPr txBox="1"/>
          <p:nvPr/>
        </p:nvSpPr>
        <p:spPr>
          <a:xfrm>
            <a:off x="4884062" y="4436643"/>
            <a:ext cx="271463" cy="707886"/>
          </a:xfrm>
          <a:prstGeom prst="rect">
            <a:avLst/>
          </a:prstGeom>
          <a:noFill/>
        </p:spPr>
        <p:txBody>
          <a:bodyPr wrap="square" rtlCol="0">
            <a:spAutoFit/>
          </a:bodyPr>
          <a:lstStyle/>
          <a:p>
            <a:pPr algn="ctr"/>
            <a:r>
              <a:rPr lang="es-ES" sz="4000" dirty="0">
                <a:solidFill>
                  <a:schemeClr val="bg2">
                    <a:lumMod val="50000"/>
                  </a:schemeClr>
                </a:solidFill>
                <a:latin typeface="Amasis MT Pro" panose="02040504050005020304" pitchFamily="18" charset="0"/>
              </a:rPr>
              <a:t>1</a:t>
            </a:r>
            <a:endParaRPr lang="es-ES" sz="1350" dirty="0">
              <a:solidFill>
                <a:schemeClr val="bg2">
                  <a:lumMod val="50000"/>
                </a:schemeClr>
              </a:solidFill>
              <a:latin typeface="Amasis MT Pro" panose="02040504050005020304" pitchFamily="18" charset="0"/>
            </a:endParaRPr>
          </a:p>
        </p:txBody>
      </p:sp>
      <p:sp>
        <p:nvSpPr>
          <p:cNvPr id="21" name="CuadroTexto 20">
            <a:extLst>
              <a:ext uri="{FF2B5EF4-FFF2-40B4-BE49-F238E27FC236}">
                <a16:creationId xmlns:a16="http://schemas.microsoft.com/office/drawing/2014/main" id="{BBFC2739-1657-006E-0AA2-CB4D703C2B89}"/>
              </a:ext>
            </a:extLst>
          </p:cNvPr>
          <p:cNvSpPr txBox="1"/>
          <p:nvPr/>
        </p:nvSpPr>
        <p:spPr>
          <a:xfrm>
            <a:off x="5817600" y="4443845"/>
            <a:ext cx="271463" cy="707886"/>
          </a:xfrm>
          <a:prstGeom prst="rect">
            <a:avLst/>
          </a:prstGeom>
          <a:noFill/>
        </p:spPr>
        <p:txBody>
          <a:bodyPr wrap="square" rtlCol="0">
            <a:spAutoFit/>
          </a:bodyPr>
          <a:lstStyle/>
          <a:p>
            <a:pPr algn="ctr"/>
            <a:r>
              <a:rPr lang="es-ES" sz="4000" dirty="0">
                <a:latin typeface="Amasis MT Pro" panose="02040504050005020304" pitchFamily="18" charset="0"/>
              </a:rPr>
              <a:t>0</a:t>
            </a:r>
            <a:endParaRPr lang="es-ES" sz="1350" dirty="0">
              <a:latin typeface="Amasis MT Pro" panose="02040504050005020304" pitchFamily="18" charset="0"/>
            </a:endParaRPr>
          </a:p>
        </p:txBody>
      </p:sp>
      <p:sp>
        <p:nvSpPr>
          <p:cNvPr id="23" name="CuadroTexto 22">
            <a:extLst>
              <a:ext uri="{FF2B5EF4-FFF2-40B4-BE49-F238E27FC236}">
                <a16:creationId xmlns:a16="http://schemas.microsoft.com/office/drawing/2014/main" id="{BE213873-B773-660E-6945-0F447870548A}"/>
              </a:ext>
            </a:extLst>
          </p:cNvPr>
          <p:cNvSpPr txBox="1"/>
          <p:nvPr/>
        </p:nvSpPr>
        <p:spPr>
          <a:xfrm>
            <a:off x="6751138" y="4447431"/>
            <a:ext cx="271463" cy="707886"/>
          </a:xfrm>
          <a:prstGeom prst="rect">
            <a:avLst/>
          </a:prstGeom>
          <a:noFill/>
        </p:spPr>
        <p:txBody>
          <a:bodyPr wrap="square" rtlCol="0">
            <a:spAutoFit/>
          </a:bodyPr>
          <a:lstStyle/>
          <a:p>
            <a:pPr algn="ctr"/>
            <a:r>
              <a:rPr lang="es-ES" sz="4000" dirty="0">
                <a:solidFill>
                  <a:schemeClr val="bg2">
                    <a:lumMod val="50000"/>
                  </a:schemeClr>
                </a:solidFill>
                <a:latin typeface="Amasis MT Pro" panose="02040504050005020304" pitchFamily="18" charset="0"/>
              </a:rPr>
              <a:t>1</a:t>
            </a:r>
            <a:endParaRPr lang="es-ES" sz="2000" dirty="0">
              <a:solidFill>
                <a:schemeClr val="bg2">
                  <a:lumMod val="50000"/>
                </a:schemeClr>
              </a:solidFill>
              <a:latin typeface="Amasis MT Pro" panose="02040504050005020304" pitchFamily="18" charset="0"/>
            </a:endParaRPr>
          </a:p>
        </p:txBody>
      </p:sp>
      <p:sp>
        <p:nvSpPr>
          <p:cNvPr id="25" name="CuadroTexto 24">
            <a:extLst>
              <a:ext uri="{FF2B5EF4-FFF2-40B4-BE49-F238E27FC236}">
                <a16:creationId xmlns:a16="http://schemas.microsoft.com/office/drawing/2014/main" id="{6F1D3F19-96A9-5126-CD3F-2C629A0684A6}"/>
              </a:ext>
            </a:extLst>
          </p:cNvPr>
          <p:cNvSpPr txBox="1"/>
          <p:nvPr/>
        </p:nvSpPr>
        <p:spPr>
          <a:xfrm>
            <a:off x="7684676" y="4436643"/>
            <a:ext cx="271463" cy="707886"/>
          </a:xfrm>
          <a:prstGeom prst="rect">
            <a:avLst/>
          </a:prstGeom>
          <a:noFill/>
        </p:spPr>
        <p:txBody>
          <a:bodyPr wrap="square" rtlCol="0">
            <a:spAutoFit/>
          </a:bodyPr>
          <a:lstStyle/>
          <a:p>
            <a:pPr algn="ctr"/>
            <a:r>
              <a:rPr lang="es-ES" sz="4000" dirty="0">
                <a:latin typeface="Amasis MT Pro" panose="02040504050005020304" pitchFamily="18" charset="0"/>
              </a:rPr>
              <a:t>0</a:t>
            </a:r>
            <a:endParaRPr lang="es-ES" sz="2000" dirty="0">
              <a:latin typeface="Amasis MT Pro" panose="02040504050005020304" pitchFamily="18" charset="0"/>
            </a:endParaRPr>
          </a:p>
        </p:txBody>
      </p:sp>
      <p:pic>
        <p:nvPicPr>
          <p:cNvPr id="27" name="Imagen 26" descr="Forma, Cuadrado&#10;&#10;El contenido generado por IA puede ser incorrecto.">
            <a:extLst>
              <a:ext uri="{FF2B5EF4-FFF2-40B4-BE49-F238E27FC236}">
                <a16:creationId xmlns:a16="http://schemas.microsoft.com/office/drawing/2014/main" id="{AB62AF03-A605-8D06-C070-C283F27CE167}"/>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7439701" y="5460440"/>
            <a:ext cx="761411" cy="268733"/>
          </a:xfrm>
          <a:prstGeom prst="rect">
            <a:avLst/>
          </a:prstGeom>
        </p:spPr>
      </p:pic>
      <p:pic>
        <p:nvPicPr>
          <p:cNvPr id="29" name="Imagen 28" descr="Forma, Cuadrado&#10;&#10;El contenido generado por IA puede ser incorrecto.">
            <a:extLst>
              <a:ext uri="{FF2B5EF4-FFF2-40B4-BE49-F238E27FC236}">
                <a16:creationId xmlns:a16="http://schemas.microsoft.com/office/drawing/2014/main" id="{C9FDF5BB-C8C0-9A98-BD02-ABACA4F8C04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502865" y="5470161"/>
            <a:ext cx="761411" cy="268733"/>
          </a:xfrm>
          <a:prstGeom prst="rect">
            <a:avLst/>
          </a:prstGeom>
        </p:spPr>
      </p:pic>
      <p:pic>
        <p:nvPicPr>
          <p:cNvPr id="31" name="Imagen 30" descr="Icono&#10;&#10;El contenido generado por IA puede ser incorrecto.">
            <a:extLst>
              <a:ext uri="{FF2B5EF4-FFF2-40B4-BE49-F238E27FC236}">
                <a16:creationId xmlns:a16="http://schemas.microsoft.com/office/drawing/2014/main" id="{BF3BEB56-ECC7-BA5B-D3BC-6FA12D26E21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572625" y="5470793"/>
            <a:ext cx="761411" cy="268733"/>
          </a:xfrm>
          <a:prstGeom prst="rect">
            <a:avLst/>
          </a:prstGeom>
        </p:spPr>
      </p:pic>
      <p:pic>
        <p:nvPicPr>
          <p:cNvPr id="33" name="Imagen 32" descr="Icono&#10;&#10;El contenido generado por IA puede ser incorrecto.">
            <a:extLst>
              <a:ext uri="{FF2B5EF4-FFF2-40B4-BE49-F238E27FC236}">
                <a16:creationId xmlns:a16="http://schemas.microsoft.com/office/drawing/2014/main" id="{72C442D4-FF3D-65A7-7CC1-A98B74F9C9E3}"/>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639087" y="5478414"/>
            <a:ext cx="761411" cy="268733"/>
          </a:xfrm>
          <a:prstGeom prst="rect">
            <a:avLst/>
          </a:prstGeom>
        </p:spPr>
      </p:pic>
      <p:pic>
        <p:nvPicPr>
          <p:cNvPr id="34" name="Imagen 33" descr="Forma, Cuadrado&#10;&#10;El contenido generado por IA puede ser incorrecto.">
            <a:extLst>
              <a:ext uri="{FF2B5EF4-FFF2-40B4-BE49-F238E27FC236}">
                <a16:creationId xmlns:a16="http://schemas.microsoft.com/office/drawing/2014/main" id="{8A4C5EE7-A320-42C9-B9D5-670BF9178547}"/>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3708847" y="5478414"/>
            <a:ext cx="761411" cy="268733"/>
          </a:xfrm>
          <a:prstGeom prst="rect">
            <a:avLst/>
          </a:prstGeom>
        </p:spPr>
      </p:pic>
      <p:pic>
        <p:nvPicPr>
          <p:cNvPr id="35" name="Imagen 34" descr="Forma, Cuadrado&#10;&#10;El contenido generado por IA puede ser incorrecto.">
            <a:extLst>
              <a:ext uri="{FF2B5EF4-FFF2-40B4-BE49-F238E27FC236}">
                <a16:creationId xmlns:a16="http://schemas.microsoft.com/office/drawing/2014/main" id="{F5D1A2A1-E46B-DB84-92B1-2E54682D1279}"/>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2776389" y="5470794"/>
            <a:ext cx="761411" cy="268733"/>
          </a:xfrm>
          <a:prstGeom prst="rect">
            <a:avLst/>
          </a:prstGeom>
        </p:spPr>
      </p:pic>
      <p:pic>
        <p:nvPicPr>
          <p:cNvPr id="36" name="Imagen 35" descr="Icono&#10;&#10;El contenido generado por IA puede ser incorrecto.">
            <a:extLst>
              <a:ext uri="{FF2B5EF4-FFF2-40B4-BE49-F238E27FC236}">
                <a16:creationId xmlns:a16="http://schemas.microsoft.com/office/drawing/2014/main" id="{2A239933-7285-B558-10C2-F92A3DB69A35}"/>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1854110" y="5474844"/>
            <a:ext cx="761411" cy="268733"/>
          </a:xfrm>
          <a:prstGeom prst="rect">
            <a:avLst/>
          </a:prstGeom>
        </p:spPr>
      </p:pic>
      <p:pic>
        <p:nvPicPr>
          <p:cNvPr id="37" name="Imagen 36" descr="Icono&#10;&#10;El contenido generado por IA puede ser incorrecto.">
            <a:extLst>
              <a:ext uri="{FF2B5EF4-FFF2-40B4-BE49-F238E27FC236}">
                <a16:creationId xmlns:a16="http://schemas.microsoft.com/office/drawing/2014/main" id="{8EB55628-DA64-0C59-4B9B-629C7FB18FA6}"/>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921652" y="5474844"/>
            <a:ext cx="761411" cy="268733"/>
          </a:xfrm>
          <a:prstGeom prst="rect">
            <a:avLst/>
          </a:prstGeom>
        </p:spPr>
      </p:pic>
      <p:sp>
        <p:nvSpPr>
          <p:cNvPr id="38" name="CuadroTexto 37">
            <a:extLst>
              <a:ext uri="{FF2B5EF4-FFF2-40B4-BE49-F238E27FC236}">
                <a16:creationId xmlns:a16="http://schemas.microsoft.com/office/drawing/2014/main" id="{B2C54E0C-4B44-59C8-C9B8-8FD83355EA86}"/>
              </a:ext>
            </a:extLst>
          </p:cNvPr>
          <p:cNvSpPr txBox="1"/>
          <p:nvPr/>
        </p:nvSpPr>
        <p:spPr>
          <a:xfrm>
            <a:off x="-5693" y="6052286"/>
            <a:ext cx="9144000" cy="461665"/>
          </a:xfrm>
          <a:prstGeom prst="rect">
            <a:avLst/>
          </a:prstGeom>
          <a:noFill/>
        </p:spPr>
        <p:txBody>
          <a:bodyPr wrap="square" rtlCol="0">
            <a:spAutoFit/>
          </a:bodyPr>
          <a:lstStyle/>
          <a:p>
            <a:pPr algn="ctr"/>
            <a:r>
              <a:rPr lang="es-ES" sz="2400" b="1" i="1" dirty="0">
                <a:solidFill>
                  <a:schemeClr val="bg2">
                    <a:lumMod val="50000"/>
                  </a:schemeClr>
                </a:solidFill>
                <a:latin typeface="Amasis MT Pro" panose="02040504050005020304" pitchFamily="18" charset="0"/>
              </a:rPr>
              <a:t>Regla-90</a:t>
            </a:r>
            <a:r>
              <a:rPr lang="es-ES" sz="2400" b="1" i="1" dirty="0">
                <a:latin typeface="Amasis MT Pro" panose="02040504050005020304" pitchFamily="18" charset="0"/>
              </a:rPr>
              <a:t> </a:t>
            </a:r>
            <a:r>
              <a:rPr lang="es-ES" sz="2400" dirty="0">
                <a:latin typeface="Amasis MT Pro" panose="02040504050005020304" pitchFamily="18" charset="0"/>
              </a:rPr>
              <a:t>= 0x128 + </a:t>
            </a:r>
            <a:r>
              <a:rPr lang="es-ES" sz="2400" dirty="0">
                <a:solidFill>
                  <a:schemeClr val="bg2">
                    <a:lumMod val="50000"/>
                  </a:schemeClr>
                </a:solidFill>
                <a:latin typeface="Amasis MT Pro" panose="02040504050005020304" pitchFamily="18" charset="0"/>
              </a:rPr>
              <a:t>1x64</a:t>
            </a:r>
            <a:r>
              <a:rPr lang="es-ES" sz="2400" dirty="0">
                <a:latin typeface="Amasis MT Pro" panose="02040504050005020304" pitchFamily="18" charset="0"/>
              </a:rPr>
              <a:t> + 0x32 + </a:t>
            </a:r>
            <a:r>
              <a:rPr lang="es-ES" sz="2400" dirty="0">
                <a:solidFill>
                  <a:schemeClr val="bg2">
                    <a:lumMod val="50000"/>
                  </a:schemeClr>
                </a:solidFill>
                <a:latin typeface="Amasis MT Pro" panose="02040504050005020304" pitchFamily="18" charset="0"/>
              </a:rPr>
              <a:t>1x16 </a:t>
            </a:r>
            <a:r>
              <a:rPr lang="es-ES" sz="2400" dirty="0">
                <a:latin typeface="Amasis MT Pro" panose="02040504050005020304" pitchFamily="18" charset="0"/>
              </a:rPr>
              <a:t>+ </a:t>
            </a:r>
            <a:r>
              <a:rPr lang="es-ES" sz="2400" dirty="0">
                <a:solidFill>
                  <a:schemeClr val="bg2">
                    <a:lumMod val="50000"/>
                  </a:schemeClr>
                </a:solidFill>
                <a:latin typeface="Amasis MT Pro" panose="02040504050005020304" pitchFamily="18" charset="0"/>
              </a:rPr>
              <a:t>1x8</a:t>
            </a:r>
            <a:r>
              <a:rPr lang="es-ES" sz="2400" dirty="0">
                <a:latin typeface="Amasis MT Pro" panose="02040504050005020304" pitchFamily="18" charset="0"/>
              </a:rPr>
              <a:t> + 0x4 + </a:t>
            </a:r>
            <a:r>
              <a:rPr lang="es-ES" sz="2400" dirty="0">
                <a:solidFill>
                  <a:schemeClr val="bg2">
                    <a:lumMod val="50000"/>
                  </a:schemeClr>
                </a:solidFill>
                <a:latin typeface="Amasis MT Pro" panose="02040504050005020304" pitchFamily="18" charset="0"/>
              </a:rPr>
              <a:t>1x2</a:t>
            </a:r>
            <a:r>
              <a:rPr lang="es-ES" sz="2400" dirty="0">
                <a:latin typeface="Amasis MT Pro" panose="02040504050005020304" pitchFamily="18" charset="0"/>
              </a:rPr>
              <a:t> + 0</a:t>
            </a:r>
          </a:p>
        </p:txBody>
      </p:sp>
      <p:sp>
        <p:nvSpPr>
          <p:cNvPr id="32" name="CuadroTexto 31">
            <a:extLst>
              <a:ext uri="{FF2B5EF4-FFF2-40B4-BE49-F238E27FC236}">
                <a16:creationId xmlns:a16="http://schemas.microsoft.com/office/drawing/2014/main" id="{33DC4F82-3333-D1CC-367B-FC33D45E01F3}"/>
              </a:ext>
            </a:extLst>
          </p:cNvPr>
          <p:cNvSpPr txBox="1"/>
          <p:nvPr/>
        </p:nvSpPr>
        <p:spPr>
          <a:xfrm>
            <a:off x="1161561" y="2016672"/>
            <a:ext cx="271463" cy="707886"/>
          </a:xfrm>
          <a:prstGeom prst="rect">
            <a:avLst/>
          </a:prstGeom>
          <a:noFill/>
        </p:spPr>
        <p:txBody>
          <a:bodyPr wrap="square" rtlCol="0">
            <a:spAutoFit/>
          </a:bodyPr>
          <a:lstStyle/>
          <a:p>
            <a:pPr algn="ctr"/>
            <a:r>
              <a:rPr lang="es-ES" sz="4000" dirty="0">
                <a:latin typeface="Amasis MT Pro" panose="02040504050005020304" pitchFamily="18" charset="0"/>
              </a:rPr>
              <a:t>0</a:t>
            </a:r>
            <a:endParaRPr lang="es-ES" sz="2000" dirty="0">
              <a:latin typeface="Amasis MT Pro" panose="02040504050005020304" pitchFamily="18" charset="0"/>
            </a:endParaRPr>
          </a:p>
        </p:txBody>
      </p:sp>
      <p:sp>
        <p:nvSpPr>
          <p:cNvPr id="39" name="CuadroTexto 38">
            <a:extLst>
              <a:ext uri="{FF2B5EF4-FFF2-40B4-BE49-F238E27FC236}">
                <a16:creationId xmlns:a16="http://schemas.microsoft.com/office/drawing/2014/main" id="{0503D7DF-6B51-7277-74A5-6D4F00535DE7}"/>
              </a:ext>
            </a:extLst>
          </p:cNvPr>
          <p:cNvSpPr txBox="1"/>
          <p:nvPr/>
        </p:nvSpPr>
        <p:spPr>
          <a:xfrm>
            <a:off x="2089366" y="2016672"/>
            <a:ext cx="271463" cy="707886"/>
          </a:xfrm>
          <a:prstGeom prst="rect">
            <a:avLst/>
          </a:prstGeom>
          <a:noFill/>
        </p:spPr>
        <p:txBody>
          <a:bodyPr wrap="square" rtlCol="0">
            <a:spAutoFit/>
          </a:bodyPr>
          <a:lstStyle/>
          <a:p>
            <a:pPr algn="ctr"/>
            <a:r>
              <a:rPr lang="es-ES" sz="4000" dirty="0">
                <a:solidFill>
                  <a:schemeClr val="bg2">
                    <a:lumMod val="50000"/>
                  </a:schemeClr>
                </a:solidFill>
                <a:latin typeface="Amasis MT Pro" panose="02040504050005020304" pitchFamily="18" charset="0"/>
              </a:rPr>
              <a:t>1</a:t>
            </a:r>
            <a:endParaRPr lang="es-ES" sz="2000" dirty="0">
              <a:solidFill>
                <a:schemeClr val="bg2">
                  <a:lumMod val="50000"/>
                </a:schemeClr>
              </a:solidFill>
              <a:latin typeface="Amasis MT Pro" panose="02040504050005020304" pitchFamily="18" charset="0"/>
            </a:endParaRPr>
          </a:p>
        </p:txBody>
      </p:sp>
      <p:sp>
        <p:nvSpPr>
          <p:cNvPr id="40" name="CuadroTexto 39">
            <a:extLst>
              <a:ext uri="{FF2B5EF4-FFF2-40B4-BE49-F238E27FC236}">
                <a16:creationId xmlns:a16="http://schemas.microsoft.com/office/drawing/2014/main" id="{77AC0C76-FF09-5C9A-246A-F75A29B89B44}"/>
              </a:ext>
            </a:extLst>
          </p:cNvPr>
          <p:cNvSpPr txBox="1"/>
          <p:nvPr/>
        </p:nvSpPr>
        <p:spPr>
          <a:xfrm>
            <a:off x="3017171" y="2016672"/>
            <a:ext cx="271463" cy="707886"/>
          </a:xfrm>
          <a:prstGeom prst="rect">
            <a:avLst/>
          </a:prstGeom>
          <a:noFill/>
        </p:spPr>
        <p:txBody>
          <a:bodyPr wrap="square" rtlCol="0">
            <a:spAutoFit/>
          </a:bodyPr>
          <a:lstStyle/>
          <a:p>
            <a:pPr algn="ctr"/>
            <a:r>
              <a:rPr lang="es-ES" sz="4000" dirty="0">
                <a:latin typeface="Amasis MT Pro" panose="02040504050005020304" pitchFamily="18" charset="0"/>
              </a:rPr>
              <a:t>0</a:t>
            </a:r>
            <a:endParaRPr lang="es-ES" sz="2000" dirty="0">
              <a:latin typeface="Amasis MT Pro" panose="02040504050005020304" pitchFamily="18" charset="0"/>
            </a:endParaRPr>
          </a:p>
        </p:txBody>
      </p:sp>
      <p:sp>
        <p:nvSpPr>
          <p:cNvPr id="41" name="CuadroTexto 40">
            <a:extLst>
              <a:ext uri="{FF2B5EF4-FFF2-40B4-BE49-F238E27FC236}">
                <a16:creationId xmlns:a16="http://schemas.microsoft.com/office/drawing/2014/main" id="{45F2EE2D-79E9-F599-284C-0F7212B59AF3}"/>
              </a:ext>
            </a:extLst>
          </p:cNvPr>
          <p:cNvSpPr txBox="1"/>
          <p:nvPr/>
        </p:nvSpPr>
        <p:spPr>
          <a:xfrm>
            <a:off x="3952119" y="2009470"/>
            <a:ext cx="271463" cy="707886"/>
          </a:xfrm>
          <a:prstGeom prst="rect">
            <a:avLst/>
          </a:prstGeom>
          <a:noFill/>
        </p:spPr>
        <p:txBody>
          <a:bodyPr wrap="square" rtlCol="0">
            <a:spAutoFit/>
          </a:bodyPr>
          <a:lstStyle/>
          <a:p>
            <a:pPr algn="ctr"/>
            <a:r>
              <a:rPr lang="es-ES" sz="4000" dirty="0">
                <a:solidFill>
                  <a:schemeClr val="bg2">
                    <a:lumMod val="50000"/>
                  </a:schemeClr>
                </a:solidFill>
                <a:latin typeface="Amasis MT Pro" panose="02040504050005020304" pitchFamily="18" charset="0"/>
              </a:rPr>
              <a:t>1</a:t>
            </a:r>
            <a:endParaRPr lang="es-ES" sz="2000" dirty="0">
              <a:solidFill>
                <a:schemeClr val="bg2">
                  <a:lumMod val="50000"/>
                </a:schemeClr>
              </a:solidFill>
              <a:latin typeface="Amasis MT Pro" panose="02040504050005020304" pitchFamily="18" charset="0"/>
            </a:endParaRPr>
          </a:p>
        </p:txBody>
      </p:sp>
      <p:sp>
        <p:nvSpPr>
          <p:cNvPr id="42" name="CuadroTexto 41">
            <a:extLst>
              <a:ext uri="{FF2B5EF4-FFF2-40B4-BE49-F238E27FC236}">
                <a16:creationId xmlns:a16="http://schemas.microsoft.com/office/drawing/2014/main" id="{3624C521-6726-2319-7C9C-7976D249B9D9}"/>
              </a:ext>
            </a:extLst>
          </p:cNvPr>
          <p:cNvSpPr txBox="1"/>
          <p:nvPr/>
        </p:nvSpPr>
        <p:spPr>
          <a:xfrm>
            <a:off x="4878996" y="2009470"/>
            <a:ext cx="271463" cy="707886"/>
          </a:xfrm>
          <a:prstGeom prst="rect">
            <a:avLst/>
          </a:prstGeom>
          <a:noFill/>
        </p:spPr>
        <p:txBody>
          <a:bodyPr wrap="square" rtlCol="0">
            <a:spAutoFit/>
          </a:bodyPr>
          <a:lstStyle/>
          <a:p>
            <a:pPr algn="ctr"/>
            <a:r>
              <a:rPr lang="es-ES" sz="4000" dirty="0">
                <a:solidFill>
                  <a:schemeClr val="bg2">
                    <a:lumMod val="50000"/>
                  </a:schemeClr>
                </a:solidFill>
                <a:latin typeface="Amasis MT Pro" panose="02040504050005020304" pitchFamily="18" charset="0"/>
              </a:rPr>
              <a:t>1</a:t>
            </a:r>
            <a:endParaRPr lang="es-ES" sz="1350" dirty="0">
              <a:solidFill>
                <a:schemeClr val="bg2">
                  <a:lumMod val="50000"/>
                </a:schemeClr>
              </a:solidFill>
              <a:latin typeface="Amasis MT Pro" panose="02040504050005020304" pitchFamily="18" charset="0"/>
            </a:endParaRPr>
          </a:p>
        </p:txBody>
      </p:sp>
      <p:sp>
        <p:nvSpPr>
          <p:cNvPr id="43" name="CuadroTexto 42">
            <a:extLst>
              <a:ext uri="{FF2B5EF4-FFF2-40B4-BE49-F238E27FC236}">
                <a16:creationId xmlns:a16="http://schemas.microsoft.com/office/drawing/2014/main" id="{9A6A9008-49B1-E631-F62C-FEED35C783B0}"/>
              </a:ext>
            </a:extLst>
          </p:cNvPr>
          <p:cNvSpPr txBox="1"/>
          <p:nvPr/>
        </p:nvSpPr>
        <p:spPr>
          <a:xfrm>
            <a:off x="5812534" y="2016672"/>
            <a:ext cx="271463" cy="707886"/>
          </a:xfrm>
          <a:prstGeom prst="rect">
            <a:avLst/>
          </a:prstGeom>
          <a:noFill/>
        </p:spPr>
        <p:txBody>
          <a:bodyPr wrap="square" rtlCol="0">
            <a:spAutoFit/>
          </a:bodyPr>
          <a:lstStyle/>
          <a:p>
            <a:pPr algn="ctr"/>
            <a:r>
              <a:rPr lang="es-ES" sz="4000" dirty="0">
                <a:latin typeface="Amasis MT Pro" panose="02040504050005020304" pitchFamily="18" charset="0"/>
              </a:rPr>
              <a:t>0</a:t>
            </a:r>
            <a:endParaRPr lang="es-ES" sz="1350" dirty="0">
              <a:latin typeface="Amasis MT Pro" panose="02040504050005020304" pitchFamily="18" charset="0"/>
            </a:endParaRPr>
          </a:p>
        </p:txBody>
      </p:sp>
      <p:sp>
        <p:nvSpPr>
          <p:cNvPr id="44" name="CuadroTexto 43">
            <a:extLst>
              <a:ext uri="{FF2B5EF4-FFF2-40B4-BE49-F238E27FC236}">
                <a16:creationId xmlns:a16="http://schemas.microsoft.com/office/drawing/2014/main" id="{A6CB508C-5FDD-0B0E-5A7F-D4F8B1CACBA3}"/>
              </a:ext>
            </a:extLst>
          </p:cNvPr>
          <p:cNvSpPr txBox="1"/>
          <p:nvPr/>
        </p:nvSpPr>
        <p:spPr>
          <a:xfrm>
            <a:off x="6746072" y="2020258"/>
            <a:ext cx="271463" cy="707886"/>
          </a:xfrm>
          <a:prstGeom prst="rect">
            <a:avLst/>
          </a:prstGeom>
          <a:noFill/>
        </p:spPr>
        <p:txBody>
          <a:bodyPr wrap="square" rtlCol="0">
            <a:spAutoFit/>
          </a:bodyPr>
          <a:lstStyle/>
          <a:p>
            <a:pPr algn="ctr"/>
            <a:r>
              <a:rPr lang="es-ES" sz="4000" dirty="0">
                <a:solidFill>
                  <a:schemeClr val="bg2">
                    <a:lumMod val="50000"/>
                  </a:schemeClr>
                </a:solidFill>
                <a:latin typeface="Amasis MT Pro" panose="02040504050005020304" pitchFamily="18" charset="0"/>
              </a:rPr>
              <a:t>1</a:t>
            </a:r>
            <a:endParaRPr lang="es-ES" sz="2000" dirty="0">
              <a:solidFill>
                <a:schemeClr val="bg2">
                  <a:lumMod val="50000"/>
                </a:schemeClr>
              </a:solidFill>
              <a:latin typeface="Amasis MT Pro" panose="02040504050005020304" pitchFamily="18" charset="0"/>
            </a:endParaRPr>
          </a:p>
        </p:txBody>
      </p:sp>
      <p:sp>
        <p:nvSpPr>
          <p:cNvPr id="45" name="CuadroTexto 44">
            <a:extLst>
              <a:ext uri="{FF2B5EF4-FFF2-40B4-BE49-F238E27FC236}">
                <a16:creationId xmlns:a16="http://schemas.microsoft.com/office/drawing/2014/main" id="{E33E91EF-135D-4FF3-446E-BFA53E3F5BA0}"/>
              </a:ext>
            </a:extLst>
          </p:cNvPr>
          <p:cNvSpPr txBox="1"/>
          <p:nvPr/>
        </p:nvSpPr>
        <p:spPr>
          <a:xfrm>
            <a:off x="7679610" y="2009470"/>
            <a:ext cx="271463" cy="707886"/>
          </a:xfrm>
          <a:prstGeom prst="rect">
            <a:avLst/>
          </a:prstGeom>
          <a:noFill/>
        </p:spPr>
        <p:txBody>
          <a:bodyPr wrap="square" rtlCol="0">
            <a:spAutoFit/>
          </a:bodyPr>
          <a:lstStyle/>
          <a:p>
            <a:pPr algn="ctr"/>
            <a:r>
              <a:rPr lang="es-ES" sz="4000" dirty="0">
                <a:latin typeface="Amasis MT Pro" panose="02040504050005020304" pitchFamily="18" charset="0"/>
              </a:rPr>
              <a:t>0</a:t>
            </a:r>
            <a:endParaRPr lang="es-ES" sz="2000" dirty="0">
              <a:latin typeface="Amasis MT Pro" panose="02040504050005020304" pitchFamily="18" charset="0"/>
            </a:endParaRPr>
          </a:p>
        </p:txBody>
      </p:sp>
      <p:pic>
        <p:nvPicPr>
          <p:cNvPr id="46" name="Imagen 45" descr="Forma, Cuadrado&#10;&#10;El contenido generado por IA puede ser incorrecto.">
            <a:extLst>
              <a:ext uri="{FF2B5EF4-FFF2-40B4-BE49-F238E27FC236}">
                <a16:creationId xmlns:a16="http://schemas.microsoft.com/office/drawing/2014/main" id="{9B45ACC9-F944-81E5-8547-1ED135F487C4}"/>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7434635" y="3033267"/>
            <a:ext cx="761411" cy="268733"/>
          </a:xfrm>
          <a:prstGeom prst="rect">
            <a:avLst/>
          </a:prstGeom>
        </p:spPr>
      </p:pic>
    </p:spTree>
    <p:extLst>
      <p:ext uri="{BB962C8B-B14F-4D97-AF65-F5344CB8AC3E}">
        <p14:creationId xmlns:p14="http://schemas.microsoft.com/office/powerpoint/2010/main" val="1827383579"/>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68BE0DD8-71B2-9C9A-A5F7-8B55322EDA42}"/>
            </a:ext>
          </a:extLst>
        </p:cNvPr>
        <p:cNvGrpSpPr/>
        <p:nvPr/>
      </p:nvGrpSpPr>
      <p:grpSpPr>
        <a:xfrm>
          <a:off x="0" y="0"/>
          <a:ext cx="0" cy="0"/>
          <a:chOff x="0" y="0"/>
          <a:chExt cx="0" cy="0"/>
        </a:xfrm>
      </p:grpSpPr>
      <p:sp>
        <p:nvSpPr>
          <p:cNvPr id="3" name="CuadroTexto 2">
            <a:extLst>
              <a:ext uri="{FF2B5EF4-FFF2-40B4-BE49-F238E27FC236}">
                <a16:creationId xmlns:a16="http://schemas.microsoft.com/office/drawing/2014/main" id="{B705B8B1-A906-3773-BAC1-5E65D5395748}"/>
              </a:ext>
            </a:extLst>
          </p:cNvPr>
          <p:cNvSpPr txBox="1"/>
          <p:nvPr/>
        </p:nvSpPr>
        <p:spPr>
          <a:xfrm>
            <a:off x="-5693" y="1099241"/>
            <a:ext cx="9144000" cy="461665"/>
          </a:xfrm>
          <a:prstGeom prst="rect">
            <a:avLst/>
          </a:prstGeom>
          <a:noFill/>
        </p:spPr>
        <p:txBody>
          <a:bodyPr wrap="square" rtlCol="0">
            <a:spAutoFit/>
          </a:bodyPr>
          <a:lstStyle/>
          <a:p>
            <a:pPr algn="ctr"/>
            <a:r>
              <a:rPr lang="es-ES" sz="2400" b="1" i="1" dirty="0">
                <a:solidFill>
                  <a:schemeClr val="bg2">
                    <a:lumMod val="50000"/>
                  </a:schemeClr>
                </a:solidFill>
                <a:latin typeface="Amasis MT Pro" panose="02040504050005020304" pitchFamily="18" charset="0"/>
              </a:rPr>
              <a:t>Regla-150</a:t>
            </a:r>
            <a:r>
              <a:rPr lang="es-ES" sz="2400" dirty="0">
                <a:latin typeface="Amasis MT Pro" panose="02040504050005020304" pitchFamily="18" charset="0"/>
              </a:rPr>
              <a:t> = </a:t>
            </a:r>
            <a:r>
              <a:rPr lang="es-ES" sz="2400" dirty="0">
                <a:solidFill>
                  <a:schemeClr val="bg2">
                    <a:lumMod val="50000"/>
                  </a:schemeClr>
                </a:solidFill>
                <a:latin typeface="Amasis MT Pro" panose="02040504050005020304" pitchFamily="18" charset="0"/>
              </a:rPr>
              <a:t>1x128</a:t>
            </a:r>
            <a:r>
              <a:rPr lang="es-ES" sz="2400" dirty="0">
                <a:latin typeface="Amasis MT Pro" panose="02040504050005020304" pitchFamily="18" charset="0"/>
              </a:rPr>
              <a:t> + 0x64 + 0x32 + </a:t>
            </a:r>
            <a:r>
              <a:rPr lang="es-ES" sz="2400" dirty="0">
                <a:solidFill>
                  <a:schemeClr val="bg2">
                    <a:lumMod val="50000"/>
                  </a:schemeClr>
                </a:solidFill>
                <a:latin typeface="Amasis MT Pro" panose="02040504050005020304" pitchFamily="18" charset="0"/>
              </a:rPr>
              <a:t>1x16</a:t>
            </a:r>
            <a:r>
              <a:rPr lang="es-ES" sz="2400" dirty="0">
                <a:latin typeface="Amasis MT Pro" panose="02040504050005020304" pitchFamily="18" charset="0"/>
              </a:rPr>
              <a:t> + 0x8 + </a:t>
            </a:r>
            <a:r>
              <a:rPr lang="es-ES" sz="2400" dirty="0">
                <a:solidFill>
                  <a:schemeClr val="bg2">
                    <a:lumMod val="50000"/>
                  </a:schemeClr>
                </a:solidFill>
                <a:latin typeface="Amasis MT Pro" panose="02040504050005020304" pitchFamily="18" charset="0"/>
              </a:rPr>
              <a:t>1x4</a:t>
            </a:r>
            <a:r>
              <a:rPr lang="es-ES" sz="2400" dirty="0">
                <a:latin typeface="Amasis MT Pro" panose="02040504050005020304" pitchFamily="18" charset="0"/>
              </a:rPr>
              <a:t> + </a:t>
            </a:r>
            <a:r>
              <a:rPr lang="es-ES" sz="2400" dirty="0">
                <a:solidFill>
                  <a:schemeClr val="bg2">
                    <a:lumMod val="50000"/>
                  </a:schemeClr>
                </a:solidFill>
                <a:latin typeface="Amasis MT Pro" panose="02040504050005020304" pitchFamily="18" charset="0"/>
              </a:rPr>
              <a:t>1x2</a:t>
            </a:r>
            <a:r>
              <a:rPr lang="es-ES" sz="2400" dirty="0">
                <a:latin typeface="Amasis MT Pro" panose="02040504050005020304" pitchFamily="18" charset="0"/>
              </a:rPr>
              <a:t> + 0</a:t>
            </a:r>
          </a:p>
        </p:txBody>
      </p:sp>
      <p:pic>
        <p:nvPicPr>
          <p:cNvPr id="18" name="Imagen 17" descr="Forma, Cuadrado&#10;&#10;El contenido generado por IA puede ser incorrecto.">
            <a:extLst>
              <a:ext uri="{FF2B5EF4-FFF2-40B4-BE49-F238E27FC236}">
                <a16:creationId xmlns:a16="http://schemas.microsoft.com/office/drawing/2014/main" id="{D1159975-6666-DEB5-9AAD-8E10DA8E16D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502865" y="3044702"/>
            <a:ext cx="761411" cy="268733"/>
          </a:xfrm>
          <a:prstGeom prst="rect">
            <a:avLst/>
          </a:prstGeom>
        </p:spPr>
      </p:pic>
      <p:pic>
        <p:nvPicPr>
          <p:cNvPr id="20" name="Imagen 19" descr="Icono&#10;&#10;El contenido generado por IA puede ser incorrecto.">
            <a:extLst>
              <a:ext uri="{FF2B5EF4-FFF2-40B4-BE49-F238E27FC236}">
                <a16:creationId xmlns:a16="http://schemas.microsoft.com/office/drawing/2014/main" id="{171A84E4-FA11-D9E1-6510-7DE89E286DB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572625" y="3045334"/>
            <a:ext cx="761411" cy="268733"/>
          </a:xfrm>
          <a:prstGeom prst="rect">
            <a:avLst/>
          </a:prstGeom>
        </p:spPr>
      </p:pic>
      <p:pic>
        <p:nvPicPr>
          <p:cNvPr id="22" name="Imagen 21" descr="Icono&#10;&#10;El contenido generado por IA puede ser incorrecto.">
            <a:extLst>
              <a:ext uri="{FF2B5EF4-FFF2-40B4-BE49-F238E27FC236}">
                <a16:creationId xmlns:a16="http://schemas.microsoft.com/office/drawing/2014/main" id="{81CBF02E-878E-E3FB-93BD-D5A454FA608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639087" y="3052955"/>
            <a:ext cx="761411" cy="268733"/>
          </a:xfrm>
          <a:prstGeom prst="rect">
            <a:avLst/>
          </a:prstGeom>
        </p:spPr>
      </p:pic>
      <p:pic>
        <p:nvPicPr>
          <p:cNvPr id="24" name="Imagen 23" descr="Forma, Cuadrado&#10;&#10;El contenido generado por IA puede ser incorrecto.">
            <a:extLst>
              <a:ext uri="{FF2B5EF4-FFF2-40B4-BE49-F238E27FC236}">
                <a16:creationId xmlns:a16="http://schemas.microsoft.com/office/drawing/2014/main" id="{FB79F57F-DB14-3963-EAB6-9FD5D92CCAEB}"/>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3708847" y="3052955"/>
            <a:ext cx="761411" cy="268733"/>
          </a:xfrm>
          <a:prstGeom prst="rect">
            <a:avLst/>
          </a:prstGeom>
        </p:spPr>
      </p:pic>
      <p:pic>
        <p:nvPicPr>
          <p:cNvPr id="26" name="Imagen 25" descr="Forma, Cuadrado&#10;&#10;El contenido generado por IA puede ser incorrecto.">
            <a:extLst>
              <a:ext uri="{FF2B5EF4-FFF2-40B4-BE49-F238E27FC236}">
                <a16:creationId xmlns:a16="http://schemas.microsoft.com/office/drawing/2014/main" id="{0E1281D2-80E9-AC27-BD29-51360E1C80C4}"/>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2776389" y="3045335"/>
            <a:ext cx="761411" cy="268733"/>
          </a:xfrm>
          <a:prstGeom prst="rect">
            <a:avLst/>
          </a:prstGeom>
        </p:spPr>
      </p:pic>
      <p:pic>
        <p:nvPicPr>
          <p:cNvPr id="28" name="Imagen 27" descr="Icono&#10;&#10;El contenido generado por IA puede ser incorrecto.">
            <a:extLst>
              <a:ext uri="{FF2B5EF4-FFF2-40B4-BE49-F238E27FC236}">
                <a16:creationId xmlns:a16="http://schemas.microsoft.com/office/drawing/2014/main" id="{598DA97B-44ED-AE78-1A31-8D870645C235}"/>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1854110" y="3049385"/>
            <a:ext cx="761411" cy="268733"/>
          </a:xfrm>
          <a:prstGeom prst="rect">
            <a:avLst/>
          </a:prstGeom>
        </p:spPr>
      </p:pic>
      <p:pic>
        <p:nvPicPr>
          <p:cNvPr id="30" name="Imagen 29" descr="Icono&#10;&#10;El contenido generado por IA puede ser incorrecto.">
            <a:extLst>
              <a:ext uri="{FF2B5EF4-FFF2-40B4-BE49-F238E27FC236}">
                <a16:creationId xmlns:a16="http://schemas.microsoft.com/office/drawing/2014/main" id="{45521D50-6545-A046-600C-3704F6C3E750}"/>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921652" y="3049385"/>
            <a:ext cx="761411" cy="268733"/>
          </a:xfrm>
          <a:prstGeom prst="rect">
            <a:avLst/>
          </a:prstGeom>
        </p:spPr>
      </p:pic>
      <p:sp>
        <p:nvSpPr>
          <p:cNvPr id="6" name="CuadroTexto 5">
            <a:extLst>
              <a:ext uri="{FF2B5EF4-FFF2-40B4-BE49-F238E27FC236}">
                <a16:creationId xmlns:a16="http://schemas.microsoft.com/office/drawing/2014/main" id="{BBF34A65-3482-F1F6-61A5-42A0A03F52BC}"/>
              </a:ext>
            </a:extLst>
          </p:cNvPr>
          <p:cNvSpPr txBox="1"/>
          <p:nvPr/>
        </p:nvSpPr>
        <p:spPr>
          <a:xfrm>
            <a:off x="-5693" y="0"/>
            <a:ext cx="8782430" cy="646331"/>
          </a:xfrm>
          <a:prstGeom prst="rect">
            <a:avLst/>
          </a:prstGeom>
          <a:noFill/>
        </p:spPr>
        <p:txBody>
          <a:bodyPr wrap="square" rtlCol="0">
            <a:spAutoFit/>
          </a:bodyPr>
          <a:lstStyle/>
          <a:p>
            <a:pPr lvl="2" algn="r"/>
            <a:r>
              <a:rPr lang="es-ES" sz="3600" dirty="0">
                <a:latin typeface="Amasis MT Pro Light" panose="02040304050005020304" pitchFamily="18" charset="0"/>
                <a:cs typeface="Adobe Devanagari" panose="02040503050201020203" pitchFamily="18" charset="0"/>
              </a:rPr>
              <a:t>Subclase U = Fractal</a:t>
            </a:r>
          </a:p>
        </p:txBody>
      </p:sp>
      <p:sp>
        <p:nvSpPr>
          <p:cNvPr id="2" name="CuadroTexto 1">
            <a:extLst>
              <a:ext uri="{FF2B5EF4-FFF2-40B4-BE49-F238E27FC236}">
                <a16:creationId xmlns:a16="http://schemas.microsoft.com/office/drawing/2014/main" id="{A81129EF-F9B2-1F94-C739-BAB50576B7BC}"/>
              </a:ext>
            </a:extLst>
          </p:cNvPr>
          <p:cNvSpPr txBox="1"/>
          <p:nvPr/>
        </p:nvSpPr>
        <p:spPr>
          <a:xfrm>
            <a:off x="-5692" y="3556000"/>
            <a:ext cx="9149692" cy="646331"/>
          </a:xfrm>
          <a:prstGeom prst="rect">
            <a:avLst/>
          </a:prstGeom>
          <a:noFill/>
        </p:spPr>
        <p:txBody>
          <a:bodyPr wrap="square" rtlCol="0">
            <a:spAutoFit/>
          </a:bodyPr>
          <a:lstStyle/>
          <a:p>
            <a:pPr algn="ctr"/>
            <a:r>
              <a:rPr lang="es-ES" dirty="0">
                <a:latin typeface="Amasis MT Pro" panose="02040504050005020304" pitchFamily="18" charset="0"/>
              </a:rPr>
              <a:t>Para cada uno de los bits, si cambio la/las células que se indica (las negras), ¿el resultado </a:t>
            </a:r>
            <a:r>
              <a:rPr lang="es-ES" dirty="0">
                <a:solidFill>
                  <a:schemeClr val="bg2">
                    <a:lumMod val="50000"/>
                  </a:schemeClr>
                </a:solidFill>
                <a:latin typeface="Amasis MT Pro" panose="02040504050005020304" pitchFamily="18" charset="0"/>
              </a:rPr>
              <a:t>cambia (1) o no cambia (0)</a:t>
            </a:r>
            <a:r>
              <a:rPr lang="es-ES" dirty="0">
                <a:latin typeface="Amasis MT Pro" panose="02040504050005020304" pitchFamily="18" charset="0"/>
              </a:rPr>
              <a:t>? </a:t>
            </a:r>
          </a:p>
        </p:txBody>
      </p:sp>
      <p:sp>
        <p:nvSpPr>
          <p:cNvPr id="4" name="CuadroTexto 3">
            <a:extLst>
              <a:ext uri="{FF2B5EF4-FFF2-40B4-BE49-F238E27FC236}">
                <a16:creationId xmlns:a16="http://schemas.microsoft.com/office/drawing/2014/main" id="{1441C9E0-5CB3-380F-A7B3-FDDBA9EEDC1B}"/>
              </a:ext>
            </a:extLst>
          </p:cNvPr>
          <p:cNvSpPr txBox="1"/>
          <p:nvPr/>
        </p:nvSpPr>
        <p:spPr>
          <a:xfrm>
            <a:off x="1166627" y="4443845"/>
            <a:ext cx="271463" cy="707886"/>
          </a:xfrm>
          <a:prstGeom prst="rect">
            <a:avLst/>
          </a:prstGeom>
          <a:noFill/>
        </p:spPr>
        <p:txBody>
          <a:bodyPr wrap="square" rtlCol="0">
            <a:spAutoFit/>
          </a:bodyPr>
          <a:lstStyle/>
          <a:p>
            <a:pPr algn="ctr"/>
            <a:r>
              <a:rPr lang="es-ES" sz="4000" dirty="0">
                <a:solidFill>
                  <a:schemeClr val="bg2">
                    <a:lumMod val="50000"/>
                  </a:schemeClr>
                </a:solidFill>
                <a:latin typeface="Amasis MT Pro" panose="02040504050005020304" pitchFamily="18" charset="0"/>
              </a:rPr>
              <a:t>1</a:t>
            </a:r>
            <a:endParaRPr lang="es-ES" sz="2000" dirty="0">
              <a:solidFill>
                <a:schemeClr val="bg2">
                  <a:lumMod val="50000"/>
                </a:schemeClr>
              </a:solidFill>
              <a:latin typeface="Amasis MT Pro" panose="02040504050005020304" pitchFamily="18" charset="0"/>
            </a:endParaRPr>
          </a:p>
        </p:txBody>
      </p:sp>
      <p:sp>
        <p:nvSpPr>
          <p:cNvPr id="7" name="CuadroTexto 6">
            <a:extLst>
              <a:ext uri="{FF2B5EF4-FFF2-40B4-BE49-F238E27FC236}">
                <a16:creationId xmlns:a16="http://schemas.microsoft.com/office/drawing/2014/main" id="{BE3FA818-0004-A7D6-6F3B-9FC97BC4093A}"/>
              </a:ext>
            </a:extLst>
          </p:cNvPr>
          <p:cNvSpPr txBox="1"/>
          <p:nvPr/>
        </p:nvSpPr>
        <p:spPr>
          <a:xfrm>
            <a:off x="2094432" y="4443845"/>
            <a:ext cx="271463" cy="707886"/>
          </a:xfrm>
          <a:prstGeom prst="rect">
            <a:avLst/>
          </a:prstGeom>
          <a:noFill/>
        </p:spPr>
        <p:txBody>
          <a:bodyPr wrap="square" rtlCol="0">
            <a:spAutoFit/>
          </a:bodyPr>
          <a:lstStyle/>
          <a:p>
            <a:pPr algn="ctr"/>
            <a:r>
              <a:rPr lang="es-ES" sz="4000" dirty="0">
                <a:latin typeface="Amasis MT Pro" panose="02040504050005020304" pitchFamily="18" charset="0"/>
              </a:rPr>
              <a:t>0</a:t>
            </a:r>
            <a:endParaRPr lang="es-ES" sz="2000" dirty="0">
              <a:latin typeface="Amasis MT Pro" panose="02040504050005020304" pitchFamily="18" charset="0"/>
            </a:endParaRPr>
          </a:p>
        </p:txBody>
      </p:sp>
      <p:sp>
        <p:nvSpPr>
          <p:cNvPr id="15" name="CuadroTexto 14">
            <a:extLst>
              <a:ext uri="{FF2B5EF4-FFF2-40B4-BE49-F238E27FC236}">
                <a16:creationId xmlns:a16="http://schemas.microsoft.com/office/drawing/2014/main" id="{60D04BFA-C05E-BB6A-1E2B-AAD450AB6FC7}"/>
              </a:ext>
            </a:extLst>
          </p:cNvPr>
          <p:cNvSpPr txBox="1"/>
          <p:nvPr/>
        </p:nvSpPr>
        <p:spPr>
          <a:xfrm>
            <a:off x="3022237" y="4443845"/>
            <a:ext cx="271463" cy="707886"/>
          </a:xfrm>
          <a:prstGeom prst="rect">
            <a:avLst/>
          </a:prstGeom>
          <a:noFill/>
        </p:spPr>
        <p:txBody>
          <a:bodyPr wrap="square" rtlCol="0">
            <a:spAutoFit/>
          </a:bodyPr>
          <a:lstStyle/>
          <a:p>
            <a:pPr algn="ctr"/>
            <a:r>
              <a:rPr lang="es-ES" sz="4000" dirty="0">
                <a:latin typeface="Amasis MT Pro" panose="02040504050005020304" pitchFamily="18" charset="0"/>
              </a:rPr>
              <a:t>0</a:t>
            </a:r>
            <a:endParaRPr lang="es-ES" sz="2000" dirty="0">
              <a:latin typeface="Amasis MT Pro" panose="02040504050005020304" pitchFamily="18" charset="0"/>
            </a:endParaRPr>
          </a:p>
        </p:txBody>
      </p:sp>
      <p:sp>
        <p:nvSpPr>
          <p:cNvPr id="17" name="CuadroTexto 16">
            <a:extLst>
              <a:ext uri="{FF2B5EF4-FFF2-40B4-BE49-F238E27FC236}">
                <a16:creationId xmlns:a16="http://schemas.microsoft.com/office/drawing/2014/main" id="{8205C518-8D43-8293-DD14-2E1B70E6F3CF}"/>
              </a:ext>
            </a:extLst>
          </p:cNvPr>
          <p:cNvSpPr txBox="1"/>
          <p:nvPr/>
        </p:nvSpPr>
        <p:spPr>
          <a:xfrm>
            <a:off x="3957185" y="4436643"/>
            <a:ext cx="271463" cy="707886"/>
          </a:xfrm>
          <a:prstGeom prst="rect">
            <a:avLst/>
          </a:prstGeom>
          <a:noFill/>
        </p:spPr>
        <p:txBody>
          <a:bodyPr wrap="square" rtlCol="0">
            <a:spAutoFit/>
          </a:bodyPr>
          <a:lstStyle/>
          <a:p>
            <a:pPr algn="ctr"/>
            <a:r>
              <a:rPr lang="es-ES" sz="4000" dirty="0">
                <a:solidFill>
                  <a:schemeClr val="bg2">
                    <a:lumMod val="50000"/>
                  </a:schemeClr>
                </a:solidFill>
                <a:latin typeface="Amasis MT Pro" panose="02040504050005020304" pitchFamily="18" charset="0"/>
              </a:rPr>
              <a:t>1</a:t>
            </a:r>
            <a:endParaRPr lang="es-ES" sz="2000" dirty="0">
              <a:solidFill>
                <a:schemeClr val="bg2">
                  <a:lumMod val="50000"/>
                </a:schemeClr>
              </a:solidFill>
              <a:latin typeface="Amasis MT Pro" panose="02040504050005020304" pitchFamily="18" charset="0"/>
            </a:endParaRPr>
          </a:p>
        </p:txBody>
      </p:sp>
      <p:sp>
        <p:nvSpPr>
          <p:cNvPr id="19" name="CuadroTexto 18">
            <a:extLst>
              <a:ext uri="{FF2B5EF4-FFF2-40B4-BE49-F238E27FC236}">
                <a16:creationId xmlns:a16="http://schemas.microsoft.com/office/drawing/2014/main" id="{03BD8DCA-4613-202C-013A-30FA52ECB6E7}"/>
              </a:ext>
            </a:extLst>
          </p:cNvPr>
          <p:cNvSpPr txBox="1"/>
          <p:nvPr/>
        </p:nvSpPr>
        <p:spPr>
          <a:xfrm>
            <a:off x="4884062" y="4436643"/>
            <a:ext cx="271463" cy="707886"/>
          </a:xfrm>
          <a:prstGeom prst="rect">
            <a:avLst/>
          </a:prstGeom>
          <a:noFill/>
        </p:spPr>
        <p:txBody>
          <a:bodyPr wrap="square" rtlCol="0">
            <a:spAutoFit/>
          </a:bodyPr>
          <a:lstStyle/>
          <a:p>
            <a:pPr algn="ctr"/>
            <a:r>
              <a:rPr lang="es-ES" sz="4000" dirty="0">
                <a:latin typeface="Amasis MT Pro" panose="02040504050005020304" pitchFamily="18" charset="0"/>
              </a:rPr>
              <a:t>0</a:t>
            </a:r>
            <a:endParaRPr lang="es-ES" sz="1350" dirty="0">
              <a:latin typeface="Amasis MT Pro" panose="02040504050005020304" pitchFamily="18" charset="0"/>
            </a:endParaRPr>
          </a:p>
        </p:txBody>
      </p:sp>
      <p:sp>
        <p:nvSpPr>
          <p:cNvPr id="21" name="CuadroTexto 20">
            <a:extLst>
              <a:ext uri="{FF2B5EF4-FFF2-40B4-BE49-F238E27FC236}">
                <a16:creationId xmlns:a16="http://schemas.microsoft.com/office/drawing/2014/main" id="{C502C45C-35B6-D670-6DB8-1F97E6A9F85A}"/>
              </a:ext>
            </a:extLst>
          </p:cNvPr>
          <p:cNvSpPr txBox="1"/>
          <p:nvPr/>
        </p:nvSpPr>
        <p:spPr>
          <a:xfrm>
            <a:off x="5817600" y="4443845"/>
            <a:ext cx="271463" cy="707886"/>
          </a:xfrm>
          <a:prstGeom prst="rect">
            <a:avLst/>
          </a:prstGeom>
          <a:noFill/>
        </p:spPr>
        <p:txBody>
          <a:bodyPr wrap="square" rtlCol="0">
            <a:spAutoFit/>
          </a:bodyPr>
          <a:lstStyle/>
          <a:p>
            <a:pPr algn="ctr"/>
            <a:r>
              <a:rPr lang="es-ES" sz="4000" dirty="0">
                <a:solidFill>
                  <a:schemeClr val="bg2">
                    <a:lumMod val="50000"/>
                  </a:schemeClr>
                </a:solidFill>
                <a:latin typeface="Amasis MT Pro" panose="02040504050005020304" pitchFamily="18" charset="0"/>
              </a:rPr>
              <a:t>1</a:t>
            </a:r>
            <a:endParaRPr lang="es-ES" sz="1350" dirty="0">
              <a:solidFill>
                <a:schemeClr val="bg2">
                  <a:lumMod val="50000"/>
                </a:schemeClr>
              </a:solidFill>
              <a:latin typeface="Amasis MT Pro" panose="02040504050005020304" pitchFamily="18" charset="0"/>
            </a:endParaRPr>
          </a:p>
        </p:txBody>
      </p:sp>
      <p:sp>
        <p:nvSpPr>
          <p:cNvPr id="23" name="CuadroTexto 22">
            <a:extLst>
              <a:ext uri="{FF2B5EF4-FFF2-40B4-BE49-F238E27FC236}">
                <a16:creationId xmlns:a16="http://schemas.microsoft.com/office/drawing/2014/main" id="{201CECD6-0495-7FF7-EFFD-4BE4D6F96429}"/>
              </a:ext>
            </a:extLst>
          </p:cNvPr>
          <p:cNvSpPr txBox="1"/>
          <p:nvPr/>
        </p:nvSpPr>
        <p:spPr>
          <a:xfrm>
            <a:off x="6751138" y="4447431"/>
            <a:ext cx="271463" cy="707886"/>
          </a:xfrm>
          <a:prstGeom prst="rect">
            <a:avLst/>
          </a:prstGeom>
          <a:noFill/>
        </p:spPr>
        <p:txBody>
          <a:bodyPr wrap="square" rtlCol="0">
            <a:spAutoFit/>
          </a:bodyPr>
          <a:lstStyle/>
          <a:p>
            <a:pPr algn="ctr"/>
            <a:r>
              <a:rPr lang="es-ES" sz="4000" dirty="0">
                <a:solidFill>
                  <a:schemeClr val="bg2">
                    <a:lumMod val="50000"/>
                  </a:schemeClr>
                </a:solidFill>
                <a:latin typeface="Amasis MT Pro" panose="02040504050005020304" pitchFamily="18" charset="0"/>
              </a:rPr>
              <a:t>1</a:t>
            </a:r>
            <a:endParaRPr lang="es-ES" sz="2000" dirty="0">
              <a:solidFill>
                <a:schemeClr val="bg2">
                  <a:lumMod val="50000"/>
                </a:schemeClr>
              </a:solidFill>
              <a:latin typeface="Amasis MT Pro" panose="02040504050005020304" pitchFamily="18" charset="0"/>
            </a:endParaRPr>
          </a:p>
        </p:txBody>
      </p:sp>
      <p:sp>
        <p:nvSpPr>
          <p:cNvPr id="25" name="CuadroTexto 24">
            <a:extLst>
              <a:ext uri="{FF2B5EF4-FFF2-40B4-BE49-F238E27FC236}">
                <a16:creationId xmlns:a16="http://schemas.microsoft.com/office/drawing/2014/main" id="{EEF48DFC-A675-F19C-5651-3A89A4516F2E}"/>
              </a:ext>
            </a:extLst>
          </p:cNvPr>
          <p:cNvSpPr txBox="1"/>
          <p:nvPr/>
        </p:nvSpPr>
        <p:spPr>
          <a:xfrm>
            <a:off x="7684676" y="4436643"/>
            <a:ext cx="271463" cy="707886"/>
          </a:xfrm>
          <a:prstGeom prst="rect">
            <a:avLst/>
          </a:prstGeom>
          <a:noFill/>
        </p:spPr>
        <p:txBody>
          <a:bodyPr wrap="square" rtlCol="0">
            <a:spAutoFit/>
          </a:bodyPr>
          <a:lstStyle/>
          <a:p>
            <a:pPr algn="ctr"/>
            <a:r>
              <a:rPr lang="es-ES" sz="4000" dirty="0">
                <a:latin typeface="Amasis MT Pro" panose="02040504050005020304" pitchFamily="18" charset="0"/>
              </a:rPr>
              <a:t>0</a:t>
            </a:r>
            <a:endParaRPr lang="es-ES" sz="2000" dirty="0">
              <a:latin typeface="Amasis MT Pro" panose="02040504050005020304" pitchFamily="18" charset="0"/>
            </a:endParaRPr>
          </a:p>
        </p:txBody>
      </p:sp>
      <p:pic>
        <p:nvPicPr>
          <p:cNvPr id="27" name="Imagen 26" descr="Forma, Cuadrado&#10;&#10;El contenido generado por IA puede ser incorrecto.">
            <a:extLst>
              <a:ext uri="{FF2B5EF4-FFF2-40B4-BE49-F238E27FC236}">
                <a16:creationId xmlns:a16="http://schemas.microsoft.com/office/drawing/2014/main" id="{9CFD9F61-56C1-378D-9AB4-BE342E5C414E}"/>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7439701" y="5460440"/>
            <a:ext cx="761411" cy="268733"/>
          </a:xfrm>
          <a:prstGeom prst="rect">
            <a:avLst/>
          </a:prstGeom>
        </p:spPr>
      </p:pic>
      <p:pic>
        <p:nvPicPr>
          <p:cNvPr id="29" name="Imagen 28" descr="Forma, Cuadrado&#10;&#10;El contenido generado por IA puede ser incorrecto.">
            <a:extLst>
              <a:ext uri="{FF2B5EF4-FFF2-40B4-BE49-F238E27FC236}">
                <a16:creationId xmlns:a16="http://schemas.microsoft.com/office/drawing/2014/main" id="{8DB08F35-52EA-6153-412B-3E87CCD0272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502865" y="5470161"/>
            <a:ext cx="761411" cy="268733"/>
          </a:xfrm>
          <a:prstGeom prst="rect">
            <a:avLst/>
          </a:prstGeom>
        </p:spPr>
      </p:pic>
      <p:pic>
        <p:nvPicPr>
          <p:cNvPr id="31" name="Imagen 30" descr="Icono&#10;&#10;El contenido generado por IA puede ser incorrecto.">
            <a:extLst>
              <a:ext uri="{FF2B5EF4-FFF2-40B4-BE49-F238E27FC236}">
                <a16:creationId xmlns:a16="http://schemas.microsoft.com/office/drawing/2014/main" id="{AE02AD44-C0E5-52FD-8C1B-11D10D31C45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572625" y="5470793"/>
            <a:ext cx="761411" cy="268733"/>
          </a:xfrm>
          <a:prstGeom prst="rect">
            <a:avLst/>
          </a:prstGeom>
        </p:spPr>
      </p:pic>
      <p:pic>
        <p:nvPicPr>
          <p:cNvPr id="33" name="Imagen 32" descr="Icono&#10;&#10;El contenido generado por IA puede ser incorrecto.">
            <a:extLst>
              <a:ext uri="{FF2B5EF4-FFF2-40B4-BE49-F238E27FC236}">
                <a16:creationId xmlns:a16="http://schemas.microsoft.com/office/drawing/2014/main" id="{898320DE-10BF-10CB-E766-086314B7A14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639087" y="5478414"/>
            <a:ext cx="761411" cy="268733"/>
          </a:xfrm>
          <a:prstGeom prst="rect">
            <a:avLst/>
          </a:prstGeom>
        </p:spPr>
      </p:pic>
      <p:pic>
        <p:nvPicPr>
          <p:cNvPr id="34" name="Imagen 33" descr="Forma, Cuadrado&#10;&#10;El contenido generado por IA puede ser incorrecto.">
            <a:extLst>
              <a:ext uri="{FF2B5EF4-FFF2-40B4-BE49-F238E27FC236}">
                <a16:creationId xmlns:a16="http://schemas.microsoft.com/office/drawing/2014/main" id="{501A8414-AF9E-7BAC-6B7C-7D7D5A0647E4}"/>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3708847" y="5478414"/>
            <a:ext cx="761411" cy="268733"/>
          </a:xfrm>
          <a:prstGeom prst="rect">
            <a:avLst/>
          </a:prstGeom>
        </p:spPr>
      </p:pic>
      <p:pic>
        <p:nvPicPr>
          <p:cNvPr id="35" name="Imagen 34" descr="Forma, Cuadrado&#10;&#10;El contenido generado por IA puede ser incorrecto.">
            <a:extLst>
              <a:ext uri="{FF2B5EF4-FFF2-40B4-BE49-F238E27FC236}">
                <a16:creationId xmlns:a16="http://schemas.microsoft.com/office/drawing/2014/main" id="{54C6C095-6DD6-82BE-68EE-32AF56774070}"/>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2776389" y="5470794"/>
            <a:ext cx="761411" cy="268733"/>
          </a:xfrm>
          <a:prstGeom prst="rect">
            <a:avLst/>
          </a:prstGeom>
        </p:spPr>
      </p:pic>
      <p:pic>
        <p:nvPicPr>
          <p:cNvPr id="36" name="Imagen 35" descr="Icono&#10;&#10;El contenido generado por IA puede ser incorrecto.">
            <a:extLst>
              <a:ext uri="{FF2B5EF4-FFF2-40B4-BE49-F238E27FC236}">
                <a16:creationId xmlns:a16="http://schemas.microsoft.com/office/drawing/2014/main" id="{6CF20C61-3345-5327-4182-CD29F9BF069A}"/>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1854110" y="5474844"/>
            <a:ext cx="761411" cy="268733"/>
          </a:xfrm>
          <a:prstGeom prst="rect">
            <a:avLst/>
          </a:prstGeom>
        </p:spPr>
      </p:pic>
      <p:pic>
        <p:nvPicPr>
          <p:cNvPr id="37" name="Imagen 36" descr="Icono&#10;&#10;El contenido generado por IA puede ser incorrecto.">
            <a:extLst>
              <a:ext uri="{FF2B5EF4-FFF2-40B4-BE49-F238E27FC236}">
                <a16:creationId xmlns:a16="http://schemas.microsoft.com/office/drawing/2014/main" id="{C390A429-7FBE-1D55-C237-C549993C0F23}"/>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921652" y="5474844"/>
            <a:ext cx="761411" cy="268733"/>
          </a:xfrm>
          <a:prstGeom prst="rect">
            <a:avLst/>
          </a:prstGeom>
        </p:spPr>
      </p:pic>
      <p:sp>
        <p:nvSpPr>
          <p:cNvPr id="38" name="CuadroTexto 37">
            <a:extLst>
              <a:ext uri="{FF2B5EF4-FFF2-40B4-BE49-F238E27FC236}">
                <a16:creationId xmlns:a16="http://schemas.microsoft.com/office/drawing/2014/main" id="{34AFB7D8-5576-B12A-200A-AA2E91224BE1}"/>
              </a:ext>
            </a:extLst>
          </p:cNvPr>
          <p:cNvSpPr txBox="1"/>
          <p:nvPr/>
        </p:nvSpPr>
        <p:spPr>
          <a:xfrm>
            <a:off x="-5693" y="6052286"/>
            <a:ext cx="9144000" cy="461665"/>
          </a:xfrm>
          <a:prstGeom prst="rect">
            <a:avLst/>
          </a:prstGeom>
          <a:noFill/>
        </p:spPr>
        <p:txBody>
          <a:bodyPr wrap="square" rtlCol="0">
            <a:spAutoFit/>
          </a:bodyPr>
          <a:lstStyle/>
          <a:p>
            <a:pPr algn="ctr"/>
            <a:r>
              <a:rPr lang="es-ES" sz="2400" b="1" i="1">
                <a:solidFill>
                  <a:schemeClr val="bg2">
                    <a:lumMod val="50000"/>
                  </a:schemeClr>
                </a:solidFill>
                <a:latin typeface="Amasis MT Pro" panose="02040504050005020304" pitchFamily="18" charset="0"/>
              </a:rPr>
              <a:t>Regla-150</a:t>
            </a:r>
            <a:r>
              <a:rPr lang="es-ES" sz="2400">
                <a:latin typeface="Amasis MT Pro" panose="02040504050005020304" pitchFamily="18" charset="0"/>
              </a:rPr>
              <a:t> = </a:t>
            </a:r>
            <a:r>
              <a:rPr lang="es-ES" sz="2400">
                <a:solidFill>
                  <a:schemeClr val="bg2">
                    <a:lumMod val="50000"/>
                  </a:schemeClr>
                </a:solidFill>
                <a:latin typeface="Amasis MT Pro" panose="02040504050005020304" pitchFamily="18" charset="0"/>
              </a:rPr>
              <a:t>1x128</a:t>
            </a:r>
            <a:r>
              <a:rPr lang="es-ES" sz="2400">
                <a:latin typeface="Amasis MT Pro" panose="02040504050005020304" pitchFamily="18" charset="0"/>
              </a:rPr>
              <a:t> + 0x64 + 0x32 + </a:t>
            </a:r>
            <a:r>
              <a:rPr lang="es-ES" sz="2400">
                <a:solidFill>
                  <a:schemeClr val="bg2">
                    <a:lumMod val="50000"/>
                  </a:schemeClr>
                </a:solidFill>
                <a:latin typeface="Amasis MT Pro" panose="02040504050005020304" pitchFamily="18" charset="0"/>
              </a:rPr>
              <a:t>1x16</a:t>
            </a:r>
            <a:r>
              <a:rPr lang="es-ES" sz="2400">
                <a:latin typeface="Amasis MT Pro" panose="02040504050005020304" pitchFamily="18" charset="0"/>
              </a:rPr>
              <a:t> + 0x8 + </a:t>
            </a:r>
            <a:r>
              <a:rPr lang="es-ES" sz="2400">
                <a:solidFill>
                  <a:schemeClr val="bg2">
                    <a:lumMod val="50000"/>
                  </a:schemeClr>
                </a:solidFill>
                <a:latin typeface="Amasis MT Pro" panose="02040504050005020304" pitchFamily="18" charset="0"/>
              </a:rPr>
              <a:t>1x4</a:t>
            </a:r>
            <a:r>
              <a:rPr lang="es-ES" sz="2400">
                <a:latin typeface="Amasis MT Pro" panose="02040504050005020304" pitchFamily="18" charset="0"/>
              </a:rPr>
              <a:t> + </a:t>
            </a:r>
            <a:r>
              <a:rPr lang="es-ES" sz="2400">
                <a:solidFill>
                  <a:schemeClr val="bg2">
                    <a:lumMod val="50000"/>
                  </a:schemeClr>
                </a:solidFill>
                <a:latin typeface="Amasis MT Pro" panose="02040504050005020304" pitchFamily="18" charset="0"/>
              </a:rPr>
              <a:t>1x2</a:t>
            </a:r>
            <a:r>
              <a:rPr lang="es-ES" sz="2400">
                <a:latin typeface="Amasis MT Pro" panose="02040504050005020304" pitchFamily="18" charset="0"/>
              </a:rPr>
              <a:t> + 0</a:t>
            </a:r>
            <a:endParaRPr lang="es-ES" sz="2400" dirty="0">
              <a:latin typeface="Amasis MT Pro" panose="02040504050005020304" pitchFamily="18" charset="0"/>
            </a:endParaRPr>
          </a:p>
        </p:txBody>
      </p:sp>
      <p:sp>
        <p:nvSpPr>
          <p:cNvPr id="32" name="CuadroTexto 31">
            <a:extLst>
              <a:ext uri="{FF2B5EF4-FFF2-40B4-BE49-F238E27FC236}">
                <a16:creationId xmlns:a16="http://schemas.microsoft.com/office/drawing/2014/main" id="{193ED160-111C-D344-5B99-86B750EB45B0}"/>
              </a:ext>
            </a:extLst>
          </p:cNvPr>
          <p:cNvSpPr txBox="1"/>
          <p:nvPr/>
        </p:nvSpPr>
        <p:spPr>
          <a:xfrm>
            <a:off x="1161561" y="2016672"/>
            <a:ext cx="271463" cy="707886"/>
          </a:xfrm>
          <a:prstGeom prst="rect">
            <a:avLst/>
          </a:prstGeom>
          <a:noFill/>
        </p:spPr>
        <p:txBody>
          <a:bodyPr wrap="square" rtlCol="0">
            <a:spAutoFit/>
          </a:bodyPr>
          <a:lstStyle/>
          <a:p>
            <a:pPr algn="ctr"/>
            <a:r>
              <a:rPr lang="es-ES" sz="4000" dirty="0">
                <a:solidFill>
                  <a:schemeClr val="bg2">
                    <a:lumMod val="50000"/>
                  </a:schemeClr>
                </a:solidFill>
                <a:latin typeface="Amasis MT Pro" panose="02040504050005020304" pitchFamily="18" charset="0"/>
              </a:rPr>
              <a:t>1</a:t>
            </a:r>
            <a:endParaRPr lang="es-ES" sz="2000" dirty="0">
              <a:solidFill>
                <a:schemeClr val="bg2">
                  <a:lumMod val="50000"/>
                </a:schemeClr>
              </a:solidFill>
              <a:latin typeface="Amasis MT Pro" panose="02040504050005020304" pitchFamily="18" charset="0"/>
            </a:endParaRPr>
          </a:p>
        </p:txBody>
      </p:sp>
      <p:sp>
        <p:nvSpPr>
          <p:cNvPr id="39" name="CuadroTexto 38">
            <a:extLst>
              <a:ext uri="{FF2B5EF4-FFF2-40B4-BE49-F238E27FC236}">
                <a16:creationId xmlns:a16="http://schemas.microsoft.com/office/drawing/2014/main" id="{03436222-7407-04C6-3801-3A1CF44AB443}"/>
              </a:ext>
            </a:extLst>
          </p:cNvPr>
          <p:cNvSpPr txBox="1"/>
          <p:nvPr/>
        </p:nvSpPr>
        <p:spPr>
          <a:xfrm>
            <a:off x="2089366" y="2016672"/>
            <a:ext cx="271463" cy="707886"/>
          </a:xfrm>
          <a:prstGeom prst="rect">
            <a:avLst/>
          </a:prstGeom>
          <a:noFill/>
        </p:spPr>
        <p:txBody>
          <a:bodyPr wrap="square" rtlCol="0">
            <a:spAutoFit/>
          </a:bodyPr>
          <a:lstStyle/>
          <a:p>
            <a:pPr algn="ctr"/>
            <a:r>
              <a:rPr lang="es-ES" sz="4000" dirty="0">
                <a:latin typeface="Amasis MT Pro" panose="02040504050005020304" pitchFamily="18" charset="0"/>
              </a:rPr>
              <a:t>0</a:t>
            </a:r>
            <a:endParaRPr lang="es-ES" sz="2000" dirty="0">
              <a:latin typeface="Amasis MT Pro" panose="02040504050005020304" pitchFamily="18" charset="0"/>
            </a:endParaRPr>
          </a:p>
        </p:txBody>
      </p:sp>
      <p:sp>
        <p:nvSpPr>
          <p:cNvPr id="40" name="CuadroTexto 39">
            <a:extLst>
              <a:ext uri="{FF2B5EF4-FFF2-40B4-BE49-F238E27FC236}">
                <a16:creationId xmlns:a16="http://schemas.microsoft.com/office/drawing/2014/main" id="{30298091-E81F-60B0-333D-1071876BC2DD}"/>
              </a:ext>
            </a:extLst>
          </p:cNvPr>
          <p:cNvSpPr txBox="1"/>
          <p:nvPr/>
        </p:nvSpPr>
        <p:spPr>
          <a:xfrm>
            <a:off x="3017171" y="2016672"/>
            <a:ext cx="271463" cy="707886"/>
          </a:xfrm>
          <a:prstGeom prst="rect">
            <a:avLst/>
          </a:prstGeom>
          <a:noFill/>
        </p:spPr>
        <p:txBody>
          <a:bodyPr wrap="square" rtlCol="0">
            <a:spAutoFit/>
          </a:bodyPr>
          <a:lstStyle/>
          <a:p>
            <a:pPr algn="ctr"/>
            <a:r>
              <a:rPr lang="es-ES" sz="4000" dirty="0">
                <a:latin typeface="Amasis MT Pro" panose="02040504050005020304" pitchFamily="18" charset="0"/>
              </a:rPr>
              <a:t>0</a:t>
            </a:r>
            <a:endParaRPr lang="es-ES" sz="2000" dirty="0">
              <a:latin typeface="Amasis MT Pro" panose="02040504050005020304" pitchFamily="18" charset="0"/>
            </a:endParaRPr>
          </a:p>
        </p:txBody>
      </p:sp>
      <p:sp>
        <p:nvSpPr>
          <p:cNvPr id="41" name="CuadroTexto 40">
            <a:extLst>
              <a:ext uri="{FF2B5EF4-FFF2-40B4-BE49-F238E27FC236}">
                <a16:creationId xmlns:a16="http://schemas.microsoft.com/office/drawing/2014/main" id="{6FF0A43A-0E69-A232-1B78-32AAB6DBD206}"/>
              </a:ext>
            </a:extLst>
          </p:cNvPr>
          <p:cNvSpPr txBox="1"/>
          <p:nvPr/>
        </p:nvSpPr>
        <p:spPr>
          <a:xfrm>
            <a:off x="3952119" y="2009470"/>
            <a:ext cx="271463" cy="707886"/>
          </a:xfrm>
          <a:prstGeom prst="rect">
            <a:avLst/>
          </a:prstGeom>
          <a:noFill/>
        </p:spPr>
        <p:txBody>
          <a:bodyPr wrap="square" rtlCol="0">
            <a:spAutoFit/>
          </a:bodyPr>
          <a:lstStyle/>
          <a:p>
            <a:pPr algn="ctr"/>
            <a:r>
              <a:rPr lang="es-ES" sz="4000" dirty="0">
                <a:solidFill>
                  <a:schemeClr val="bg2">
                    <a:lumMod val="50000"/>
                  </a:schemeClr>
                </a:solidFill>
                <a:latin typeface="Amasis MT Pro" panose="02040504050005020304" pitchFamily="18" charset="0"/>
              </a:rPr>
              <a:t>1</a:t>
            </a:r>
            <a:endParaRPr lang="es-ES" sz="2000" dirty="0">
              <a:solidFill>
                <a:schemeClr val="bg2">
                  <a:lumMod val="50000"/>
                </a:schemeClr>
              </a:solidFill>
              <a:latin typeface="Amasis MT Pro" panose="02040504050005020304" pitchFamily="18" charset="0"/>
            </a:endParaRPr>
          </a:p>
        </p:txBody>
      </p:sp>
      <p:sp>
        <p:nvSpPr>
          <p:cNvPr id="42" name="CuadroTexto 41">
            <a:extLst>
              <a:ext uri="{FF2B5EF4-FFF2-40B4-BE49-F238E27FC236}">
                <a16:creationId xmlns:a16="http://schemas.microsoft.com/office/drawing/2014/main" id="{19B43131-B118-585C-5988-65964F391A3A}"/>
              </a:ext>
            </a:extLst>
          </p:cNvPr>
          <p:cNvSpPr txBox="1"/>
          <p:nvPr/>
        </p:nvSpPr>
        <p:spPr>
          <a:xfrm>
            <a:off x="4878996" y="2009470"/>
            <a:ext cx="271463" cy="707886"/>
          </a:xfrm>
          <a:prstGeom prst="rect">
            <a:avLst/>
          </a:prstGeom>
          <a:noFill/>
        </p:spPr>
        <p:txBody>
          <a:bodyPr wrap="square" rtlCol="0">
            <a:spAutoFit/>
          </a:bodyPr>
          <a:lstStyle/>
          <a:p>
            <a:pPr algn="ctr"/>
            <a:r>
              <a:rPr lang="es-ES" sz="4000" dirty="0">
                <a:latin typeface="Amasis MT Pro" panose="02040504050005020304" pitchFamily="18" charset="0"/>
              </a:rPr>
              <a:t>0</a:t>
            </a:r>
            <a:endParaRPr lang="es-ES" sz="1350" dirty="0">
              <a:latin typeface="Amasis MT Pro" panose="02040504050005020304" pitchFamily="18" charset="0"/>
            </a:endParaRPr>
          </a:p>
        </p:txBody>
      </p:sp>
      <p:sp>
        <p:nvSpPr>
          <p:cNvPr id="43" name="CuadroTexto 42">
            <a:extLst>
              <a:ext uri="{FF2B5EF4-FFF2-40B4-BE49-F238E27FC236}">
                <a16:creationId xmlns:a16="http://schemas.microsoft.com/office/drawing/2014/main" id="{1F8A968D-2446-7761-78EE-3E03A0599A8C}"/>
              </a:ext>
            </a:extLst>
          </p:cNvPr>
          <p:cNvSpPr txBox="1"/>
          <p:nvPr/>
        </p:nvSpPr>
        <p:spPr>
          <a:xfrm>
            <a:off x="5812534" y="2016672"/>
            <a:ext cx="271463" cy="707886"/>
          </a:xfrm>
          <a:prstGeom prst="rect">
            <a:avLst/>
          </a:prstGeom>
          <a:noFill/>
        </p:spPr>
        <p:txBody>
          <a:bodyPr wrap="square" rtlCol="0">
            <a:spAutoFit/>
          </a:bodyPr>
          <a:lstStyle/>
          <a:p>
            <a:pPr algn="ctr"/>
            <a:r>
              <a:rPr lang="es-ES" sz="4000" dirty="0">
                <a:solidFill>
                  <a:schemeClr val="bg2">
                    <a:lumMod val="50000"/>
                  </a:schemeClr>
                </a:solidFill>
                <a:latin typeface="Amasis MT Pro" panose="02040504050005020304" pitchFamily="18" charset="0"/>
              </a:rPr>
              <a:t>1</a:t>
            </a:r>
            <a:endParaRPr lang="es-ES" sz="1350" dirty="0">
              <a:solidFill>
                <a:schemeClr val="bg2">
                  <a:lumMod val="50000"/>
                </a:schemeClr>
              </a:solidFill>
              <a:latin typeface="Amasis MT Pro" panose="02040504050005020304" pitchFamily="18" charset="0"/>
            </a:endParaRPr>
          </a:p>
        </p:txBody>
      </p:sp>
      <p:sp>
        <p:nvSpPr>
          <p:cNvPr id="44" name="CuadroTexto 43">
            <a:extLst>
              <a:ext uri="{FF2B5EF4-FFF2-40B4-BE49-F238E27FC236}">
                <a16:creationId xmlns:a16="http://schemas.microsoft.com/office/drawing/2014/main" id="{2C936E09-80B1-3EA6-ED04-5D2CA4F9DB17}"/>
              </a:ext>
            </a:extLst>
          </p:cNvPr>
          <p:cNvSpPr txBox="1"/>
          <p:nvPr/>
        </p:nvSpPr>
        <p:spPr>
          <a:xfrm>
            <a:off x="6746072" y="2020258"/>
            <a:ext cx="271463" cy="707886"/>
          </a:xfrm>
          <a:prstGeom prst="rect">
            <a:avLst/>
          </a:prstGeom>
          <a:noFill/>
        </p:spPr>
        <p:txBody>
          <a:bodyPr wrap="square" rtlCol="0">
            <a:spAutoFit/>
          </a:bodyPr>
          <a:lstStyle/>
          <a:p>
            <a:pPr algn="ctr"/>
            <a:r>
              <a:rPr lang="es-ES" sz="4000" dirty="0">
                <a:solidFill>
                  <a:schemeClr val="bg2">
                    <a:lumMod val="50000"/>
                  </a:schemeClr>
                </a:solidFill>
                <a:latin typeface="Amasis MT Pro" panose="02040504050005020304" pitchFamily="18" charset="0"/>
              </a:rPr>
              <a:t>1</a:t>
            </a:r>
            <a:endParaRPr lang="es-ES" sz="2000" dirty="0">
              <a:solidFill>
                <a:schemeClr val="bg2">
                  <a:lumMod val="50000"/>
                </a:schemeClr>
              </a:solidFill>
              <a:latin typeface="Amasis MT Pro" panose="02040504050005020304" pitchFamily="18" charset="0"/>
            </a:endParaRPr>
          </a:p>
        </p:txBody>
      </p:sp>
      <p:sp>
        <p:nvSpPr>
          <p:cNvPr id="45" name="CuadroTexto 44">
            <a:extLst>
              <a:ext uri="{FF2B5EF4-FFF2-40B4-BE49-F238E27FC236}">
                <a16:creationId xmlns:a16="http://schemas.microsoft.com/office/drawing/2014/main" id="{200E9B51-2269-2915-EA84-4E22BD4995FB}"/>
              </a:ext>
            </a:extLst>
          </p:cNvPr>
          <p:cNvSpPr txBox="1"/>
          <p:nvPr/>
        </p:nvSpPr>
        <p:spPr>
          <a:xfrm>
            <a:off x="7679610" y="2009470"/>
            <a:ext cx="271463" cy="707886"/>
          </a:xfrm>
          <a:prstGeom prst="rect">
            <a:avLst/>
          </a:prstGeom>
          <a:noFill/>
        </p:spPr>
        <p:txBody>
          <a:bodyPr wrap="square" rtlCol="0">
            <a:spAutoFit/>
          </a:bodyPr>
          <a:lstStyle/>
          <a:p>
            <a:pPr algn="ctr"/>
            <a:r>
              <a:rPr lang="es-ES" sz="4000" dirty="0">
                <a:latin typeface="Amasis MT Pro" panose="02040504050005020304" pitchFamily="18" charset="0"/>
              </a:rPr>
              <a:t>0</a:t>
            </a:r>
            <a:endParaRPr lang="es-ES" sz="2000" dirty="0">
              <a:latin typeface="Amasis MT Pro" panose="02040504050005020304" pitchFamily="18" charset="0"/>
            </a:endParaRPr>
          </a:p>
        </p:txBody>
      </p:sp>
      <p:pic>
        <p:nvPicPr>
          <p:cNvPr id="46" name="Imagen 45" descr="Forma, Cuadrado&#10;&#10;El contenido generado por IA puede ser incorrecto.">
            <a:extLst>
              <a:ext uri="{FF2B5EF4-FFF2-40B4-BE49-F238E27FC236}">
                <a16:creationId xmlns:a16="http://schemas.microsoft.com/office/drawing/2014/main" id="{8DEE75D0-39B3-4DA8-C088-47796EA11CA6}"/>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7434635" y="3033267"/>
            <a:ext cx="761411" cy="268733"/>
          </a:xfrm>
          <a:prstGeom prst="rect">
            <a:avLst/>
          </a:prstGeom>
        </p:spPr>
      </p:pic>
    </p:spTree>
    <p:extLst>
      <p:ext uri="{BB962C8B-B14F-4D97-AF65-F5344CB8AC3E}">
        <p14:creationId xmlns:p14="http://schemas.microsoft.com/office/powerpoint/2010/main" val="1856285192"/>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1D00E40F-6940-735A-686C-FE3378F894AE}"/>
            </a:ext>
          </a:extLst>
        </p:cNvPr>
        <p:cNvGrpSpPr/>
        <p:nvPr/>
      </p:nvGrpSpPr>
      <p:grpSpPr>
        <a:xfrm>
          <a:off x="0" y="0"/>
          <a:ext cx="0" cy="0"/>
          <a:chOff x="0" y="0"/>
          <a:chExt cx="0" cy="0"/>
        </a:xfrm>
      </p:grpSpPr>
      <p:sp>
        <p:nvSpPr>
          <p:cNvPr id="3" name="CuadroTexto 2">
            <a:extLst>
              <a:ext uri="{FF2B5EF4-FFF2-40B4-BE49-F238E27FC236}">
                <a16:creationId xmlns:a16="http://schemas.microsoft.com/office/drawing/2014/main" id="{82F199F1-7B3C-20D9-E918-03439A8E7FE8}"/>
              </a:ext>
            </a:extLst>
          </p:cNvPr>
          <p:cNvSpPr txBox="1"/>
          <p:nvPr/>
        </p:nvSpPr>
        <p:spPr>
          <a:xfrm>
            <a:off x="-5693" y="1099241"/>
            <a:ext cx="9144000" cy="461665"/>
          </a:xfrm>
          <a:prstGeom prst="rect">
            <a:avLst/>
          </a:prstGeom>
          <a:noFill/>
        </p:spPr>
        <p:txBody>
          <a:bodyPr wrap="square" rtlCol="0">
            <a:spAutoFit/>
          </a:bodyPr>
          <a:lstStyle/>
          <a:p>
            <a:pPr algn="ctr"/>
            <a:r>
              <a:rPr lang="es-ES" sz="2400" b="1" i="1" dirty="0">
                <a:solidFill>
                  <a:schemeClr val="bg2">
                    <a:lumMod val="50000"/>
                  </a:schemeClr>
                </a:solidFill>
                <a:latin typeface="Amasis MT Pro" panose="02040504050005020304" pitchFamily="18" charset="0"/>
              </a:rPr>
              <a:t>Regla-105</a:t>
            </a:r>
            <a:r>
              <a:rPr lang="es-ES" sz="2400" dirty="0">
                <a:solidFill>
                  <a:schemeClr val="bg2">
                    <a:lumMod val="50000"/>
                  </a:schemeClr>
                </a:solidFill>
                <a:latin typeface="Amasis MT Pro" panose="02040504050005020304" pitchFamily="18" charset="0"/>
              </a:rPr>
              <a:t> </a:t>
            </a:r>
            <a:r>
              <a:rPr lang="es-ES" sz="2400" dirty="0">
                <a:latin typeface="Amasis MT Pro" panose="02040504050005020304" pitchFamily="18" charset="0"/>
              </a:rPr>
              <a:t>= 0x128 + </a:t>
            </a:r>
            <a:r>
              <a:rPr lang="es-ES" sz="2400" dirty="0">
                <a:solidFill>
                  <a:schemeClr val="bg2">
                    <a:lumMod val="50000"/>
                  </a:schemeClr>
                </a:solidFill>
                <a:latin typeface="Amasis MT Pro" panose="02040504050005020304" pitchFamily="18" charset="0"/>
              </a:rPr>
              <a:t>1x64</a:t>
            </a:r>
            <a:r>
              <a:rPr lang="es-ES" sz="2400" dirty="0">
                <a:latin typeface="Amasis MT Pro" panose="02040504050005020304" pitchFamily="18" charset="0"/>
              </a:rPr>
              <a:t> + </a:t>
            </a:r>
            <a:r>
              <a:rPr lang="es-ES" sz="2400" dirty="0">
                <a:solidFill>
                  <a:schemeClr val="bg2">
                    <a:lumMod val="50000"/>
                  </a:schemeClr>
                </a:solidFill>
                <a:latin typeface="Amasis MT Pro" panose="02040504050005020304" pitchFamily="18" charset="0"/>
              </a:rPr>
              <a:t>1x32</a:t>
            </a:r>
            <a:r>
              <a:rPr lang="es-ES" sz="2400" dirty="0">
                <a:latin typeface="Amasis MT Pro" panose="02040504050005020304" pitchFamily="18" charset="0"/>
              </a:rPr>
              <a:t> + 0x16 + </a:t>
            </a:r>
            <a:r>
              <a:rPr lang="es-ES" sz="2400" dirty="0">
                <a:solidFill>
                  <a:schemeClr val="bg2">
                    <a:lumMod val="50000"/>
                  </a:schemeClr>
                </a:solidFill>
                <a:latin typeface="Amasis MT Pro" panose="02040504050005020304" pitchFamily="18" charset="0"/>
              </a:rPr>
              <a:t>1x8</a:t>
            </a:r>
            <a:r>
              <a:rPr lang="es-ES" sz="2400" dirty="0">
                <a:latin typeface="Amasis MT Pro" panose="02040504050005020304" pitchFamily="18" charset="0"/>
              </a:rPr>
              <a:t> + 0x4 + 0x2 + </a:t>
            </a:r>
            <a:r>
              <a:rPr lang="es-ES" sz="2400" dirty="0">
                <a:solidFill>
                  <a:schemeClr val="bg2">
                    <a:lumMod val="50000"/>
                  </a:schemeClr>
                </a:solidFill>
                <a:latin typeface="Amasis MT Pro" panose="02040504050005020304" pitchFamily="18" charset="0"/>
              </a:rPr>
              <a:t>1</a:t>
            </a:r>
          </a:p>
        </p:txBody>
      </p:sp>
      <p:sp>
        <p:nvSpPr>
          <p:cNvPr id="5" name="CuadroTexto 4">
            <a:extLst>
              <a:ext uri="{FF2B5EF4-FFF2-40B4-BE49-F238E27FC236}">
                <a16:creationId xmlns:a16="http://schemas.microsoft.com/office/drawing/2014/main" id="{44AAF1F0-F521-3E95-2E81-86C14E507123}"/>
              </a:ext>
            </a:extLst>
          </p:cNvPr>
          <p:cNvSpPr txBox="1"/>
          <p:nvPr/>
        </p:nvSpPr>
        <p:spPr>
          <a:xfrm>
            <a:off x="1166627" y="2018386"/>
            <a:ext cx="271463" cy="707886"/>
          </a:xfrm>
          <a:prstGeom prst="rect">
            <a:avLst/>
          </a:prstGeom>
          <a:noFill/>
        </p:spPr>
        <p:txBody>
          <a:bodyPr wrap="square" rtlCol="0">
            <a:spAutoFit/>
          </a:bodyPr>
          <a:lstStyle/>
          <a:p>
            <a:pPr algn="ctr"/>
            <a:r>
              <a:rPr lang="es-ES" sz="4000" dirty="0">
                <a:latin typeface="Amasis MT Pro" panose="02040504050005020304" pitchFamily="18" charset="0"/>
              </a:rPr>
              <a:t>0</a:t>
            </a:r>
            <a:endParaRPr lang="es-ES" sz="2000" dirty="0">
              <a:latin typeface="Amasis MT Pro" panose="02040504050005020304" pitchFamily="18" charset="0"/>
            </a:endParaRPr>
          </a:p>
        </p:txBody>
      </p:sp>
      <p:sp>
        <p:nvSpPr>
          <p:cNvPr id="8" name="CuadroTexto 7">
            <a:extLst>
              <a:ext uri="{FF2B5EF4-FFF2-40B4-BE49-F238E27FC236}">
                <a16:creationId xmlns:a16="http://schemas.microsoft.com/office/drawing/2014/main" id="{FC2FB1F2-2DB7-94D9-43E9-E88B59D56C38}"/>
              </a:ext>
            </a:extLst>
          </p:cNvPr>
          <p:cNvSpPr txBox="1"/>
          <p:nvPr/>
        </p:nvSpPr>
        <p:spPr>
          <a:xfrm>
            <a:off x="2094432" y="2018386"/>
            <a:ext cx="271463" cy="707886"/>
          </a:xfrm>
          <a:prstGeom prst="rect">
            <a:avLst/>
          </a:prstGeom>
          <a:noFill/>
        </p:spPr>
        <p:txBody>
          <a:bodyPr wrap="square" rtlCol="0">
            <a:spAutoFit/>
          </a:bodyPr>
          <a:lstStyle/>
          <a:p>
            <a:pPr algn="ctr"/>
            <a:r>
              <a:rPr lang="es-ES" sz="4000" dirty="0">
                <a:solidFill>
                  <a:schemeClr val="bg2">
                    <a:lumMod val="50000"/>
                  </a:schemeClr>
                </a:solidFill>
                <a:latin typeface="Amasis MT Pro" panose="02040504050005020304" pitchFamily="18" charset="0"/>
              </a:rPr>
              <a:t>1</a:t>
            </a:r>
            <a:endParaRPr lang="es-ES" sz="2000" dirty="0">
              <a:solidFill>
                <a:schemeClr val="bg2">
                  <a:lumMod val="50000"/>
                </a:schemeClr>
              </a:solidFill>
              <a:latin typeface="Amasis MT Pro" panose="02040504050005020304" pitchFamily="18" charset="0"/>
            </a:endParaRPr>
          </a:p>
        </p:txBody>
      </p:sp>
      <p:sp>
        <p:nvSpPr>
          <p:cNvPr id="9" name="CuadroTexto 8">
            <a:extLst>
              <a:ext uri="{FF2B5EF4-FFF2-40B4-BE49-F238E27FC236}">
                <a16:creationId xmlns:a16="http://schemas.microsoft.com/office/drawing/2014/main" id="{6D0E7C74-7C71-D8D8-109B-42F754BEF824}"/>
              </a:ext>
            </a:extLst>
          </p:cNvPr>
          <p:cNvSpPr txBox="1"/>
          <p:nvPr/>
        </p:nvSpPr>
        <p:spPr>
          <a:xfrm>
            <a:off x="3022237" y="2018386"/>
            <a:ext cx="271463" cy="707886"/>
          </a:xfrm>
          <a:prstGeom prst="rect">
            <a:avLst/>
          </a:prstGeom>
          <a:noFill/>
        </p:spPr>
        <p:txBody>
          <a:bodyPr wrap="square" rtlCol="0">
            <a:spAutoFit/>
          </a:bodyPr>
          <a:lstStyle/>
          <a:p>
            <a:pPr algn="ctr"/>
            <a:r>
              <a:rPr lang="es-ES" sz="4000" dirty="0">
                <a:solidFill>
                  <a:schemeClr val="bg2">
                    <a:lumMod val="50000"/>
                  </a:schemeClr>
                </a:solidFill>
                <a:latin typeface="Amasis MT Pro" panose="02040504050005020304" pitchFamily="18" charset="0"/>
              </a:rPr>
              <a:t>1</a:t>
            </a:r>
            <a:endParaRPr lang="es-ES" sz="2000" dirty="0">
              <a:solidFill>
                <a:schemeClr val="bg2">
                  <a:lumMod val="50000"/>
                </a:schemeClr>
              </a:solidFill>
              <a:latin typeface="Amasis MT Pro" panose="02040504050005020304" pitchFamily="18" charset="0"/>
            </a:endParaRPr>
          </a:p>
        </p:txBody>
      </p:sp>
      <p:sp>
        <p:nvSpPr>
          <p:cNvPr id="10" name="CuadroTexto 9">
            <a:extLst>
              <a:ext uri="{FF2B5EF4-FFF2-40B4-BE49-F238E27FC236}">
                <a16:creationId xmlns:a16="http://schemas.microsoft.com/office/drawing/2014/main" id="{670B5351-F088-619A-591D-56F1AD176258}"/>
              </a:ext>
            </a:extLst>
          </p:cNvPr>
          <p:cNvSpPr txBox="1"/>
          <p:nvPr/>
        </p:nvSpPr>
        <p:spPr>
          <a:xfrm>
            <a:off x="3957185" y="2011184"/>
            <a:ext cx="271463" cy="707886"/>
          </a:xfrm>
          <a:prstGeom prst="rect">
            <a:avLst/>
          </a:prstGeom>
          <a:noFill/>
        </p:spPr>
        <p:txBody>
          <a:bodyPr wrap="square" rtlCol="0">
            <a:spAutoFit/>
          </a:bodyPr>
          <a:lstStyle/>
          <a:p>
            <a:pPr algn="ctr"/>
            <a:r>
              <a:rPr lang="es-ES" sz="4000" dirty="0">
                <a:latin typeface="Amasis MT Pro" panose="02040504050005020304" pitchFamily="18" charset="0"/>
              </a:rPr>
              <a:t>0</a:t>
            </a:r>
            <a:endParaRPr lang="es-ES" sz="2000" dirty="0">
              <a:latin typeface="Amasis MT Pro" panose="02040504050005020304" pitchFamily="18" charset="0"/>
            </a:endParaRPr>
          </a:p>
        </p:txBody>
      </p:sp>
      <p:sp>
        <p:nvSpPr>
          <p:cNvPr id="11" name="CuadroTexto 10">
            <a:extLst>
              <a:ext uri="{FF2B5EF4-FFF2-40B4-BE49-F238E27FC236}">
                <a16:creationId xmlns:a16="http://schemas.microsoft.com/office/drawing/2014/main" id="{F7055DA7-ABC7-548B-8A0A-0D260EBABFED}"/>
              </a:ext>
            </a:extLst>
          </p:cNvPr>
          <p:cNvSpPr txBox="1"/>
          <p:nvPr/>
        </p:nvSpPr>
        <p:spPr>
          <a:xfrm>
            <a:off x="4884062" y="2011184"/>
            <a:ext cx="271463" cy="707886"/>
          </a:xfrm>
          <a:prstGeom prst="rect">
            <a:avLst/>
          </a:prstGeom>
          <a:noFill/>
        </p:spPr>
        <p:txBody>
          <a:bodyPr wrap="square" rtlCol="0">
            <a:spAutoFit/>
          </a:bodyPr>
          <a:lstStyle/>
          <a:p>
            <a:pPr algn="ctr"/>
            <a:r>
              <a:rPr lang="es-ES" sz="4000" dirty="0">
                <a:solidFill>
                  <a:schemeClr val="bg2">
                    <a:lumMod val="50000"/>
                  </a:schemeClr>
                </a:solidFill>
                <a:latin typeface="Amasis MT Pro" panose="02040504050005020304" pitchFamily="18" charset="0"/>
              </a:rPr>
              <a:t>1</a:t>
            </a:r>
            <a:endParaRPr lang="es-ES" sz="1350" dirty="0">
              <a:solidFill>
                <a:schemeClr val="bg2">
                  <a:lumMod val="50000"/>
                </a:schemeClr>
              </a:solidFill>
              <a:latin typeface="Amasis MT Pro" panose="02040504050005020304" pitchFamily="18" charset="0"/>
            </a:endParaRPr>
          </a:p>
        </p:txBody>
      </p:sp>
      <p:sp>
        <p:nvSpPr>
          <p:cNvPr id="12" name="CuadroTexto 11">
            <a:extLst>
              <a:ext uri="{FF2B5EF4-FFF2-40B4-BE49-F238E27FC236}">
                <a16:creationId xmlns:a16="http://schemas.microsoft.com/office/drawing/2014/main" id="{6709C719-A886-ECAB-AE27-6EEBC4BBD995}"/>
              </a:ext>
            </a:extLst>
          </p:cNvPr>
          <p:cNvSpPr txBox="1"/>
          <p:nvPr/>
        </p:nvSpPr>
        <p:spPr>
          <a:xfrm>
            <a:off x="5817600" y="2018386"/>
            <a:ext cx="271463" cy="707886"/>
          </a:xfrm>
          <a:prstGeom prst="rect">
            <a:avLst/>
          </a:prstGeom>
          <a:noFill/>
        </p:spPr>
        <p:txBody>
          <a:bodyPr wrap="square" rtlCol="0">
            <a:spAutoFit/>
          </a:bodyPr>
          <a:lstStyle/>
          <a:p>
            <a:pPr algn="ctr"/>
            <a:r>
              <a:rPr lang="es-ES" sz="4000" dirty="0">
                <a:latin typeface="Amasis MT Pro" panose="02040504050005020304" pitchFamily="18" charset="0"/>
              </a:rPr>
              <a:t>0</a:t>
            </a:r>
            <a:endParaRPr lang="es-ES" sz="1350" dirty="0">
              <a:latin typeface="Amasis MT Pro" panose="02040504050005020304" pitchFamily="18" charset="0"/>
            </a:endParaRPr>
          </a:p>
        </p:txBody>
      </p:sp>
      <p:sp>
        <p:nvSpPr>
          <p:cNvPr id="13" name="CuadroTexto 12">
            <a:extLst>
              <a:ext uri="{FF2B5EF4-FFF2-40B4-BE49-F238E27FC236}">
                <a16:creationId xmlns:a16="http://schemas.microsoft.com/office/drawing/2014/main" id="{C891B102-4CB7-2D07-D116-324A7F5D525F}"/>
              </a:ext>
            </a:extLst>
          </p:cNvPr>
          <p:cNvSpPr txBox="1"/>
          <p:nvPr/>
        </p:nvSpPr>
        <p:spPr>
          <a:xfrm>
            <a:off x="6751138" y="2021972"/>
            <a:ext cx="271463" cy="707886"/>
          </a:xfrm>
          <a:prstGeom prst="rect">
            <a:avLst/>
          </a:prstGeom>
          <a:noFill/>
        </p:spPr>
        <p:txBody>
          <a:bodyPr wrap="square" rtlCol="0">
            <a:spAutoFit/>
          </a:bodyPr>
          <a:lstStyle/>
          <a:p>
            <a:pPr algn="ctr"/>
            <a:r>
              <a:rPr lang="es-ES" sz="4000" dirty="0">
                <a:latin typeface="Amasis MT Pro" panose="02040504050005020304" pitchFamily="18" charset="0"/>
              </a:rPr>
              <a:t>0</a:t>
            </a:r>
            <a:endParaRPr lang="es-ES" sz="2000" dirty="0">
              <a:latin typeface="Amasis MT Pro" panose="02040504050005020304" pitchFamily="18" charset="0"/>
            </a:endParaRPr>
          </a:p>
        </p:txBody>
      </p:sp>
      <p:sp>
        <p:nvSpPr>
          <p:cNvPr id="14" name="CuadroTexto 13">
            <a:extLst>
              <a:ext uri="{FF2B5EF4-FFF2-40B4-BE49-F238E27FC236}">
                <a16:creationId xmlns:a16="http://schemas.microsoft.com/office/drawing/2014/main" id="{8D7CDF7C-34AD-B733-BC4D-3CC31CA82D91}"/>
              </a:ext>
            </a:extLst>
          </p:cNvPr>
          <p:cNvSpPr txBox="1"/>
          <p:nvPr/>
        </p:nvSpPr>
        <p:spPr>
          <a:xfrm>
            <a:off x="7684676" y="2011184"/>
            <a:ext cx="271463" cy="707886"/>
          </a:xfrm>
          <a:prstGeom prst="rect">
            <a:avLst/>
          </a:prstGeom>
          <a:noFill/>
        </p:spPr>
        <p:txBody>
          <a:bodyPr wrap="square" rtlCol="0">
            <a:spAutoFit/>
          </a:bodyPr>
          <a:lstStyle/>
          <a:p>
            <a:pPr algn="ctr"/>
            <a:r>
              <a:rPr lang="es-ES" sz="4000" dirty="0">
                <a:solidFill>
                  <a:schemeClr val="bg2">
                    <a:lumMod val="50000"/>
                  </a:schemeClr>
                </a:solidFill>
                <a:latin typeface="Amasis MT Pro" panose="02040504050005020304" pitchFamily="18" charset="0"/>
              </a:rPr>
              <a:t>1</a:t>
            </a:r>
            <a:endParaRPr lang="es-ES" sz="2000" dirty="0">
              <a:solidFill>
                <a:schemeClr val="bg2">
                  <a:lumMod val="50000"/>
                </a:schemeClr>
              </a:solidFill>
              <a:latin typeface="Amasis MT Pro" panose="02040504050005020304" pitchFamily="18" charset="0"/>
            </a:endParaRPr>
          </a:p>
        </p:txBody>
      </p:sp>
      <p:pic>
        <p:nvPicPr>
          <p:cNvPr id="16" name="Imagen 15" descr="Forma, Cuadrado&#10;&#10;El contenido generado por IA puede ser incorrecto.">
            <a:extLst>
              <a:ext uri="{FF2B5EF4-FFF2-40B4-BE49-F238E27FC236}">
                <a16:creationId xmlns:a16="http://schemas.microsoft.com/office/drawing/2014/main" id="{A203CE10-1E9C-BF47-9BB5-5E21C4FFC42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439701" y="3034981"/>
            <a:ext cx="761411" cy="268733"/>
          </a:xfrm>
          <a:prstGeom prst="rect">
            <a:avLst/>
          </a:prstGeom>
        </p:spPr>
      </p:pic>
      <p:pic>
        <p:nvPicPr>
          <p:cNvPr id="18" name="Imagen 17" descr="Forma, Cuadrado&#10;&#10;El contenido generado por IA puede ser incorrecto.">
            <a:extLst>
              <a:ext uri="{FF2B5EF4-FFF2-40B4-BE49-F238E27FC236}">
                <a16:creationId xmlns:a16="http://schemas.microsoft.com/office/drawing/2014/main" id="{D22C8FDD-A236-4639-F2CA-BE342FB6D5C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502865" y="3044702"/>
            <a:ext cx="761411" cy="268733"/>
          </a:xfrm>
          <a:prstGeom prst="rect">
            <a:avLst/>
          </a:prstGeom>
        </p:spPr>
      </p:pic>
      <p:pic>
        <p:nvPicPr>
          <p:cNvPr id="20" name="Imagen 19" descr="Icono&#10;&#10;El contenido generado por IA puede ser incorrecto.">
            <a:extLst>
              <a:ext uri="{FF2B5EF4-FFF2-40B4-BE49-F238E27FC236}">
                <a16:creationId xmlns:a16="http://schemas.microsoft.com/office/drawing/2014/main" id="{7AF82AD8-8CB6-6933-6623-FEAD58DDC79B}"/>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572625" y="3045334"/>
            <a:ext cx="761411" cy="268733"/>
          </a:xfrm>
          <a:prstGeom prst="rect">
            <a:avLst/>
          </a:prstGeom>
        </p:spPr>
      </p:pic>
      <p:pic>
        <p:nvPicPr>
          <p:cNvPr id="22" name="Imagen 21" descr="Icono&#10;&#10;El contenido generado por IA puede ser incorrecto.">
            <a:extLst>
              <a:ext uri="{FF2B5EF4-FFF2-40B4-BE49-F238E27FC236}">
                <a16:creationId xmlns:a16="http://schemas.microsoft.com/office/drawing/2014/main" id="{625A1769-8D43-1F2B-20D8-906B2AA0A2F0}"/>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639087" y="3052955"/>
            <a:ext cx="761411" cy="268733"/>
          </a:xfrm>
          <a:prstGeom prst="rect">
            <a:avLst/>
          </a:prstGeom>
        </p:spPr>
      </p:pic>
      <p:pic>
        <p:nvPicPr>
          <p:cNvPr id="24" name="Imagen 23" descr="Forma, Cuadrado&#10;&#10;El contenido generado por IA puede ser incorrecto.">
            <a:extLst>
              <a:ext uri="{FF2B5EF4-FFF2-40B4-BE49-F238E27FC236}">
                <a16:creationId xmlns:a16="http://schemas.microsoft.com/office/drawing/2014/main" id="{52193381-C863-8BE2-B34F-4ED9242C6965}"/>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3708847" y="3052955"/>
            <a:ext cx="761411" cy="268733"/>
          </a:xfrm>
          <a:prstGeom prst="rect">
            <a:avLst/>
          </a:prstGeom>
        </p:spPr>
      </p:pic>
      <p:pic>
        <p:nvPicPr>
          <p:cNvPr id="26" name="Imagen 25" descr="Forma, Cuadrado&#10;&#10;El contenido generado por IA puede ser incorrecto.">
            <a:extLst>
              <a:ext uri="{FF2B5EF4-FFF2-40B4-BE49-F238E27FC236}">
                <a16:creationId xmlns:a16="http://schemas.microsoft.com/office/drawing/2014/main" id="{0637C597-4AFD-8452-C79D-ECD261CC1112}"/>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2776389" y="3045335"/>
            <a:ext cx="761411" cy="268733"/>
          </a:xfrm>
          <a:prstGeom prst="rect">
            <a:avLst/>
          </a:prstGeom>
        </p:spPr>
      </p:pic>
      <p:pic>
        <p:nvPicPr>
          <p:cNvPr id="28" name="Imagen 27" descr="Icono&#10;&#10;El contenido generado por IA puede ser incorrecto.">
            <a:extLst>
              <a:ext uri="{FF2B5EF4-FFF2-40B4-BE49-F238E27FC236}">
                <a16:creationId xmlns:a16="http://schemas.microsoft.com/office/drawing/2014/main" id="{289980E2-C493-3788-752E-2479A16736F4}"/>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1854110" y="3049385"/>
            <a:ext cx="761411" cy="268733"/>
          </a:xfrm>
          <a:prstGeom prst="rect">
            <a:avLst/>
          </a:prstGeom>
        </p:spPr>
      </p:pic>
      <p:pic>
        <p:nvPicPr>
          <p:cNvPr id="30" name="Imagen 29" descr="Icono&#10;&#10;El contenido generado por IA puede ser incorrecto.">
            <a:extLst>
              <a:ext uri="{FF2B5EF4-FFF2-40B4-BE49-F238E27FC236}">
                <a16:creationId xmlns:a16="http://schemas.microsoft.com/office/drawing/2014/main" id="{5536DAE7-443B-263D-D5DB-BFFB29512F0C}"/>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921652" y="3049385"/>
            <a:ext cx="761411" cy="268733"/>
          </a:xfrm>
          <a:prstGeom prst="rect">
            <a:avLst/>
          </a:prstGeom>
        </p:spPr>
      </p:pic>
      <p:sp>
        <p:nvSpPr>
          <p:cNvPr id="6" name="CuadroTexto 5">
            <a:extLst>
              <a:ext uri="{FF2B5EF4-FFF2-40B4-BE49-F238E27FC236}">
                <a16:creationId xmlns:a16="http://schemas.microsoft.com/office/drawing/2014/main" id="{E195EC82-4273-0EE3-2FA6-CF202E5EA232}"/>
              </a:ext>
            </a:extLst>
          </p:cNvPr>
          <p:cNvSpPr txBox="1"/>
          <p:nvPr/>
        </p:nvSpPr>
        <p:spPr>
          <a:xfrm>
            <a:off x="-5693" y="0"/>
            <a:ext cx="8782430" cy="646331"/>
          </a:xfrm>
          <a:prstGeom prst="rect">
            <a:avLst/>
          </a:prstGeom>
          <a:noFill/>
        </p:spPr>
        <p:txBody>
          <a:bodyPr wrap="square" rtlCol="0">
            <a:spAutoFit/>
          </a:bodyPr>
          <a:lstStyle/>
          <a:p>
            <a:pPr lvl="2" algn="r"/>
            <a:r>
              <a:rPr lang="es-ES" sz="3600" dirty="0">
                <a:latin typeface="Amasis MT Pro Light" panose="02040304050005020304" pitchFamily="18" charset="0"/>
                <a:cs typeface="Adobe Devanagari" panose="02040503050201020203" pitchFamily="18" charset="0"/>
              </a:rPr>
              <a:t>Subclase U = Fractal</a:t>
            </a:r>
          </a:p>
        </p:txBody>
      </p:sp>
      <p:sp>
        <p:nvSpPr>
          <p:cNvPr id="2" name="CuadroTexto 1">
            <a:extLst>
              <a:ext uri="{FF2B5EF4-FFF2-40B4-BE49-F238E27FC236}">
                <a16:creationId xmlns:a16="http://schemas.microsoft.com/office/drawing/2014/main" id="{15E71321-308E-7991-E9DA-ED7FE08ABBAF}"/>
              </a:ext>
            </a:extLst>
          </p:cNvPr>
          <p:cNvSpPr txBox="1"/>
          <p:nvPr/>
        </p:nvSpPr>
        <p:spPr>
          <a:xfrm>
            <a:off x="-5692" y="3556000"/>
            <a:ext cx="9149692" cy="646331"/>
          </a:xfrm>
          <a:prstGeom prst="rect">
            <a:avLst/>
          </a:prstGeom>
          <a:noFill/>
        </p:spPr>
        <p:txBody>
          <a:bodyPr wrap="square" rtlCol="0">
            <a:spAutoFit/>
          </a:bodyPr>
          <a:lstStyle/>
          <a:p>
            <a:pPr algn="ctr"/>
            <a:r>
              <a:rPr lang="es-ES" dirty="0">
                <a:latin typeface="Amasis MT Pro" panose="02040504050005020304" pitchFamily="18" charset="0"/>
              </a:rPr>
              <a:t>Para cada uno de los bits, si cambio la/las células que se indica (las negras), ¿el resultado </a:t>
            </a:r>
            <a:r>
              <a:rPr lang="es-ES" dirty="0">
                <a:solidFill>
                  <a:schemeClr val="bg2">
                    <a:lumMod val="50000"/>
                  </a:schemeClr>
                </a:solidFill>
                <a:latin typeface="Amasis MT Pro" panose="02040504050005020304" pitchFamily="18" charset="0"/>
              </a:rPr>
              <a:t>cambia (1) o no cambia (0)</a:t>
            </a:r>
            <a:r>
              <a:rPr lang="es-ES" dirty="0">
                <a:latin typeface="Amasis MT Pro" panose="02040504050005020304" pitchFamily="18" charset="0"/>
              </a:rPr>
              <a:t>? </a:t>
            </a:r>
          </a:p>
        </p:txBody>
      </p:sp>
      <p:sp>
        <p:nvSpPr>
          <p:cNvPr id="4" name="CuadroTexto 3">
            <a:extLst>
              <a:ext uri="{FF2B5EF4-FFF2-40B4-BE49-F238E27FC236}">
                <a16:creationId xmlns:a16="http://schemas.microsoft.com/office/drawing/2014/main" id="{478AF21D-28F5-F0DB-5EFB-B13A38B4EAD4}"/>
              </a:ext>
            </a:extLst>
          </p:cNvPr>
          <p:cNvSpPr txBox="1"/>
          <p:nvPr/>
        </p:nvSpPr>
        <p:spPr>
          <a:xfrm>
            <a:off x="1166627" y="4443845"/>
            <a:ext cx="271463" cy="707886"/>
          </a:xfrm>
          <a:prstGeom prst="rect">
            <a:avLst/>
          </a:prstGeom>
          <a:noFill/>
        </p:spPr>
        <p:txBody>
          <a:bodyPr wrap="square" rtlCol="0">
            <a:spAutoFit/>
          </a:bodyPr>
          <a:lstStyle/>
          <a:p>
            <a:pPr algn="ctr"/>
            <a:r>
              <a:rPr lang="es-ES" sz="4000" dirty="0">
                <a:solidFill>
                  <a:schemeClr val="bg2">
                    <a:lumMod val="50000"/>
                  </a:schemeClr>
                </a:solidFill>
                <a:latin typeface="Amasis MT Pro" panose="02040504050005020304" pitchFamily="18" charset="0"/>
              </a:rPr>
              <a:t>1</a:t>
            </a:r>
            <a:endParaRPr lang="es-ES" sz="2000" dirty="0">
              <a:solidFill>
                <a:schemeClr val="bg2">
                  <a:lumMod val="50000"/>
                </a:schemeClr>
              </a:solidFill>
              <a:latin typeface="Amasis MT Pro" panose="02040504050005020304" pitchFamily="18" charset="0"/>
            </a:endParaRPr>
          </a:p>
        </p:txBody>
      </p:sp>
      <p:sp>
        <p:nvSpPr>
          <p:cNvPr id="7" name="CuadroTexto 6">
            <a:extLst>
              <a:ext uri="{FF2B5EF4-FFF2-40B4-BE49-F238E27FC236}">
                <a16:creationId xmlns:a16="http://schemas.microsoft.com/office/drawing/2014/main" id="{811D9F4F-5116-C14F-4C30-88EE8EC26668}"/>
              </a:ext>
            </a:extLst>
          </p:cNvPr>
          <p:cNvSpPr txBox="1"/>
          <p:nvPr/>
        </p:nvSpPr>
        <p:spPr>
          <a:xfrm>
            <a:off x="2094432" y="4443845"/>
            <a:ext cx="271463" cy="707886"/>
          </a:xfrm>
          <a:prstGeom prst="rect">
            <a:avLst/>
          </a:prstGeom>
          <a:noFill/>
        </p:spPr>
        <p:txBody>
          <a:bodyPr wrap="square" rtlCol="0">
            <a:spAutoFit/>
          </a:bodyPr>
          <a:lstStyle/>
          <a:p>
            <a:pPr algn="ctr"/>
            <a:r>
              <a:rPr lang="es-ES" sz="4000" dirty="0">
                <a:latin typeface="Amasis MT Pro" panose="02040504050005020304" pitchFamily="18" charset="0"/>
              </a:rPr>
              <a:t>0</a:t>
            </a:r>
            <a:endParaRPr lang="es-ES" sz="2000" dirty="0">
              <a:latin typeface="Amasis MT Pro" panose="02040504050005020304" pitchFamily="18" charset="0"/>
            </a:endParaRPr>
          </a:p>
        </p:txBody>
      </p:sp>
      <p:sp>
        <p:nvSpPr>
          <p:cNvPr id="15" name="CuadroTexto 14">
            <a:extLst>
              <a:ext uri="{FF2B5EF4-FFF2-40B4-BE49-F238E27FC236}">
                <a16:creationId xmlns:a16="http://schemas.microsoft.com/office/drawing/2014/main" id="{C0AAF086-9EB6-3193-0E34-3E29B90CFD3B}"/>
              </a:ext>
            </a:extLst>
          </p:cNvPr>
          <p:cNvSpPr txBox="1"/>
          <p:nvPr/>
        </p:nvSpPr>
        <p:spPr>
          <a:xfrm>
            <a:off x="3022237" y="4443845"/>
            <a:ext cx="271463" cy="707886"/>
          </a:xfrm>
          <a:prstGeom prst="rect">
            <a:avLst/>
          </a:prstGeom>
          <a:noFill/>
        </p:spPr>
        <p:txBody>
          <a:bodyPr wrap="square" rtlCol="0">
            <a:spAutoFit/>
          </a:bodyPr>
          <a:lstStyle/>
          <a:p>
            <a:pPr algn="ctr"/>
            <a:r>
              <a:rPr lang="es-ES" sz="4000" dirty="0">
                <a:latin typeface="Amasis MT Pro" panose="02040504050005020304" pitchFamily="18" charset="0"/>
              </a:rPr>
              <a:t>0</a:t>
            </a:r>
            <a:endParaRPr lang="es-ES" sz="2000" dirty="0">
              <a:latin typeface="Amasis MT Pro" panose="02040504050005020304" pitchFamily="18" charset="0"/>
            </a:endParaRPr>
          </a:p>
        </p:txBody>
      </p:sp>
      <p:sp>
        <p:nvSpPr>
          <p:cNvPr id="17" name="CuadroTexto 16">
            <a:extLst>
              <a:ext uri="{FF2B5EF4-FFF2-40B4-BE49-F238E27FC236}">
                <a16:creationId xmlns:a16="http://schemas.microsoft.com/office/drawing/2014/main" id="{04A0A5AA-30A7-E308-01C6-E83E889CAE78}"/>
              </a:ext>
            </a:extLst>
          </p:cNvPr>
          <p:cNvSpPr txBox="1"/>
          <p:nvPr/>
        </p:nvSpPr>
        <p:spPr>
          <a:xfrm>
            <a:off x="3957185" y="4436643"/>
            <a:ext cx="271463" cy="707886"/>
          </a:xfrm>
          <a:prstGeom prst="rect">
            <a:avLst/>
          </a:prstGeom>
          <a:noFill/>
        </p:spPr>
        <p:txBody>
          <a:bodyPr wrap="square" rtlCol="0">
            <a:spAutoFit/>
          </a:bodyPr>
          <a:lstStyle/>
          <a:p>
            <a:pPr algn="ctr"/>
            <a:r>
              <a:rPr lang="es-ES" sz="4000" dirty="0">
                <a:solidFill>
                  <a:schemeClr val="bg2">
                    <a:lumMod val="50000"/>
                  </a:schemeClr>
                </a:solidFill>
                <a:latin typeface="Amasis MT Pro" panose="02040504050005020304" pitchFamily="18" charset="0"/>
              </a:rPr>
              <a:t>1</a:t>
            </a:r>
            <a:endParaRPr lang="es-ES" sz="2000" dirty="0">
              <a:solidFill>
                <a:schemeClr val="bg2">
                  <a:lumMod val="50000"/>
                </a:schemeClr>
              </a:solidFill>
              <a:latin typeface="Amasis MT Pro" panose="02040504050005020304" pitchFamily="18" charset="0"/>
            </a:endParaRPr>
          </a:p>
        </p:txBody>
      </p:sp>
      <p:sp>
        <p:nvSpPr>
          <p:cNvPr id="19" name="CuadroTexto 18">
            <a:extLst>
              <a:ext uri="{FF2B5EF4-FFF2-40B4-BE49-F238E27FC236}">
                <a16:creationId xmlns:a16="http://schemas.microsoft.com/office/drawing/2014/main" id="{72D73E83-30EE-AD80-4BB4-CB15C30EFE99}"/>
              </a:ext>
            </a:extLst>
          </p:cNvPr>
          <p:cNvSpPr txBox="1"/>
          <p:nvPr/>
        </p:nvSpPr>
        <p:spPr>
          <a:xfrm>
            <a:off x="4884062" y="4436643"/>
            <a:ext cx="271463" cy="707886"/>
          </a:xfrm>
          <a:prstGeom prst="rect">
            <a:avLst/>
          </a:prstGeom>
          <a:noFill/>
        </p:spPr>
        <p:txBody>
          <a:bodyPr wrap="square" rtlCol="0">
            <a:spAutoFit/>
          </a:bodyPr>
          <a:lstStyle/>
          <a:p>
            <a:pPr algn="ctr"/>
            <a:r>
              <a:rPr lang="es-ES" sz="4000" dirty="0">
                <a:latin typeface="Amasis MT Pro" panose="02040504050005020304" pitchFamily="18" charset="0"/>
              </a:rPr>
              <a:t>0</a:t>
            </a:r>
            <a:endParaRPr lang="es-ES" sz="1350" dirty="0">
              <a:latin typeface="Amasis MT Pro" panose="02040504050005020304" pitchFamily="18" charset="0"/>
            </a:endParaRPr>
          </a:p>
        </p:txBody>
      </p:sp>
      <p:sp>
        <p:nvSpPr>
          <p:cNvPr id="21" name="CuadroTexto 20">
            <a:extLst>
              <a:ext uri="{FF2B5EF4-FFF2-40B4-BE49-F238E27FC236}">
                <a16:creationId xmlns:a16="http://schemas.microsoft.com/office/drawing/2014/main" id="{B8EA2E12-2B51-D01C-71B3-7FA7058BB4B6}"/>
              </a:ext>
            </a:extLst>
          </p:cNvPr>
          <p:cNvSpPr txBox="1"/>
          <p:nvPr/>
        </p:nvSpPr>
        <p:spPr>
          <a:xfrm>
            <a:off x="5817600" y="4443845"/>
            <a:ext cx="271463" cy="707886"/>
          </a:xfrm>
          <a:prstGeom prst="rect">
            <a:avLst/>
          </a:prstGeom>
          <a:noFill/>
        </p:spPr>
        <p:txBody>
          <a:bodyPr wrap="square" rtlCol="0">
            <a:spAutoFit/>
          </a:bodyPr>
          <a:lstStyle/>
          <a:p>
            <a:pPr algn="ctr"/>
            <a:r>
              <a:rPr lang="es-ES" sz="4000" dirty="0">
                <a:solidFill>
                  <a:schemeClr val="bg2">
                    <a:lumMod val="50000"/>
                  </a:schemeClr>
                </a:solidFill>
                <a:latin typeface="Amasis MT Pro" panose="02040504050005020304" pitchFamily="18" charset="0"/>
              </a:rPr>
              <a:t>1</a:t>
            </a:r>
            <a:endParaRPr lang="es-ES" sz="1350" dirty="0">
              <a:solidFill>
                <a:schemeClr val="bg2">
                  <a:lumMod val="50000"/>
                </a:schemeClr>
              </a:solidFill>
              <a:latin typeface="Amasis MT Pro" panose="02040504050005020304" pitchFamily="18" charset="0"/>
            </a:endParaRPr>
          </a:p>
        </p:txBody>
      </p:sp>
      <p:sp>
        <p:nvSpPr>
          <p:cNvPr id="23" name="CuadroTexto 22">
            <a:extLst>
              <a:ext uri="{FF2B5EF4-FFF2-40B4-BE49-F238E27FC236}">
                <a16:creationId xmlns:a16="http://schemas.microsoft.com/office/drawing/2014/main" id="{11C0838D-9194-CB7E-6BCC-CD7C7F7319EE}"/>
              </a:ext>
            </a:extLst>
          </p:cNvPr>
          <p:cNvSpPr txBox="1"/>
          <p:nvPr/>
        </p:nvSpPr>
        <p:spPr>
          <a:xfrm>
            <a:off x="6751138" y="4447431"/>
            <a:ext cx="271463" cy="707886"/>
          </a:xfrm>
          <a:prstGeom prst="rect">
            <a:avLst/>
          </a:prstGeom>
          <a:noFill/>
        </p:spPr>
        <p:txBody>
          <a:bodyPr wrap="square" rtlCol="0">
            <a:spAutoFit/>
          </a:bodyPr>
          <a:lstStyle/>
          <a:p>
            <a:pPr algn="ctr"/>
            <a:r>
              <a:rPr lang="es-ES" sz="4000" dirty="0">
                <a:solidFill>
                  <a:schemeClr val="bg2">
                    <a:lumMod val="50000"/>
                  </a:schemeClr>
                </a:solidFill>
                <a:latin typeface="Amasis MT Pro" panose="02040504050005020304" pitchFamily="18" charset="0"/>
              </a:rPr>
              <a:t>1</a:t>
            </a:r>
            <a:endParaRPr lang="es-ES" sz="2000" dirty="0">
              <a:solidFill>
                <a:schemeClr val="bg2">
                  <a:lumMod val="50000"/>
                </a:schemeClr>
              </a:solidFill>
              <a:latin typeface="Amasis MT Pro" panose="02040504050005020304" pitchFamily="18" charset="0"/>
            </a:endParaRPr>
          </a:p>
        </p:txBody>
      </p:sp>
      <p:sp>
        <p:nvSpPr>
          <p:cNvPr id="25" name="CuadroTexto 24">
            <a:extLst>
              <a:ext uri="{FF2B5EF4-FFF2-40B4-BE49-F238E27FC236}">
                <a16:creationId xmlns:a16="http://schemas.microsoft.com/office/drawing/2014/main" id="{AFCFAF21-05A7-6C33-48F5-53DFC1AE2C9B}"/>
              </a:ext>
            </a:extLst>
          </p:cNvPr>
          <p:cNvSpPr txBox="1"/>
          <p:nvPr/>
        </p:nvSpPr>
        <p:spPr>
          <a:xfrm>
            <a:off x="7684676" y="4436643"/>
            <a:ext cx="271463" cy="707886"/>
          </a:xfrm>
          <a:prstGeom prst="rect">
            <a:avLst/>
          </a:prstGeom>
          <a:noFill/>
        </p:spPr>
        <p:txBody>
          <a:bodyPr wrap="square" rtlCol="0">
            <a:spAutoFit/>
          </a:bodyPr>
          <a:lstStyle/>
          <a:p>
            <a:pPr algn="ctr"/>
            <a:r>
              <a:rPr lang="es-ES" sz="4000" dirty="0">
                <a:latin typeface="Amasis MT Pro" panose="02040504050005020304" pitchFamily="18" charset="0"/>
              </a:rPr>
              <a:t>0</a:t>
            </a:r>
            <a:endParaRPr lang="es-ES" sz="2000" dirty="0">
              <a:latin typeface="Amasis MT Pro" panose="02040504050005020304" pitchFamily="18" charset="0"/>
            </a:endParaRPr>
          </a:p>
        </p:txBody>
      </p:sp>
      <p:pic>
        <p:nvPicPr>
          <p:cNvPr id="27" name="Imagen 26" descr="Forma, Cuadrado&#10;&#10;El contenido generado por IA puede ser incorrecto.">
            <a:extLst>
              <a:ext uri="{FF2B5EF4-FFF2-40B4-BE49-F238E27FC236}">
                <a16:creationId xmlns:a16="http://schemas.microsoft.com/office/drawing/2014/main" id="{1B7EB282-0F0A-6C58-B58B-0C6034DA015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439701" y="5460440"/>
            <a:ext cx="761411" cy="268733"/>
          </a:xfrm>
          <a:prstGeom prst="rect">
            <a:avLst/>
          </a:prstGeom>
        </p:spPr>
      </p:pic>
      <p:pic>
        <p:nvPicPr>
          <p:cNvPr id="29" name="Imagen 28" descr="Forma, Cuadrado&#10;&#10;El contenido generado por IA puede ser incorrecto.">
            <a:extLst>
              <a:ext uri="{FF2B5EF4-FFF2-40B4-BE49-F238E27FC236}">
                <a16:creationId xmlns:a16="http://schemas.microsoft.com/office/drawing/2014/main" id="{17AE9DB8-1184-DD7B-287A-05281F29B3E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502865" y="5470161"/>
            <a:ext cx="761411" cy="268733"/>
          </a:xfrm>
          <a:prstGeom prst="rect">
            <a:avLst/>
          </a:prstGeom>
        </p:spPr>
      </p:pic>
      <p:pic>
        <p:nvPicPr>
          <p:cNvPr id="31" name="Imagen 30" descr="Icono&#10;&#10;El contenido generado por IA puede ser incorrecto.">
            <a:extLst>
              <a:ext uri="{FF2B5EF4-FFF2-40B4-BE49-F238E27FC236}">
                <a16:creationId xmlns:a16="http://schemas.microsoft.com/office/drawing/2014/main" id="{661EBA32-CA55-2396-C676-B4760076E8BF}"/>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572625" y="5470793"/>
            <a:ext cx="761411" cy="268733"/>
          </a:xfrm>
          <a:prstGeom prst="rect">
            <a:avLst/>
          </a:prstGeom>
        </p:spPr>
      </p:pic>
      <p:pic>
        <p:nvPicPr>
          <p:cNvPr id="33" name="Imagen 32" descr="Icono&#10;&#10;El contenido generado por IA puede ser incorrecto.">
            <a:extLst>
              <a:ext uri="{FF2B5EF4-FFF2-40B4-BE49-F238E27FC236}">
                <a16:creationId xmlns:a16="http://schemas.microsoft.com/office/drawing/2014/main" id="{53B309A5-AC47-E2AF-FB18-4C7602E8EFC8}"/>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639087" y="5478414"/>
            <a:ext cx="761411" cy="268733"/>
          </a:xfrm>
          <a:prstGeom prst="rect">
            <a:avLst/>
          </a:prstGeom>
        </p:spPr>
      </p:pic>
      <p:pic>
        <p:nvPicPr>
          <p:cNvPr id="34" name="Imagen 33" descr="Forma, Cuadrado&#10;&#10;El contenido generado por IA puede ser incorrecto.">
            <a:extLst>
              <a:ext uri="{FF2B5EF4-FFF2-40B4-BE49-F238E27FC236}">
                <a16:creationId xmlns:a16="http://schemas.microsoft.com/office/drawing/2014/main" id="{C597C445-0917-FB10-6F12-2D9BC1B38464}"/>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3708847" y="5478414"/>
            <a:ext cx="761411" cy="268733"/>
          </a:xfrm>
          <a:prstGeom prst="rect">
            <a:avLst/>
          </a:prstGeom>
        </p:spPr>
      </p:pic>
      <p:pic>
        <p:nvPicPr>
          <p:cNvPr id="35" name="Imagen 34" descr="Forma, Cuadrado&#10;&#10;El contenido generado por IA puede ser incorrecto.">
            <a:extLst>
              <a:ext uri="{FF2B5EF4-FFF2-40B4-BE49-F238E27FC236}">
                <a16:creationId xmlns:a16="http://schemas.microsoft.com/office/drawing/2014/main" id="{266F2906-12F1-F51E-6A91-1A14F2757D15}"/>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2776389" y="5470794"/>
            <a:ext cx="761411" cy="268733"/>
          </a:xfrm>
          <a:prstGeom prst="rect">
            <a:avLst/>
          </a:prstGeom>
        </p:spPr>
      </p:pic>
      <p:pic>
        <p:nvPicPr>
          <p:cNvPr id="36" name="Imagen 35" descr="Icono&#10;&#10;El contenido generado por IA puede ser incorrecto.">
            <a:extLst>
              <a:ext uri="{FF2B5EF4-FFF2-40B4-BE49-F238E27FC236}">
                <a16:creationId xmlns:a16="http://schemas.microsoft.com/office/drawing/2014/main" id="{0D89517B-4801-888B-F318-4FA688AD0E2F}"/>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1854110" y="5474844"/>
            <a:ext cx="761411" cy="268733"/>
          </a:xfrm>
          <a:prstGeom prst="rect">
            <a:avLst/>
          </a:prstGeom>
        </p:spPr>
      </p:pic>
      <p:pic>
        <p:nvPicPr>
          <p:cNvPr id="37" name="Imagen 36" descr="Icono&#10;&#10;El contenido generado por IA puede ser incorrecto.">
            <a:extLst>
              <a:ext uri="{FF2B5EF4-FFF2-40B4-BE49-F238E27FC236}">
                <a16:creationId xmlns:a16="http://schemas.microsoft.com/office/drawing/2014/main" id="{405A05BD-6D65-3282-2BB0-0F00F8F2E256}"/>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921652" y="5474844"/>
            <a:ext cx="761411" cy="268733"/>
          </a:xfrm>
          <a:prstGeom prst="rect">
            <a:avLst/>
          </a:prstGeom>
        </p:spPr>
      </p:pic>
      <p:sp>
        <p:nvSpPr>
          <p:cNvPr id="38" name="CuadroTexto 37">
            <a:extLst>
              <a:ext uri="{FF2B5EF4-FFF2-40B4-BE49-F238E27FC236}">
                <a16:creationId xmlns:a16="http://schemas.microsoft.com/office/drawing/2014/main" id="{264342B7-75A8-914C-7EF0-ED62471E3024}"/>
              </a:ext>
            </a:extLst>
          </p:cNvPr>
          <p:cNvSpPr txBox="1"/>
          <p:nvPr/>
        </p:nvSpPr>
        <p:spPr>
          <a:xfrm>
            <a:off x="-5693" y="6052286"/>
            <a:ext cx="9144000" cy="461665"/>
          </a:xfrm>
          <a:prstGeom prst="rect">
            <a:avLst/>
          </a:prstGeom>
          <a:noFill/>
        </p:spPr>
        <p:txBody>
          <a:bodyPr wrap="square" rtlCol="0">
            <a:spAutoFit/>
          </a:bodyPr>
          <a:lstStyle/>
          <a:p>
            <a:pPr algn="ctr"/>
            <a:r>
              <a:rPr lang="es-ES" sz="2400" b="1" i="1">
                <a:solidFill>
                  <a:schemeClr val="bg2">
                    <a:lumMod val="50000"/>
                  </a:schemeClr>
                </a:solidFill>
                <a:latin typeface="Amasis MT Pro" panose="02040504050005020304" pitchFamily="18" charset="0"/>
              </a:rPr>
              <a:t>Regla-150</a:t>
            </a:r>
            <a:r>
              <a:rPr lang="es-ES" sz="2400">
                <a:latin typeface="Amasis MT Pro" panose="02040504050005020304" pitchFamily="18" charset="0"/>
              </a:rPr>
              <a:t> = </a:t>
            </a:r>
            <a:r>
              <a:rPr lang="es-ES" sz="2400">
                <a:solidFill>
                  <a:schemeClr val="bg2">
                    <a:lumMod val="50000"/>
                  </a:schemeClr>
                </a:solidFill>
                <a:latin typeface="Amasis MT Pro" panose="02040504050005020304" pitchFamily="18" charset="0"/>
              </a:rPr>
              <a:t>1x128</a:t>
            </a:r>
            <a:r>
              <a:rPr lang="es-ES" sz="2400">
                <a:latin typeface="Amasis MT Pro" panose="02040504050005020304" pitchFamily="18" charset="0"/>
              </a:rPr>
              <a:t> + 0x64 + 0x32 + </a:t>
            </a:r>
            <a:r>
              <a:rPr lang="es-ES" sz="2400">
                <a:solidFill>
                  <a:schemeClr val="bg2">
                    <a:lumMod val="50000"/>
                  </a:schemeClr>
                </a:solidFill>
                <a:latin typeface="Amasis MT Pro" panose="02040504050005020304" pitchFamily="18" charset="0"/>
              </a:rPr>
              <a:t>1x16</a:t>
            </a:r>
            <a:r>
              <a:rPr lang="es-ES" sz="2400">
                <a:latin typeface="Amasis MT Pro" panose="02040504050005020304" pitchFamily="18" charset="0"/>
              </a:rPr>
              <a:t> + 0x8 + </a:t>
            </a:r>
            <a:r>
              <a:rPr lang="es-ES" sz="2400">
                <a:solidFill>
                  <a:schemeClr val="bg2">
                    <a:lumMod val="50000"/>
                  </a:schemeClr>
                </a:solidFill>
                <a:latin typeface="Amasis MT Pro" panose="02040504050005020304" pitchFamily="18" charset="0"/>
              </a:rPr>
              <a:t>1x4</a:t>
            </a:r>
            <a:r>
              <a:rPr lang="es-ES" sz="2400">
                <a:latin typeface="Amasis MT Pro" panose="02040504050005020304" pitchFamily="18" charset="0"/>
              </a:rPr>
              <a:t> + </a:t>
            </a:r>
            <a:r>
              <a:rPr lang="es-ES" sz="2400">
                <a:solidFill>
                  <a:schemeClr val="bg2">
                    <a:lumMod val="50000"/>
                  </a:schemeClr>
                </a:solidFill>
                <a:latin typeface="Amasis MT Pro" panose="02040504050005020304" pitchFamily="18" charset="0"/>
              </a:rPr>
              <a:t>1x2</a:t>
            </a:r>
            <a:r>
              <a:rPr lang="es-ES" sz="2400">
                <a:latin typeface="Amasis MT Pro" panose="02040504050005020304" pitchFamily="18" charset="0"/>
              </a:rPr>
              <a:t> + 0</a:t>
            </a:r>
            <a:endParaRPr lang="es-ES" sz="2400" dirty="0">
              <a:latin typeface="Amasis MT Pro" panose="02040504050005020304" pitchFamily="18" charset="0"/>
            </a:endParaRPr>
          </a:p>
        </p:txBody>
      </p:sp>
    </p:spTree>
    <p:extLst>
      <p:ext uri="{BB962C8B-B14F-4D97-AF65-F5344CB8AC3E}">
        <p14:creationId xmlns:p14="http://schemas.microsoft.com/office/powerpoint/2010/main" val="3192363169"/>
      </p:ext>
    </p:extLst>
  </p:cSld>
  <p:clrMapOvr>
    <a:masterClrMapping/>
  </p:clrMapOvr>
</p:sld>
</file>

<file path=ppt/theme/theme1.xml><?xml version="1.0" encoding="utf-8"?>
<a:theme xmlns:a="http://schemas.openxmlformats.org/drawingml/2006/main" name="VanillaVTI">
  <a:themeElements>
    <a:clrScheme name="Vanilla">
      <a:dk1>
        <a:sysClr val="windowText" lastClr="000000"/>
      </a:dk1>
      <a:lt1>
        <a:sysClr val="window" lastClr="FFFFFF"/>
      </a:lt1>
      <a:dk2>
        <a:srgbClr val="2C3932"/>
      </a:dk2>
      <a:lt2>
        <a:srgbClr val="FDF6EA"/>
      </a:lt2>
      <a:accent1>
        <a:srgbClr val="169C9A"/>
      </a:accent1>
      <a:accent2>
        <a:srgbClr val="FA9A42"/>
      </a:accent2>
      <a:accent3>
        <a:srgbClr val="E15C3D"/>
      </a:accent3>
      <a:accent4>
        <a:srgbClr val="E78A67"/>
      </a:accent4>
      <a:accent5>
        <a:srgbClr val="A74B40"/>
      </a:accent5>
      <a:accent6>
        <a:srgbClr val="3D9072"/>
      </a:accent6>
      <a:hlink>
        <a:srgbClr val="169C9A"/>
      </a:hlink>
      <a:folHlink>
        <a:srgbClr val="E15C3D"/>
      </a:folHlink>
    </a:clrScheme>
    <a:fontScheme name="Neue Haas">
      <a:majorFont>
        <a:latin typeface="Neue Haas Grotesk Text Pro"/>
        <a:ea typeface=""/>
        <a:cs typeface=""/>
      </a:majorFont>
      <a:minorFont>
        <a:latin typeface="Neue Haas Grotesk Text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VanillaVTI" id="{54D376C6-1C9B-4C6B-8F3C-483BB307BB05}" vid="{7690D8A9-C071-45EF-BA7A-F7FA9779B11D}"/>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11708</TotalTime>
  <Words>1618</Words>
  <Application>Microsoft Office PowerPoint</Application>
  <PresentationFormat>Presentación en pantalla (4:3)</PresentationFormat>
  <Paragraphs>298</Paragraphs>
  <Slides>41</Slides>
  <Notes>18</Notes>
  <HiddenSlides>5</HiddenSlides>
  <MMClips>0</MMClips>
  <ScaleCrop>false</ScaleCrop>
  <HeadingPairs>
    <vt:vector size="6" baseType="variant">
      <vt:variant>
        <vt:lpstr>Fuentes usadas</vt:lpstr>
      </vt:variant>
      <vt:variant>
        <vt:i4>7</vt:i4>
      </vt:variant>
      <vt:variant>
        <vt:lpstr>Tema</vt:lpstr>
      </vt:variant>
      <vt:variant>
        <vt:i4>1</vt:i4>
      </vt:variant>
      <vt:variant>
        <vt:lpstr>Títulos de diapositiva</vt:lpstr>
      </vt:variant>
      <vt:variant>
        <vt:i4>41</vt:i4>
      </vt:variant>
    </vt:vector>
  </HeadingPairs>
  <TitlesOfParts>
    <vt:vector size="49" baseType="lpstr">
      <vt:lpstr>Adobe Devanagari</vt:lpstr>
      <vt:lpstr>Amasis MT Pro</vt:lpstr>
      <vt:lpstr>Amasis MT Pro Light</vt:lpstr>
      <vt:lpstr>Aptos</vt:lpstr>
      <vt:lpstr>Arial</vt:lpstr>
      <vt:lpstr>Cambria Math</vt:lpstr>
      <vt:lpstr>Neue Haas Grotesk Text Pro</vt:lpstr>
      <vt:lpstr>VanillaVTI</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Gaspar Alfaro García</dc:creator>
  <cp:lastModifiedBy>Gaspar Alfaro García</cp:lastModifiedBy>
  <cp:revision>66</cp:revision>
  <dcterms:created xsi:type="dcterms:W3CDTF">2025-01-29T12:59:52Z</dcterms:created>
  <dcterms:modified xsi:type="dcterms:W3CDTF">2025-03-19T12:57:25Z</dcterms:modified>
</cp:coreProperties>
</file>